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2" d="100"/>
          <a:sy n="142" d="100"/>
        </p:scale>
        <p:origin x="108" y="3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E42600-FA09-0E17-521F-7CF993548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0A0724F-8875-057E-283A-F31A5AD0A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5587BE-3FD0-D4DF-8FF6-D1DAB731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0CAB7F-7DAD-7D02-F60C-8916B9E7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FDD800-DC33-832A-8804-C5600B2B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129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5DF6CA-4D0D-8517-09AC-67DE4FBF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FCBDA3-1D7D-1866-0E44-81084A581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58F0C1-0216-7353-44B5-C4AF4A2A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168082-29F6-7075-A30E-23A73FF1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7FCFB0-B03E-CEEB-FA1C-F95F90C3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940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9F5975-983B-8BCA-32A2-D013A39E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11BDF8-0656-7B44-7A64-F9AA18BAF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229334-309B-2976-E46B-B7EC2D41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33E958-32C4-72DD-1748-34C97BCD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32DDA6-7A31-6787-B15D-C6484C9D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459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C999A3-1183-1D22-C1DB-2A8F9EB6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AA3E1F-79F5-A2F7-7344-FEDBD2105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97BC3C-13D7-E0F4-DA32-3232DC947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F4461A8-1006-ECA4-5157-5062C895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B3EDD7-6F67-4DE3-0EFA-3DC88443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04B221-2C49-CD95-4937-52EE78AE0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696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B6ED57-4744-F786-A99A-7AD2A4BB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B344EC-D573-3AE6-ECE5-DC729DE4C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38B4F4B-5662-FC48-7E2E-8D151A495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BC77905-E70D-D9E6-C45A-7D3A6E3F9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38A835E-A1FB-A759-F153-2E1E88905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B692401-6974-A924-BB46-900E6ECD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07842F0-ADCA-BF57-A621-FA18A583D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E2D47D2-B864-B608-B570-5ED9547C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596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A98CD0-E72F-E176-BC5B-EF0AFF7E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13451F-4221-7347-AA99-03DC9AAE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AEEDF3C-5D60-53B2-B7BA-4E0E8704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A7A0084-90DE-1CB8-FF1D-953F82B1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971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FB9E460-0E3E-4374-A8CA-D1039195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4011BFA-961C-7ACF-56F9-95054809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BF8746-BC8C-F4DD-C8FD-EFD603CD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935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2E3C32-EA12-8F51-3B5A-23D5E99C0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FFDA18-D783-57C8-8E30-E6CEAB691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EE1433-76E9-6999-F6D5-B0F50D7C6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1C38025-E5DC-8862-2715-1F1CA7B3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8075668-DBCF-1920-FE5A-1680FB5A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B95DCF-9B79-CAF6-4DF9-CE95CEFB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733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9861B5-A697-1AAF-007C-EF01166C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9875562-15F0-6110-F485-3B33D47C4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E237DF6-BA88-456D-5A49-373F6CCFC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56319AE-8762-3465-CF16-3AFAFFB4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A0CB65-AB43-BA29-78E5-B67257C2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A789FBF-F721-2D92-EDEA-C9FE7C83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527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974279-D339-E34B-6763-A66C3DF5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7E4319-39DE-934C-D04B-A21165F9C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61CF1B-C8B6-297D-6677-4257C0A3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1C8D23-D369-D790-7D9E-07DEBB75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7277C8-90BA-EF73-E2AF-B12A3B7E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6294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0C12E-B2F2-7A82-FBF1-DCABB4204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6D6CB4-EBC2-C980-4CA3-E7EAADC44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662D4F-9FA4-6004-BE6F-47EA60E0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E82D4F-CF6B-FF3E-4546-FA943D7B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FE31C7-99C0-8DFA-30F3-F5B5F246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803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DECB2F3-1FCB-9A68-3E39-C91A0769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394AAE-8C9E-3DA3-FB4A-23887CBB7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5D12C6-5A2A-646F-F796-E6D248FBF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D3A88-C638-4F1F-A252-6CDA5C7DD28C}" type="datetimeFigureOut">
              <a:rPr lang="it-IT" smtClean="0"/>
              <a:t>30/06/2026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2AB8B6-9281-A382-4FB1-431CF8E8C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6FCA1B-033C-B2C2-083A-5A60B20A4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612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D5ED085-48D9-1D12-A7BC-A61751E57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2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DFAD8F0-57DE-F181-7A39-521828070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57258"/>
            <a:ext cx="10905066" cy="53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4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A691017-A207-3F7A-42EF-6E1278CE8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859" y="643467"/>
            <a:ext cx="2910881" cy="557106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9EFAB06-163B-D74C-C7CD-F160555A8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187" y="643467"/>
            <a:ext cx="4039022" cy="557106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69B632D-C035-1182-BD27-31FFC4707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351" y="2537324"/>
            <a:ext cx="5308813" cy="26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55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B0AD11B-A08A-46B2-D29C-C57BF089C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51" y="643467"/>
            <a:ext cx="4832898" cy="557106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F46D5A0-81F8-F8B1-4EC3-FE26AE28D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823" y="3895134"/>
            <a:ext cx="4356847" cy="213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6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84C2B6F-5FAC-324E-8FD2-7912CA5D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29665"/>
            <a:ext cx="10905066" cy="35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3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D7F1B38-9705-D753-5F3D-593A3BF68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3" y="643467"/>
            <a:ext cx="1087037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4408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SCOLA COLOMBO</dc:creator>
  <cp:lastModifiedBy>RICCARDO SCOLA COLOMBO</cp:lastModifiedBy>
  <cp:revision>1</cp:revision>
  <dcterms:created xsi:type="dcterms:W3CDTF">2026-06-29T22:47:44Z</dcterms:created>
  <dcterms:modified xsi:type="dcterms:W3CDTF">2026-06-29T22:54:58Z</dcterms:modified>
</cp:coreProperties>
</file>