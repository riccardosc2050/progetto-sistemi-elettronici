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7.xml"/>
  <Override ContentType="application/vnd.openxmlformats-officedocument.presentationml.notesSlide+xml" PartName="/ppt/notesSlides/notesSlide5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1.xml"/>
  <Override ContentType="application/vnd.openxmlformats-officedocument.presentationml.notesSlide+xml" PartName="/ppt/notesSlides/notesSlide109.xml"/>
  <Override ContentType="application/vnd.openxmlformats-officedocument.presentationml.notesSlide+xml" PartName="/ppt/notesSlides/notesSlide24.xml"/>
  <Override ContentType="application/vnd.openxmlformats-officedocument.presentationml.notesSlide+xml" PartName="/ppt/notesSlides/notesSlide50.xml"/>
  <Override ContentType="application/vnd.openxmlformats-officedocument.presentationml.notesSlide+xml" PartName="/ppt/notesSlides/notesSlide107.xml"/>
  <Override ContentType="application/vnd.openxmlformats-officedocument.presentationml.notesSlide+xml" PartName="/ppt/notesSlides/notesSlide100.xml"/>
  <Override ContentType="application/vnd.openxmlformats-officedocument.presentationml.notesSlide+xml" PartName="/ppt/notesSlides/notesSlide42.xml"/>
  <Override ContentType="application/vnd.openxmlformats-officedocument.presentationml.notesSlide+xml" PartName="/ppt/notesSlides/notesSlide85.xml"/>
  <Override ContentType="application/vnd.openxmlformats-officedocument.presentationml.notesSlide+xml" PartName="/ppt/notesSlides/notesSlide16.xml"/>
  <Override ContentType="application/vnd.openxmlformats-officedocument.presentationml.notesSlide+xml" PartName="/ppt/notesSlides/notesSlide34.xml"/>
  <Override ContentType="application/vnd.openxmlformats-officedocument.presentationml.notesSlide+xml" PartName="/ppt/notesSlides/notesSlide77.xml"/>
  <Override ContentType="application/vnd.openxmlformats-officedocument.presentationml.notesSlide+xml" PartName="/ppt/notesSlides/notesSlide1.xml"/>
  <Override ContentType="application/vnd.openxmlformats-officedocument.presentationml.notesSlide+xml" PartName="/ppt/notesSlides/notesSlide73.xml"/>
  <Override ContentType="application/vnd.openxmlformats-officedocument.presentationml.notesSlide+xml" PartName="/ppt/notesSlides/notesSlide81.xml"/>
  <Override ContentType="application/vnd.openxmlformats-officedocument.presentationml.notesSlide+xml" PartName="/ppt/notesSlides/notesSlide30.xml"/>
  <Override ContentType="application/vnd.openxmlformats-officedocument.presentationml.notesSlide+xml" PartName="/ppt/notesSlides/notesSlide69.xml"/>
  <Override ContentType="application/vnd.openxmlformats-officedocument.presentationml.notesSlide+xml" PartName="/ppt/notesSlides/notesSlide105.xml"/>
  <Override ContentType="application/vnd.openxmlformats-officedocument.presentationml.notesSlide+xml" PartName="/ppt/notesSlides/notesSlide26.xml"/>
  <Override ContentType="application/vnd.openxmlformats-officedocument.presentationml.notesSlide+xml" PartName="/ppt/notesSlides/notesSlide39.xml"/>
  <Override ContentType="application/vnd.openxmlformats-officedocument.presentationml.notesSlide+xml" PartName="/ppt/notesSlides/notesSlide93.xml"/>
  <Override ContentType="application/vnd.openxmlformats-officedocument.presentationml.notesSlide+xml" PartName="/ppt/notesSlides/notesSlide87.xml"/>
  <Override ContentType="application/vnd.openxmlformats-officedocument.presentationml.notesSlide+xml" PartName="/ppt/notesSlides/notesSlide57.xml"/>
  <Override ContentType="application/vnd.openxmlformats-officedocument.presentationml.notesSlide+xml" PartName="/ppt/notesSlides/notesSlide44.xml"/>
  <Override ContentType="application/vnd.openxmlformats-officedocument.presentationml.notesSlide+xml" PartName="/ppt/notesSlides/notesSlide110.xml"/>
  <Override ContentType="application/vnd.openxmlformats-officedocument.presentationml.notesSlide+xml" PartName="/ppt/notesSlides/notesSlide14.xml"/>
  <Override ContentType="application/vnd.openxmlformats-officedocument.presentationml.notesSlide+xml" PartName="/ppt/notesSlides/notesSlide75.xml"/>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54.xml"/>
  <Override ContentType="application/vnd.openxmlformats-officedocument.presentationml.notesSlide+xml" PartName="/ppt/notesSlides/notesSlide103.xml"/>
  <Override ContentType="application/vnd.openxmlformats-officedocument.presentationml.notesSlide+xml" PartName="/ppt/notesSlides/notesSlide97.xml"/>
  <Override ContentType="application/vnd.openxmlformats-officedocument.presentationml.notesSlide+xml" PartName="/ppt/notesSlides/notesSlide46.xml"/>
  <Override ContentType="application/vnd.openxmlformats-officedocument.presentationml.notesSlide+xml" PartName="/ppt/notesSlides/notesSlide9.xml"/>
  <Override ContentType="application/vnd.openxmlformats-officedocument.presentationml.notesSlide+xml" PartName="/ppt/notesSlides/notesSlide89.xml"/>
  <Override ContentType="application/vnd.openxmlformats-officedocument.presentationml.notesSlide+xml" PartName="/ppt/notesSlides/notesSlide11.xml"/>
  <Override ContentType="application/vnd.openxmlformats-officedocument.presentationml.notesSlide+xml" PartName="/ppt/notesSlides/notesSlide63.xml"/>
  <Override ContentType="application/vnd.openxmlformats-officedocument.presentationml.notesSlide+xml" PartName="/ppt/notesSlides/notesSlide20.xml"/>
  <Override ContentType="application/vnd.openxmlformats-officedocument.presentationml.notesSlide+xml" PartName="/ppt/notesSlides/notesSlide60.xml"/>
  <Override ContentType="application/vnd.openxmlformats-officedocument.presentationml.notesSlide+xml" PartName="/ppt/notesSlides/notesSlide18.xml"/>
  <Override ContentType="application/vnd.openxmlformats-officedocument.presentationml.notesSlide+xml" PartName="/ppt/notesSlides/notesSlide48.xml"/>
  <Override ContentType="application/vnd.openxmlformats-officedocument.presentationml.notesSlide+xml" PartName="/ppt/notesSlides/notesSlide101.xml"/>
  <Override ContentType="application/vnd.openxmlformats-officedocument.presentationml.notesSlide+xml" PartName="/ppt/notesSlides/notesSlide95.xml"/>
  <Override ContentType="application/vnd.openxmlformats-officedocument.presentationml.notesSlide+xml" PartName="/ppt/notesSlides/notesSlide22.xml"/>
  <Override ContentType="application/vnd.openxmlformats-officedocument.presentationml.notesSlide+xml" PartName="/ppt/notesSlides/notesSlide52.xml"/>
  <Override ContentType="application/vnd.openxmlformats-officedocument.presentationml.notesSlide+xml" PartName="/ppt/notesSlides/notesSlide7.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65.xml"/>
  <Override ContentType="application/vnd.openxmlformats-officedocument.presentationml.notesSlide+xml" PartName="/ppt/notesSlides/notesSlide78.xml"/>
  <Override ContentType="application/vnd.openxmlformats-officedocument.presentationml.notesSlide+xml" PartName="/ppt/notesSlides/notesSlide71.xml"/>
  <Override ContentType="application/vnd.openxmlformats-officedocument.presentationml.notesSlide+xml" PartName="/ppt/notesSlides/notesSlide92.xml"/>
  <Override ContentType="application/vnd.openxmlformats-officedocument.presentationml.notesSlide+xml" PartName="/ppt/notesSlides/notesSlide84.xml"/>
  <Override ContentType="application/vnd.openxmlformats-officedocument.presentationml.notesSlide+xml" PartName="/ppt/notesSlides/notesSlide76.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68.xml"/>
  <Override ContentType="application/vnd.openxmlformats-officedocument.presentationml.notesSlide+xml" PartName="/ppt/notesSlides/notesSlide17.xml"/>
  <Override ContentType="application/vnd.openxmlformats-officedocument.presentationml.notesSlide+xml" PartName="/ppt/notesSlides/notesSlide82.xml"/>
  <Override ContentType="application/vnd.openxmlformats-officedocument.presentationml.notesSlide+xml" PartName="/ppt/notesSlides/notesSlide94.xml"/>
  <Override ContentType="application/vnd.openxmlformats-officedocument.presentationml.notesSlide+xml" PartName="/ppt/notesSlides/notesSlide51.xml"/>
  <Override ContentType="application/vnd.openxmlformats-officedocument.presentationml.notesSlide+xml" PartName="/ppt/notesSlides/notesSlide108.xml"/>
  <Override ContentType="application/vnd.openxmlformats-officedocument.presentationml.notesSlide+xml" PartName="/ppt/notesSlides/notesSlide90.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43.xml"/>
  <Override ContentType="application/vnd.openxmlformats-officedocument.presentationml.notesSlide+xml" PartName="/ppt/notesSlides/notesSlide13.xml"/>
  <Override ContentType="application/vnd.openxmlformats-officedocument.presentationml.notesSlide+xml" PartName="/ppt/notesSlides/notesSlide86.xml"/>
  <Override ContentType="application/vnd.openxmlformats-officedocument.presentationml.notesSlide+xml" PartName="/ppt/notesSlides/notesSlide106.xml"/>
  <Override ContentType="application/vnd.openxmlformats-officedocument.presentationml.notesSlide+xml" PartName="/ppt/notesSlides/notesSlide99.xml"/>
  <Override ContentType="application/vnd.openxmlformats-officedocument.presentationml.notesSlide+xml" PartName="/ppt/notesSlides/notesSlide56.xml"/>
  <Override ContentType="application/vnd.openxmlformats-officedocument.presentationml.notesSlide+xml" PartName="/ppt/notesSlides/notesSlide31.xml"/>
  <Override ContentType="application/vnd.openxmlformats-officedocument.presentationml.notesSlide+xml" PartName="/ppt/notesSlides/notesSlide80.xml"/>
  <Override ContentType="application/vnd.openxmlformats-officedocument.presentationml.notesSlide+xml" PartName="/ppt/notesSlides/notesSlide61.xml"/>
  <Override ContentType="application/vnd.openxmlformats-officedocument.presentationml.notesSlide+xml" PartName="/ppt/notesSlides/notesSlide74.xml"/>
  <Override ContentType="application/vnd.openxmlformats-officedocument.presentationml.notesSlide+xml" PartName="/ppt/notesSlides/notesSlide58.xml"/>
  <Override ContentType="application/vnd.openxmlformats-officedocument.presentationml.notesSlide+xml" PartName="/ppt/notesSlides/notesSlide27.xml"/>
  <Override ContentType="application/vnd.openxmlformats-officedocument.presentationml.notesSlide+xml" PartName="/ppt/notesSlides/notesSlide88.xml"/>
  <Override ContentType="application/vnd.openxmlformats-officedocument.presentationml.notesSlide+xml" PartName="/ppt/notesSlides/notesSlide2.xml"/>
  <Override ContentType="application/vnd.openxmlformats-officedocument.presentationml.notesSlide+xml" PartName="/ppt/notesSlides/notesSlide62.xml"/>
  <Override ContentType="application/vnd.openxmlformats-officedocument.presentationml.notesSlide+xml" PartName="/ppt/notesSlides/notesSlide45.xml"/>
  <Override ContentType="application/vnd.openxmlformats-officedocument.presentationml.notesSlide+xml" PartName="/ppt/notesSlides/notesSlide70.xml"/>
  <Override ContentType="application/vnd.openxmlformats-officedocument.presentationml.notesSlide+xml" PartName="/ppt/notesSlides/notesSlide28.xml"/>
  <Override ContentType="application/vnd.openxmlformats-officedocument.presentationml.notesSlide+xml" PartName="/ppt/notesSlides/notesSlide55.xml"/>
  <Override ContentType="application/vnd.openxmlformats-officedocument.presentationml.notesSlide+xml" PartName="/ppt/notesSlides/notesSlide12.xml"/>
  <Override ContentType="application/vnd.openxmlformats-officedocument.presentationml.notesSlide+xml" PartName="/ppt/notesSlides/notesSlide47.xml"/>
  <Override ContentType="application/vnd.openxmlformats-officedocument.presentationml.notesSlide+xml" PartName="/ppt/notesSlides/notesSlide72.xml"/>
  <Override ContentType="application/vnd.openxmlformats-officedocument.presentationml.notesSlide+xml" PartName="/ppt/notesSlides/notesSlide98.xml"/>
  <Override ContentType="application/vnd.openxmlformats-officedocument.presentationml.notesSlide+xml" PartName="/ppt/notesSlides/notesSlide104.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8.xml"/>
  <Override ContentType="application/vnd.openxmlformats-officedocument.presentationml.notesSlide+xml" PartName="/ppt/notesSlides/notesSlide64.xml"/>
  <Override ContentType="application/vnd.openxmlformats-officedocument.presentationml.notesSlide+xml" PartName="/ppt/notesSlides/notesSlide6.xml"/>
  <Override ContentType="application/vnd.openxmlformats-officedocument.presentationml.notesSlide+xml" PartName="/ppt/notesSlides/notesSlide79.xml"/>
  <Override ContentType="application/vnd.openxmlformats-officedocument.presentationml.notesSlide+xml" PartName="/ppt/notesSlides/notesSlide36.xml"/>
  <Override ContentType="application/vnd.openxmlformats-officedocument.presentationml.notesSlide+xml" PartName="/ppt/notesSlides/notesSlide49.xml"/>
  <Override ContentType="application/vnd.openxmlformats-officedocument.presentationml.notesSlide+xml" PartName="/ppt/notesSlides/notesSlide96.xml"/>
  <Override ContentType="application/vnd.openxmlformats-officedocument.presentationml.notesSlide+xml" PartName="/ppt/notesSlides/notesSlide102.xml"/>
  <Override ContentType="application/vnd.openxmlformats-officedocument.presentationml.notesSlide+xml" PartName="/ppt/notesSlides/notesSlide19.xml"/>
  <Override ContentType="application/vnd.openxmlformats-officedocument.presentationml.notesSlide+xml" PartName="/ppt/notesSlides/notesSlide83.xml"/>
  <Override ContentType="application/vnd.openxmlformats-officedocument.presentationml.notesSlide+xml" PartName="/ppt/notesSlides/notesSlide53.xml"/>
  <Override ContentType="application/vnd.openxmlformats-officedocument.presentationml.notesSlide+xml" PartName="/ppt/notesSlides/notesSlide40.xml"/>
  <Override ContentType="application/vnd.openxmlformats-officedocument.presentationml.notesSlide+xml" PartName="/ppt/notesSlides/notesSlide23.xml"/>
  <Override ContentType="application/vnd.openxmlformats-officedocument.presentationml.notesSlide+xml" PartName="/ppt/notesSlides/notesSlide66.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11.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9.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7.xml"/>
  <Override ContentType="application/vnd.openxmlformats-officedocument.presentationml.slideLayout+xml" PartName="/ppt/slideLayouts/slideLayout14.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3.xml"/>
  <Override ContentType="application/vnd.openxmlformats-officedocument.presentationml.slide+xml" PartName="/ppt/slides/slide78.xml"/>
  <Override ContentType="application/vnd.openxmlformats-officedocument.presentationml.slide+xml" PartName="/ppt/slides/slide86.xml"/>
  <Override ContentType="application/vnd.openxmlformats-officedocument.presentationml.slide+xml" PartName="/ppt/slides/slide35.xml"/>
  <Override ContentType="application/vnd.openxmlformats-officedocument.presentationml.slide+xml" PartName="/ppt/slides/slide105.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5.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33.xml"/>
  <Override ContentType="application/vnd.openxmlformats-officedocument.presentationml.slide+xml" PartName="/ppt/slides/slide51.xml"/>
  <Override ContentType="application/vnd.openxmlformats-officedocument.presentationml.slide+xml" PartName="/ppt/slides/slide68.xml"/>
  <Override ContentType="application/vnd.openxmlformats-officedocument.presentationml.slide+xml" PartName="/ppt/slides/slide94.xml"/>
  <Override ContentType="application/vnd.openxmlformats-officedocument.presentationml.slide+xml" PartName="/ppt/slides/slide84.xml"/>
  <Override ContentType="application/vnd.openxmlformats-officedocument.presentationml.slide+xml" PartName="/ppt/slides/slide107.xml"/>
  <Override ContentType="application/vnd.openxmlformats-officedocument.presentationml.slide+xml" PartName="/ppt/slides/slide37.xml"/>
  <Override ContentType="application/vnd.openxmlformats-officedocument.presentationml.slide+xml" PartName="/ppt/slides/slide71.xml"/>
  <Override ContentType="application/vnd.openxmlformats-officedocument.presentationml.slide+xml" PartName="/ppt/slides/slide41.xml"/>
  <Override ContentType="application/vnd.openxmlformats-officedocument.presentationml.slide+xml" PartName="/ppt/slides/slide7.xml"/>
  <Override ContentType="application/vnd.openxmlformats-officedocument.presentationml.slide+xml" PartName="/ppt/slides/slide66.xml"/>
  <Override ContentType="application/vnd.openxmlformats-officedocument.presentationml.slide+xml" PartName="/ppt/slides/slide23.xml"/>
  <Override ContentType="application/vnd.openxmlformats-officedocument.presentationml.slide+xml" PartName="/ppt/slides/slide10.xml"/>
  <Override ContentType="application/vnd.openxmlformats-officedocument.presentationml.slide+xml" PartName="/ppt/slides/slide53.xml"/>
  <Override ContentType="application/vnd.openxmlformats-officedocument.presentationml.slide+xml" PartName="/ppt/slides/slide96.xml"/>
  <Override ContentType="application/vnd.openxmlformats-officedocument.presentationml.slide+xml" PartName="/ppt/slides/slide48.xml"/>
  <Override ContentType="application/vnd.openxmlformats-officedocument.presentationml.slide+xml" PartName="/ppt/slides/slide22.xml"/>
  <Override ContentType="application/vnd.openxmlformats-officedocument.presentationml.slide+xml" PartName="/ppt/slides/slide82.xml"/>
  <Override ContentType="application/vnd.openxmlformats-officedocument.presentationml.slide+xml" PartName="/ppt/slides/slide65.xml"/>
  <Override ContentType="application/vnd.openxmlformats-officedocument.presentationml.slide+xml" PartName="/ppt/slides/slide9.xml"/>
  <Override ContentType="application/vnd.openxmlformats-officedocument.presentationml.slide+xml" PartName="/ppt/slides/slide12.xml"/>
  <Override ContentType="application/vnd.openxmlformats-officedocument.presentationml.slide+xml" PartName="/ppt/slides/slide108.xml"/>
  <Override ContentType="application/vnd.openxmlformats-officedocument.presentationml.slide+xml" PartName="/ppt/slides/slide98.xml"/>
  <Override ContentType="application/vnd.openxmlformats-officedocument.presentationml.slide+xml" PartName="/ppt/slides/slide72.xml"/>
  <Override ContentType="application/vnd.openxmlformats-officedocument.presentationml.slide+xml" PartName="/ppt/slides/slide20.xml"/>
  <Override ContentType="application/vnd.openxmlformats-officedocument.presentationml.slide+xml" PartName="/ppt/slides/slide38.xml"/>
  <Override ContentType="application/vnd.openxmlformats-officedocument.presentationml.slide+xml" PartName="/ppt/slides/slide46.xml"/>
  <Override ContentType="application/vnd.openxmlformats-officedocument.presentationml.slide+xml" PartName="/ppt/slides/slide55.xml"/>
  <Override ContentType="application/vnd.openxmlformats-officedocument.presentationml.slide+xml" PartName="/ppt/slides/slide29.xml"/>
  <Override ContentType="application/vnd.openxmlformats-officedocument.presentationml.slide+xml" PartName="/ppt/slides/slide59.xml"/>
  <Override ContentType="application/vnd.openxmlformats-officedocument.presentationml.slide+xml" PartName="/ppt/slides/slide89.xml"/>
  <Override ContentType="application/vnd.openxmlformats-officedocument.presentationml.slide+xml" PartName="/ppt/slides/slide76.xml"/>
  <Override ContentType="application/vnd.openxmlformats-officedocument.presentationml.slide+xml" PartName="/ppt/slides/slide63.xml"/>
  <Override ContentType="application/vnd.openxmlformats-officedocument.presentationml.slide+xml" PartName="/ppt/slides/slide93.xml"/>
  <Override ContentType="application/vnd.openxmlformats-officedocument.presentationml.slide+xml" PartName="/ppt/slides/slide101.xml"/>
  <Override ContentType="application/vnd.openxmlformats-officedocument.presentationml.slide+xml" PartName="/ppt/slides/slide80.xml"/>
  <Override ContentType="application/vnd.openxmlformats-officedocument.presentationml.slide+xml" PartName="/ppt/slides/slide103.xml"/>
  <Override ContentType="application/vnd.openxmlformats-officedocument.presentationml.slide+xml" PartName="/ppt/slides/slide61.xml"/>
  <Override ContentType="application/vnd.openxmlformats-officedocument.presentationml.slide+xml" PartName="/ppt/slides/slide91.xml"/>
  <Override ContentType="application/vnd.openxmlformats-officedocument.presentationml.slide+xml" PartName="/ppt/slides/slide31.xml"/>
  <Override ContentType="application/vnd.openxmlformats-officedocument.presentationml.slide+xml" PartName="/ppt/slides/slide87.xml"/>
  <Override ContentType="application/vnd.openxmlformats-officedocument.presentationml.slide+xml" PartName="/ppt/slides/slide74.xml"/>
  <Override ContentType="application/vnd.openxmlformats-officedocument.presentationml.slide+xml" PartName="/ppt/slides/slide27.xml"/>
  <Override ContentType="application/vnd.openxmlformats-officedocument.presentationml.slide+xml" PartName="/ppt/slides/slide57.xml"/>
  <Override ContentType="application/vnd.openxmlformats-officedocument.presentationml.slide+xml" PartName="/ppt/slides/slide2.xml"/>
  <Override ContentType="application/vnd.openxmlformats-officedocument.presentationml.slide+xml" PartName="/ppt/slides/slide44.xml"/>
  <Override ContentType="application/vnd.openxmlformats-officedocument.presentationml.slide+xml" PartName="/ppt/slides/slide14.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60.xml"/>
  <Override ContentType="application/vnd.openxmlformats-officedocument.presentationml.slide+xml" PartName="/ppt/slides/slide52.xml"/>
  <Override ContentType="application/vnd.openxmlformats-officedocument.presentationml.slide+xml" PartName="/ppt/slides/slide26.xml"/>
  <Override ContentType="application/vnd.openxmlformats-officedocument.presentationml.slide+xml" PartName="/ppt/slides/slide95.xml"/>
  <Override ContentType="application/vnd.openxmlformats-officedocument.presentationml.slide+xml" PartName="/ppt/slides/slide69.xml"/>
  <Override ContentType="application/vnd.openxmlformats-officedocument.presentationml.slide+xml" PartName="/ppt/slides/slide85.xml"/>
  <Override ContentType="application/vnd.openxmlformats-officedocument.presentationml.slide+xml" PartName="/ppt/slides/slide42.xml"/>
  <Override ContentType="application/vnd.openxmlformats-officedocument.presentationml.slide+xml" PartName="/ppt/slides/slide50.xml"/>
  <Override ContentType="application/vnd.openxmlformats-officedocument.presentationml.slide+xml" PartName="/ppt/slides/slide77.xml"/>
  <Override ContentType="application/vnd.openxmlformats-officedocument.presentationml.slide+xml" PartName="/ppt/slides/slide34.xml"/>
  <Override ContentType="application/vnd.openxmlformats-officedocument.presentationml.slide+xml" PartName="/ppt/slides/slide16.xml"/>
  <Override ContentType="application/vnd.openxmlformats-officedocument.presentationml.slide+xml" PartName="/ppt/slides/slide104.xml"/>
  <Override ContentType="application/vnd.openxmlformats-officedocument.presentationml.slide+xml" PartName="/ppt/slides/slide24.xml"/>
  <Override ContentType="application/vnd.openxmlformats-officedocument.presentationml.slide+xml" PartName="/ppt/slides/slide97.xml"/>
  <Override ContentType="application/vnd.openxmlformats-officedocument.presentationml.slide+xml" PartName="/ppt/slides/slide11.xml"/>
  <Override ContentType="application/vnd.openxmlformats-officedocument.presentationml.slide+xml" PartName="/ppt/slides/slide110.xml"/>
  <Override ContentType="application/vnd.openxmlformats-officedocument.presentationml.slide+xml" PartName="/ppt/slides/slide67.xml"/>
  <Override ContentType="application/vnd.openxmlformats-officedocument.presentationml.slide+xml" PartName="/ppt/slides/slide54.xml"/>
  <Override ContentType="application/vnd.openxmlformats-officedocument.presentationml.slide+xml" PartName="/ppt/slides/slide36.xml"/>
  <Override ContentType="application/vnd.openxmlformats-officedocument.presentationml.slide+xml" PartName="/ppt/slides/slide79.xml"/>
  <Override ContentType="application/vnd.openxmlformats-officedocument.presentationml.slide+xml" PartName="/ppt/slides/slide49.xml"/>
  <Override ContentType="application/vnd.openxmlformats-officedocument.presentationml.slide+xml" PartName="/ppt/slides/slide83.xml"/>
  <Override ContentType="application/vnd.openxmlformats-officedocument.presentationml.slide+xml" PartName="/ppt/slides/slide106.xml"/>
  <Override ContentType="application/vnd.openxmlformats-officedocument.presentationml.slide+xml" PartName="/ppt/slides/slide70.xml"/>
  <Override ContentType="application/vnd.openxmlformats-officedocument.presentationml.slide+xml" PartName="/ppt/slides/slide6.xml"/>
  <Override ContentType="application/vnd.openxmlformats-officedocument.presentationml.slide+xml" PartName="/ppt/slides/slide40.xml"/>
  <Override ContentType="application/vnd.openxmlformats-officedocument.presentationml.slide+xml" PartName="/ppt/slides/slide73.xml"/>
  <Override ContentType="application/vnd.openxmlformats-officedocument.presentationml.slide+xml" PartName="/ppt/slides/slide30.xml"/>
  <Override ContentType="application/vnd.openxmlformats-officedocument.presentationml.slide+xml" PartName="/ppt/slides/slide109.xml"/>
  <Override ContentType="application/vnd.openxmlformats-officedocument.presentationml.slide+xml" PartName="/ppt/slides/slide99.xml"/>
  <Override ContentType="application/vnd.openxmlformats-officedocument.presentationml.slide+xml" PartName="/ppt/slides/slide39.xml"/>
  <Override ContentType="application/vnd.openxmlformats-officedocument.presentationml.slide+xml" PartName="/ppt/slides/slide13.xml"/>
  <Override ContentType="application/vnd.openxmlformats-officedocument.presentationml.slide+xml" PartName="/ppt/slides/slide56.xml"/>
  <Override ContentType="application/vnd.openxmlformats-officedocument.presentationml.slide+xml" PartName="/ppt/slides/slide47.xml"/>
  <Override ContentType="application/vnd.openxmlformats-officedocument.presentationml.slide+xml" PartName="/ppt/slides/slide21.xml"/>
  <Override ContentType="application/vnd.openxmlformats-officedocument.presentationml.slide+xml" PartName="/ppt/slides/slide100.xml"/>
  <Override ContentType="application/vnd.openxmlformats-officedocument.presentationml.slide+xml" PartName="/ppt/slides/slide64.xml"/>
  <Override ContentType="application/vnd.openxmlformats-officedocument.presentationml.slide+xml" PartName="/ppt/slides/slide81.xml"/>
  <Override ContentType="application/vnd.openxmlformats-officedocument.presentationml.slide+xml" PartName="/ppt/slides/slide90.xml"/>
  <Override ContentType="application/vnd.openxmlformats-officedocument.presentationml.slide+xml" PartName="/ppt/slides/slide8.xml"/>
  <Override ContentType="application/vnd.openxmlformats-officedocument.presentationml.slide+xml" PartName="/ppt/slides/slide32.xml"/>
  <Override ContentType="application/vnd.openxmlformats-officedocument.presentationml.slide+xml" PartName="/ppt/slides/slide62.xml"/>
  <Override ContentType="application/vnd.openxmlformats-officedocument.presentationml.slide+xml" PartName="/ppt/slides/slide75.xml"/>
  <Override ContentType="application/vnd.openxmlformats-officedocument.presentationml.slide+xml" PartName="/ppt/slides/slide1.xml"/>
  <Override ContentType="application/vnd.openxmlformats-officedocument.presentationml.slide+xml" PartName="/ppt/slides/slide58.xml"/>
  <Override ContentType="application/vnd.openxmlformats-officedocument.presentationml.slide+xml" PartName="/ppt/slides/slide45.xml"/>
  <Override ContentType="application/vnd.openxmlformats-officedocument.presentationml.slide+xml" PartName="/ppt/slides/slide28.xml"/>
  <Override ContentType="application/vnd.openxmlformats-officedocument.presentationml.slide+xml" PartName="/ppt/slides/slide15.xml"/>
  <Override ContentType="application/vnd.openxmlformats-officedocument.presentationml.slide+xml" PartName="/ppt/slides/slide88.xml"/>
  <Override ContentType="application/vnd.openxmlformats-officedocument.presentationml.slide+xml" PartName="/ppt/slides/slide92.xml"/>
  <Override ContentType="application/vnd.openxmlformats-officedocument.presentationml.slide+xml" PartName="/ppt/slides/slide102.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showSpecialPlsOnTitleSld="0">
  <p:sldMasterIdLst>
    <p:sldMasterId id="2147483667" r:id="rId4"/>
    <p:sldMasterId id="2147483668"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Lst>
  <p:sldSz cy="6858000" cx="12192000"/>
  <p:notesSz cx="6858000" cy="9144000"/>
  <p:embeddedFontLst>
    <p:embeddedFont>
      <p:font typeface="Libre Franklin SemiBold"/>
      <p:regular r:id="rId117"/>
      <p:bold r:id="rId118"/>
      <p:italic r:id="rId119"/>
      <p:boldItalic r:id="rId120"/>
    </p:embeddedFont>
    <p:embeddedFont>
      <p:font typeface="Libre Franklin"/>
      <p:regular r:id="rId121"/>
      <p:bold r:id="rId122"/>
      <p:italic r:id="rId123"/>
      <p:boldItalic r:id="rId124"/>
    </p:embeddedFont>
    <p:embeddedFont>
      <p:font typeface="Garamond"/>
      <p:regular r:id="rId125"/>
      <p:bold r:id="rId126"/>
      <p:italic r:id="rId127"/>
      <p:boldItalic r:id="rId128"/>
    </p:embeddedFont>
    <p:embeddedFont>
      <p:font typeface="Quattrocento Sans"/>
      <p:regular r:id="rId129"/>
      <p:bold r:id="rId130"/>
      <p:italic r:id="rId131"/>
      <p:boldItalic r:id="rId132"/>
    </p:embeddedFont>
    <p:embeddedFont>
      <p:font typeface="Open Sans"/>
      <p:regular r:id="rId133"/>
      <p:bold r:id="rId134"/>
      <p:italic r:id="rId135"/>
      <p:boldItalic r:id="rId136"/>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389">
          <p15:clr>
            <a:srgbClr val="A4A3A4"/>
          </p15:clr>
        </p15:guide>
        <p15:guide id="2" pos="7056">
          <p15:clr>
            <a:srgbClr val="A4A3A4"/>
          </p15:clr>
        </p15:guide>
        <p15:guide id="3" orient="horz" pos="318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389" orient="horz"/>
        <p:guide pos="7056"/>
        <p:guide pos="3181" orient="horz"/>
      </p:guideLst>
    </p:cSldViewPr>
  </p:slideViewPr>
</p:viewPr>
</file>

<file path=ppt/_rels/presentation.xml.rels><?xml version="1.0" encoding="UTF-8" standalone="yes"?><Relationships xmlns="http://schemas.openxmlformats.org/package/2006/relationships"><Relationship Id="rId40" Type="http://schemas.openxmlformats.org/officeDocument/2006/relationships/slide" Target="slides/slide34.xml"/><Relationship Id="rId42" Type="http://schemas.openxmlformats.org/officeDocument/2006/relationships/slide" Target="slides/slide36.xml"/><Relationship Id="rId41" Type="http://schemas.openxmlformats.org/officeDocument/2006/relationships/slide" Target="slides/slide35.xml"/><Relationship Id="rId44" Type="http://schemas.openxmlformats.org/officeDocument/2006/relationships/slide" Target="slides/slide38.xml"/><Relationship Id="rId43" Type="http://schemas.openxmlformats.org/officeDocument/2006/relationships/slide" Target="slides/slide37.xml"/><Relationship Id="rId46" Type="http://schemas.openxmlformats.org/officeDocument/2006/relationships/slide" Target="slides/slide40.xml"/><Relationship Id="rId45" Type="http://schemas.openxmlformats.org/officeDocument/2006/relationships/slide" Target="slides/slide39.xml"/><Relationship Id="rId107" Type="http://schemas.openxmlformats.org/officeDocument/2006/relationships/slide" Target="slides/slide101.xml"/><Relationship Id="rId106" Type="http://schemas.openxmlformats.org/officeDocument/2006/relationships/slide" Target="slides/slide100.xml"/><Relationship Id="rId105" Type="http://schemas.openxmlformats.org/officeDocument/2006/relationships/slide" Target="slides/slide99.xml"/><Relationship Id="rId104" Type="http://schemas.openxmlformats.org/officeDocument/2006/relationships/slide" Target="slides/slide98.xml"/><Relationship Id="rId109" Type="http://schemas.openxmlformats.org/officeDocument/2006/relationships/slide" Target="slides/slide103.xml"/><Relationship Id="rId108" Type="http://schemas.openxmlformats.org/officeDocument/2006/relationships/slide" Target="slides/slide102.xml"/><Relationship Id="rId48" Type="http://schemas.openxmlformats.org/officeDocument/2006/relationships/slide" Target="slides/slide42.xml"/><Relationship Id="rId47" Type="http://schemas.openxmlformats.org/officeDocument/2006/relationships/slide" Target="slides/slide41.xml"/><Relationship Id="rId49" Type="http://schemas.openxmlformats.org/officeDocument/2006/relationships/slide" Target="slides/slide43.xml"/><Relationship Id="rId103" Type="http://schemas.openxmlformats.org/officeDocument/2006/relationships/slide" Target="slides/slide97.xml"/><Relationship Id="rId102" Type="http://schemas.openxmlformats.org/officeDocument/2006/relationships/slide" Target="slides/slide96.xml"/><Relationship Id="rId101" Type="http://schemas.openxmlformats.org/officeDocument/2006/relationships/slide" Target="slides/slide95.xml"/><Relationship Id="rId100" Type="http://schemas.openxmlformats.org/officeDocument/2006/relationships/slide" Target="slides/slide94.xml"/><Relationship Id="rId31" Type="http://schemas.openxmlformats.org/officeDocument/2006/relationships/slide" Target="slides/slide25.xml"/><Relationship Id="rId30" Type="http://schemas.openxmlformats.org/officeDocument/2006/relationships/slide" Target="slides/slide24.xml"/><Relationship Id="rId33" Type="http://schemas.openxmlformats.org/officeDocument/2006/relationships/slide" Target="slides/slide27.xml"/><Relationship Id="rId32" Type="http://schemas.openxmlformats.org/officeDocument/2006/relationships/slide" Target="slides/slide26.xml"/><Relationship Id="rId35" Type="http://schemas.openxmlformats.org/officeDocument/2006/relationships/slide" Target="slides/slide29.xml"/><Relationship Id="rId34" Type="http://schemas.openxmlformats.org/officeDocument/2006/relationships/slide" Target="slides/slide28.xml"/><Relationship Id="rId37" Type="http://schemas.openxmlformats.org/officeDocument/2006/relationships/slide" Target="slides/slide31.xml"/><Relationship Id="rId36" Type="http://schemas.openxmlformats.org/officeDocument/2006/relationships/slide" Target="slides/slide30.xml"/><Relationship Id="rId39" Type="http://schemas.openxmlformats.org/officeDocument/2006/relationships/slide" Target="slides/slide33.xml"/><Relationship Id="rId38" Type="http://schemas.openxmlformats.org/officeDocument/2006/relationships/slide" Target="slides/slide32.xml"/><Relationship Id="rId20" Type="http://schemas.openxmlformats.org/officeDocument/2006/relationships/slide" Target="slides/slide14.xml"/><Relationship Id="rId22" Type="http://schemas.openxmlformats.org/officeDocument/2006/relationships/slide" Target="slides/slide16.xml"/><Relationship Id="rId21" Type="http://schemas.openxmlformats.org/officeDocument/2006/relationships/slide" Target="slides/slide15.xml"/><Relationship Id="rId24" Type="http://schemas.openxmlformats.org/officeDocument/2006/relationships/slide" Target="slides/slide18.xml"/><Relationship Id="rId23" Type="http://schemas.openxmlformats.org/officeDocument/2006/relationships/slide" Target="slides/slide17.xml"/><Relationship Id="rId129" Type="http://schemas.openxmlformats.org/officeDocument/2006/relationships/font" Target="fonts/QuattrocentoSans-regular.fntdata"/><Relationship Id="rId128" Type="http://schemas.openxmlformats.org/officeDocument/2006/relationships/font" Target="fonts/Garamond-boldItalic.fntdata"/><Relationship Id="rId127" Type="http://schemas.openxmlformats.org/officeDocument/2006/relationships/font" Target="fonts/Garamond-italic.fntdata"/><Relationship Id="rId126" Type="http://schemas.openxmlformats.org/officeDocument/2006/relationships/font" Target="fonts/Garamond-bold.fntdata"/><Relationship Id="rId26" Type="http://schemas.openxmlformats.org/officeDocument/2006/relationships/slide" Target="slides/slide20.xml"/><Relationship Id="rId121" Type="http://schemas.openxmlformats.org/officeDocument/2006/relationships/font" Target="fonts/LibreFranklin-regular.fntdata"/><Relationship Id="rId25" Type="http://schemas.openxmlformats.org/officeDocument/2006/relationships/slide" Target="slides/slide19.xml"/><Relationship Id="rId120" Type="http://schemas.openxmlformats.org/officeDocument/2006/relationships/font" Target="fonts/LibreFranklinSemiBold-boldItalic.fntdata"/><Relationship Id="rId28" Type="http://schemas.openxmlformats.org/officeDocument/2006/relationships/slide" Target="slides/slide22.xml"/><Relationship Id="rId27" Type="http://schemas.openxmlformats.org/officeDocument/2006/relationships/slide" Target="slides/slide21.xml"/><Relationship Id="rId125" Type="http://schemas.openxmlformats.org/officeDocument/2006/relationships/font" Target="fonts/Garamond-regular.fntdata"/><Relationship Id="rId29" Type="http://schemas.openxmlformats.org/officeDocument/2006/relationships/slide" Target="slides/slide23.xml"/><Relationship Id="rId124" Type="http://schemas.openxmlformats.org/officeDocument/2006/relationships/font" Target="fonts/LibreFranklin-boldItalic.fntdata"/><Relationship Id="rId123" Type="http://schemas.openxmlformats.org/officeDocument/2006/relationships/font" Target="fonts/LibreFranklin-italic.fntdata"/><Relationship Id="rId122" Type="http://schemas.openxmlformats.org/officeDocument/2006/relationships/font" Target="fonts/LibreFranklin-bold.fntdata"/><Relationship Id="rId95" Type="http://schemas.openxmlformats.org/officeDocument/2006/relationships/slide" Target="slides/slide89.xml"/><Relationship Id="rId94" Type="http://schemas.openxmlformats.org/officeDocument/2006/relationships/slide" Target="slides/slide88.xml"/><Relationship Id="rId97" Type="http://schemas.openxmlformats.org/officeDocument/2006/relationships/slide" Target="slides/slide91.xml"/><Relationship Id="rId96" Type="http://schemas.openxmlformats.org/officeDocument/2006/relationships/slide" Target="slides/slide90.xml"/><Relationship Id="rId11" Type="http://schemas.openxmlformats.org/officeDocument/2006/relationships/slide" Target="slides/slide5.xml"/><Relationship Id="rId99" Type="http://schemas.openxmlformats.org/officeDocument/2006/relationships/slide" Target="slides/slide93.xml"/><Relationship Id="rId10" Type="http://schemas.openxmlformats.org/officeDocument/2006/relationships/slide" Target="slides/slide4.xml"/><Relationship Id="rId98" Type="http://schemas.openxmlformats.org/officeDocument/2006/relationships/slide" Target="slides/slide92.xml"/><Relationship Id="rId13" Type="http://schemas.openxmlformats.org/officeDocument/2006/relationships/slide" Target="slides/slide7.xml"/><Relationship Id="rId12" Type="http://schemas.openxmlformats.org/officeDocument/2006/relationships/slide" Target="slides/slide6.xml"/><Relationship Id="rId91" Type="http://schemas.openxmlformats.org/officeDocument/2006/relationships/slide" Target="slides/slide85.xml"/><Relationship Id="rId90" Type="http://schemas.openxmlformats.org/officeDocument/2006/relationships/slide" Target="slides/slide84.xml"/><Relationship Id="rId93" Type="http://schemas.openxmlformats.org/officeDocument/2006/relationships/slide" Target="slides/slide87.xml"/><Relationship Id="rId92" Type="http://schemas.openxmlformats.org/officeDocument/2006/relationships/slide" Target="slides/slide86.xml"/><Relationship Id="rId118" Type="http://schemas.openxmlformats.org/officeDocument/2006/relationships/font" Target="fonts/LibreFranklinSemiBold-bold.fntdata"/><Relationship Id="rId117" Type="http://schemas.openxmlformats.org/officeDocument/2006/relationships/font" Target="fonts/LibreFranklinSemiBold-regular.fntdata"/><Relationship Id="rId116" Type="http://schemas.openxmlformats.org/officeDocument/2006/relationships/slide" Target="slides/slide110.xml"/><Relationship Id="rId115" Type="http://schemas.openxmlformats.org/officeDocument/2006/relationships/slide" Target="slides/slide109.xml"/><Relationship Id="rId119" Type="http://schemas.openxmlformats.org/officeDocument/2006/relationships/font" Target="fonts/LibreFranklinSemiBold-italic.fntdata"/><Relationship Id="rId15" Type="http://schemas.openxmlformats.org/officeDocument/2006/relationships/slide" Target="slides/slide9.xml"/><Relationship Id="rId110" Type="http://schemas.openxmlformats.org/officeDocument/2006/relationships/slide" Target="slides/slide104.xml"/><Relationship Id="rId14" Type="http://schemas.openxmlformats.org/officeDocument/2006/relationships/slide" Target="slides/slide8.xml"/><Relationship Id="rId17" Type="http://schemas.openxmlformats.org/officeDocument/2006/relationships/slide" Target="slides/slide11.xml"/><Relationship Id="rId16" Type="http://schemas.openxmlformats.org/officeDocument/2006/relationships/slide" Target="slides/slide10.xml"/><Relationship Id="rId19" Type="http://schemas.openxmlformats.org/officeDocument/2006/relationships/slide" Target="slides/slide13.xml"/><Relationship Id="rId114" Type="http://schemas.openxmlformats.org/officeDocument/2006/relationships/slide" Target="slides/slide108.xml"/><Relationship Id="rId18" Type="http://schemas.openxmlformats.org/officeDocument/2006/relationships/slide" Target="slides/slide12.xml"/><Relationship Id="rId113" Type="http://schemas.openxmlformats.org/officeDocument/2006/relationships/slide" Target="slides/slide107.xml"/><Relationship Id="rId112" Type="http://schemas.openxmlformats.org/officeDocument/2006/relationships/slide" Target="slides/slide106.xml"/><Relationship Id="rId111" Type="http://schemas.openxmlformats.org/officeDocument/2006/relationships/slide" Target="slides/slide105.xml"/><Relationship Id="rId84" Type="http://schemas.openxmlformats.org/officeDocument/2006/relationships/slide" Target="slides/slide78.xml"/><Relationship Id="rId83" Type="http://schemas.openxmlformats.org/officeDocument/2006/relationships/slide" Target="slides/slide77.xml"/><Relationship Id="rId86" Type="http://schemas.openxmlformats.org/officeDocument/2006/relationships/slide" Target="slides/slide80.xml"/><Relationship Id="rId85" Type="http://schemas.openxmlformats.org/officeDocument/2006/relationships/slide" Target="slides/slide79.xml"/><Relationship Id="rId88" Type="http://schemas.openxmlformats.org/officeDocument/2006/relationships/slide" Target="slides/slide82.xml"/><Relationship Id="rId87" Type="http://schemas.openxmlformats.org/officeDocument/2006/relationships/slide" Target="slides/slide81.xml"/><Relationship Id="rId89" Type="http://schemas.openxmlformats.org/officeDocument/2006/relationships/slide" Target="slides/slide83.xml"/><Relationship Id="rId80" Type="http://schemas.openxmlformats.org/officeDocument/2006/relationships/slide" Target="slides/slide74.xml"/><Relationship Id="rId82" Type="http://schemas.openxmlformats.org/officeDocument/2006/relationships/slide" Target="slides/slide76.xml"/><Relationship Id="rId81" Type="http://schemas.openxmlformats.org/officeDocument/2006/relationships/slide" Target="slides/slide75.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3.xml"/><Relationship Id="rId5" Type="http://schemas.openxmlformats.org/officeDocument/2006/relationships/slideMaster" Target="slideMasters/slideMaster2.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73" Type="http://schemas.openxmlformats.org/officeDocument/2006/relationships/slide" Target="slides/slide67.xml"/><Relationship Id="rId72" Type="http://schemas.openxmlformats.org/officeDocument/2006/relationships/slide" Target="slides/slide66.xml"/><Relationship Id="rId75" Type="http://schemas.openxmlformats.org/officeDocument/2006/relationships/slide" Target="slides/slide69.xml"/><Relationship Id="rId74" Type="http://schemas.openxmlformats.org/officeDocument/2006/relationships/slide" Target="slides/slide68.xml"/><Relationship Id="rId77" Type="http://schemas.openxmlformats.org/officeDocument/2006/relationships/slide" Target="slides/slide71.xml"/><Relationship Id="rId76" Type="http://schemas.openxmlformats.org/officeDocument/2006/relationships/slide" Target="slides/slide70.xml"/><Relationship Id="rId79" Type="http://schemas.openxmlformats.org/officeDocument/2006/relationships/slide" Target="slides/slide73.xml"/><Relationship Id="rId78" Type="http://schemas.openxmlformats.org/officeDocument/2006/relationships/slide" Target="slides/slide72.xml"/><Relationship Id="rId71" Type="http://schemas.openxmlformats.org/officeDocument/2006/relationships/slide" Target="slides/slide65.xml"/><Relationship Id="rId70" Type="http://schemas.openxmlformats.org/officeDocument/2006/relationships/slide" Target="slides/slide64.xml"/><Relationship Id="rId132" Type="http://schemas.openxmlformats.org/officeDocument/2006/relationships/font" Target="fonts/QuattrocentoSans-boldItalic.fntdata"/><Relationship Id="rId131" Type="http://schemas.openxmlformats.org/officeDocument/2006/relationships/font" Target="fonts/QuattrocentoSans-italic.fntdata"/><Relationship Id="rId130" Type="http://schemas.openxmlformats.org/officeDocument/2006/relationships/font" Target="fonts/QuattrocentoSans-bold.fntdata"/><Relationship Id="rId136" Type="http://schemas.openxmlformats.org/officeDocument/2006/relationships/font" Target="fonts/OpenSans-boldItalic.fntdata"/><Relationship Id="rId135" Type="http://schemas.openxmlformats.org/officeDocument/2006/relationships/font" Target="fonts/OpenSans-italic.fntdata"/><Relationship Id="rId134" Type="http://schemas.openxmlformats.org/officeDocument/2006/relationships/font" Target="fonts/OpenSans-bold.fntdata"/><Relationship Id="rId133" Type="http://schemas.openxmlformats.org/officeDocument/2006/relationships/font" Target="fonts/OpenSans-regular.fntdata"/><Relationship Id="rId62" Type="http://schemas.openxmlformats.org/officeDocument/2006/relationships/slide" Target="slides/slide56.xml"/><Relationship Id="rId61" Type="http://schemas.openxmlformats.org/officeDocument/2006/relationships/slide" Target="slides/slide55.xml"/><Relationship Id="rId64" Type="http://schemas.openxmlformats.org/officeDocument/2006/relationships/slide" Target="slides/slide58.xml"/><Relationship Id="rId63" Type="http://schemas.openxmlformats.org/officeDocument/2006/relationships/slide" Target="slides/slide57.xml"/><Relationship Id="rId66" Type="http://schemas.openxmlformats.org/officeDocument/2006/relationships/slide" Target="slides/slide60.xml"/><Relationship Id="rId65" Type="http://schemas.openxmlformats.org/officeDocument/2006/relationships/slide" Target="slides/slide59.xml"/><Relationship Id="rId68" Type="http://schemas.openxmlformats.org/officeDocument/2006/relationships/slide" Target="slides/slide62.xml"/><Relationship Id="rId67" Type="http://schemas.openxmlformats.org/officeDocument/2006/relationships/slide" Target="slides/slide61.xml"/><Relationship Id="rId60" Type="http://schemas.openxmlformats.org/officeDocument/2006/relationships/slide" Target="slides/slide54.xml"/><Relationship Id="rId69" Type="http://schemas.openxmlformats.org/officeDocument/2006/relationships/slide" Target="slides/slide63.xml"/><Relationship Id="rId51" Type="http://schemas.openxmlformats.org/officeDocument/2006/relationships/slide" Target="slides/slide45.xml"/><Relationship Id="rId50" Type="http://schemas.openxmlformats.org/officeDocument/2006/relationships/slide" Target="slides/slide44.xml"/><Relationship Id="rId53" Type="http://schemas.openxmlformats.org/officeDocument/2006/relationships/slide" Target="slides/slide47.xml"/><Relationship Id="rId52" Type="http://schemas.openxmlformats.org/officeDocument/2006/relationships/slide" Target="slides/slide46.xml"/><Relationship Id="rId55" Type="http://schemas.openxmlformats.org/officeDocument/2006/relationships/slide" Target="slides/slide49.xml"/><Relationship Id="rId54" Type="http://schemas.openxmlformats.org/officeDocument/2006/relationships/slide" Target="slides/slide48.xml"/><Relationship Id="rId57" Type="http://schemas.openxmlformats.org/officeDocument/2006/relationships/slide" Target="slides/slide51.xml"/><Relationship Id="rId56" Type="http://schemas.openxmlformats.org/officeDocument/2006/relationships/slide" Target="slides/slide50.xml"/><Relationship Id="rId59" Type="http://schemas.openxmlformats.org/officeDocument/2006/relationships/slide" Target="slides/slide53.xml"/><Relationship Id="rId58" Type="http://schemas.openxmlformats.org/officeDocument/2006/relationships/slide" Target="slides/slide5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Clr>
                <a:schemeClr val="dk1"/>
              </a:buClr>
              <a:buSzPts val="1400"/>
              <a:buFont typeface="Calibri"/>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Clr>
                <a:schemeClr val="dk1"/>
              </a:buClr>
              <a:buSzPts val="1400"/>
              <a:buFont typeface="Calibri"/>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Clr>
                <a:schemeClr val="dk1"/>
              </a:buClr>
              <a:buSzPts val="1400"/>
              <a:buFont typeface="Calibri"/>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Clr>
                <a:schemeClr val="dk1"/>
              </a:buClr>
              <a:buSzPts val="1400"/>
              <a:buFont typeface="Calibri"/>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Clr>
                <a:schemeClr val="dk1"/>
              </a:buClr>
              <a:buSzPts val="1400"/>
              <a:buFont typeface="Calibri"/>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Clr>
                <a:schemeClr val="dk1"/>
              </a:buClr>
              <a:buSzPts val="1400"/>
              <a:buFont typeface="Calibri"/>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Clr>
                <a:schemeClr val="dk1"/>
              </a:buClr>
              <a:buSzPts val="1400"/>
              <a:buFont typeface="Calibri"/>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Clr>
                <a:schemeClr val="dk1"/>
              </a:buClr>
              <a:buSzPts val="1400"/>
              <a:buFont typeface="Calibri"/>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Clr>
                <a:schemeClr val="dk1"/>
              </a:buClr>
              <a:buSzPts val="1400"/>
              <a:buFont typeface="Calibri"/>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Clr>
                <a:schemeClr val="dk1"/>
              </a:buClr>
              <a:buSzPts val="1400"/>
              <a:buFont typeface="Calibri"/>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Clr>
                <a:schemeClr val="dk1"/>
              </a:buClr>
              <a:buSzPts val="1400"/>
              <a:buFont typeface="Calibri"/>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Clr>
                <a:schemeClr val="dk1"/>
              </a:buClr>
              <a:buSzPts val="1400"/>
              <a:buFont typeface="Calibri"/>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Clr>
                <a:schemeClr val="dk1"/>
              </a:buClr>
              <a:buSzPts val="1400"/>
              <a:buFont typeface="Calibri"/>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Clr>
                <a:schemeClr val="dk1"/>
              </a:buClr>
              <a:buSzPts val="1400"/>
              <a:buFont typeface="Calibri"/>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Clr>
                <a:schemeClr val="dk1"/>
              </a:buClr>
              <a:buSzPts val="1400"/>
              <a:buFont typeface="Calibri"/>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Clr>
                <a:schemeClr val="dk1"/>
              </a:buClr>
              <a:buSzPts val="1400"/>
              <a:buFont typeface="Calibri"/>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Clr>
                <a:schemeClr val="dk1"/>
              </a:buClr>
              <a:buSzPts val="1400"/>
              <a:buFont typeface="Calibri"/>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Clr>
                <a:schemeClr val="dk1"/>
              </a:buClr>
              <a:buSzPts val="1400"/>
              <a:buFont typeface="Calibri"/>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indent="-228600" lvl="1" marL="914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2pPr>
            <a:lvl3pPr indent="-228600" lvl="2" marL="1371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3pPr>
            <a:lvl4pPr indent="-228600" lvl="3" marL="1828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4pPr>
            <a:lvl5pPr indent="-228600" lvl="4" marL="22860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5pPr>
            <a:lvl6pPr indent="-228600" lvl="5" marL="2743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6pPr>
            <a:lvl7pPr indent="-228600" lvl="6" marL="3200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7pPr>
            <a:lvl8pPr indent="-228600" lvl="7" marL="3657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8pPr>
            <a:lvl9pPr indent="-228600" lvl="8" marL="4114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Clr>
                <a:schemeClr val="dk1"/>
              </a:buClr>
              <a:buSzPts val="1400"/>
              <a:buFont typeface="Calibri"/>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Clr>
                <a:schemeClr val="dk1"/>
              </a:buClr>
              <a:buSzPts val="1400"/>
              <a:buFont typeface="Calibri"/>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Clr>
                <a:schemeClr val="dk1"/>
              </a:buClr>
              <a:buSzPts val="1400"/>
              <a:buFont typeface="Calibri"/>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Clr>
                <a:schemeClr val="dk1"/>
              </a:buClr>
              <a:buSzPts val="1400"/>
              <a:buFont typeface="Calibri"/>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Clr>
                <a:schemeClr val="dk1"/>
              </a:buClr>
              <a:buSzPts val="1400"/>
              <a:buFont typeface="Calibri"/>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Clr>
                <a:schemeClr val="dk1"/>
              </a:buClr>
              <a:buSzPts val="1400"/>
              <a:buFont typeface="Calibri"/>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Clr>
                <a:schemeClr val="dk1"/>
              </a:buClr>
              <a:buSzPts val="1400"/>
              <a:buFont typeface="Calibri"/>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Clr>
                <a:schemeClr val="dk1"/>
              </a:buClr>
              <a:buSzPts val="1400"/>
              <a:buFont typeface="Calibri"/>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Clr>
                <a:schemeClr val="dk1"/>
              </a:buClr>
              <a:buSzPts val="1400"/>
              <a:buFont typeface="Calibri"/>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Clr>
                <a:schemeClr val="dk1"/>
              </a:buClr>
              <a:buSzPts val="1200"/>
              <a:buFont typeface="Calibri"/>
              <a:buNone/>
            </a:pPr>
            <a:fld id="{00000000-1234-1234-1234-123412341234}" type="slidenum">
              <a:rPr b="0" i="0" lang="it-IT"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0" name="Google Shape;170;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400"/>
              <a:buNone/>
            </a:pPr>
            <a:r>
              <a:t/>
            </a:r>
            <a:endParaRPr b="0" i="0" sz="1200" u="none" cap="none" strike="noStrike">
              <a:solidFill>
                <a:schemeClr val="dk1"/>
              </a:solidFill>
              <a:latin typeface="Calibri"/>
              <a:ea typeface="Calibri"/>
              <a:cs typeface="Calibri"/>
              <a:sym typeface="Calibri"/>
            </a:endParaRPr>
          </a:p>
        </p:txBody>
      </p:sp>
      <p:sp>
        <p:nvSpPr>
          <p:cNvPr id="171" name="Google Shape;171;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Clr>
                <a:schemeClr val="dk1"/>
              </a:buClr>
              <a:buSzPts val="1200"/>
              <a:buFont typeface="Calibri"/>
              <a:buNone/>
            </a:pPr>
            <a:fld id="{00000000-1234-1234-1234-123412341234}" type="slidenum">
              <a:rPr b="0" i="0" lang="it-IT"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4" name="Shape 174"/>
        <p:cNvGrpSpPr/>
        <p:nvPr/>
      </p:nvGrpSpPr>
      <p:grpSpPr>
        <a:xfrm>
          <a:off x="0" y="0"/>
          <a:ext cx="0" cy="0"/>
          <a:chOff x="0" y="0"/>
          <a:chExt cx="0" cy="0"/>
        </a:xfrm>
      </p:grpSpPr>
      <p:sp>
        <p:nvSpPr>
          <p:cNvPr id="175" name="Google Shape;175;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6" name="Google Shape;176;p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77" name="Google Shape;177;p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1800"/>
              <a:buFont typeface="Arial"/>
              <a:buNone/>
            </a:pPr>
            <a:fld id="{00000000-1234-1234-1234-123412341234}" type="slidenum">
              <a:rPr lang="it-IT"/>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7" name="Shape 187"/>
        <p:cNvGrpSpPr/>
        <p:nvPr/>
      </p:nvGrpSpPr>
      <p:grpSpPr>
        <a:xfrm>
          <a:off x="0" y="0"/>
          <a:ext cx="0" cy="0"/>
          <a:chOff x="0" y="0"/>
          <a:chExt cx="0" cy="0"/>
        </a:xfrm>
      </p:grpSpPr>
      <p:sp>
        <p:nvSpPr>
          <p:cNvPr id="188" name="Google Shape;188;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9" name="Google Shape;189;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6" name="Shape 196"/>
        <p:cNvGrpSpPr/>
        <p:nvPr/>
      </p:nvGrpSpPr>
      <p:grpSpPr>
        <a:xfrm>
          <a:off x="0" y="0"/>
          <a:ext cx="0" cy="0"/>
          <a:chOff x="0" y="0"/>
          <a:chExt cx="0" cy="0"/>
        </a:xfrm>
      </p:grpSpPr>
      <p:sp>
        <p:nvSpPr>
          <p:cNvPr id="197" name="Google Shape;197;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8" name="Google Shape;198;p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99" name="Google Shape;199;p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1800"/>
              <a:buFont typeface="Arial"/>
              <a:buNone/>
            </a:pPr>
            <a:fld id="{00000000-1234-1234-1234-123412341234}" type="slidenum">
              <a:rPr lang="it-IT"/>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6" name="Shape 226"/>
        <p:cNvGrpSpPr/>
        <p:nvPr/>
      </p:nvGrpSpPr>
      <p:grpSpPr>
        <a:xfrm>
          <a:off x="0" y="0"/>
          <a:ext cx="0" cy="0"/>
          <a:chOff x="0" y="0"/>
          <a:chExt cx="0" cy="0"/>
        </a:xfrm>
      </p:grpSpPr>
      <p:sp>
        <p:nvSpPr>
          <p:cNvPr id="227" name="Google Shape;227;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28" name="Google Shape;228;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8" name="Shape 248"/>
        <p:cNvGrpSpPr/>
        <p:nvPr/>
      </p:nvGrpSpPr>
      <p:grpSpPr>
        <a:xfrm>
          <a:off x="0" y="0"/>
          <a:ext cx="0" cy="0"/>
          <a:chOff x="0" y="0"/>
          <a:chExt cx="0" cy="0"/>
        </a:xfrm>
      </p:grpSpPr>
      <p:sp>
        <p:nvSpPr>
          <p:cNvPr id="249" name="Google Shape;24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50" name="Google Shape;25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5" name="Shape 265"/>
        <p:cNvGrpSpPr/>
        <p:nvPr/>
      </p:nvGrpSpPr>
      <p:grpSpPr>
        <a:xfrm>
          <a:off x="0" y="0"/>
          <a:ext cx="0" cy="0"/>
          <a:chOff x="0" y="0"/>
          <a:chExt cx="0" cy="0"/>
        </a:xfrm>
      </p:grpSpPr>
      <p:sp>
        <p:nvSpPr>
          <p:cNvPr id="266" name="Google Shape;266;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67" name="Google Shape;267;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7" name="Shape 277"/>
        <p:cNvGrpSpPr/>
        <p:nvPr/>
      </p:nvGrpSpPr>
      <p:grpSpPr>
        <a:xfrm>
          <a:off x="0" y="0"/>
          <a:ext cx="0" cy="0"/>
          <a:chOff x="0" y="0"/>
          <a:chExt cx="0" cy="0"/>
        </a:xfrm>
      </p:grpSpPr>
      <p:sp>
        <p:nvSpPr>
          <p:cNvPr id="278" name="Google Shape;278;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9" name="Google Shape;279;p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80" name="Google Shape;280;p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1800"/>
              <a:buFont typeface="Arial"/>
              <a:buNone/>
            </a:pPr>
            <a:fld id="{00000000-1234-1234-1234-123412341234}" type="slidenum">
              <a:rPr lang="it-IT"/>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4" name="Shape 284"/>
        <p:cNvGrpSpPr/>
        <p:nvPr/>
      </p:nvGrpSpPr>
      <p:grpSpPr>
        <a:xfrm>
          <a:off x="0" y="0"/>
          <a:ext cx="0" cy="0"/>
          <a:chOff x="0" y="0"/>
          <a:chExt cx="0" cy="0"/>
        </a:xfrm>
      </p:grpSpPr>
      <p:sp>
        <p:nvSpPr>
          <p:cNvPr id="285" name="Google Shape;285;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6" name="Google Shape;286;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t/>
            </a:r>
            <a:endParaRPr/>
          </a:p>
        </p:txBody>
      </p:sp>
      <p:sp>
        <p:nvSpPr>
          <p:cNvPr id="287" name="Google Shape;287;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Clr>
                <a:schemeClr val="dk1"/>
              </a:buClr>
              <a:buSzPts val="1200"/>
              <a:buFont typeface="Calibri"/>
              <a:buNone/>
            </a:pPr>
            <a:fld id="{00000000-1234-1234-1234-123412341234}" type="slidenum">
              <a:rPr b="0" i="0" lang="it-IT"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4" name="Google Shape;304;p1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05" name="Google Shape;305;p1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800"/>
              <a:buFont typeface="Arial"/>
              <a:buNone/>
            </a:pPr>
            <a:fld id="{00000000-1234-1234-1234-123412341234}" type="slidenum">
              <a:rPr lang="it-IT"/>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1" name="Shape 311"/>
        <p:cNvGrpSpPr/>
        <p:nvPr/>
      </p:nvGrpSpPr>
      <p:grpSpPr>
        <a:xfrm>
          <a:off x="0" y="0"/>
          <a:ext cx="0" cy="0"/>
          <a:chOff x="0" y="0"/>
          <a:chExt cx="0" cy="0"/>
        </a:xfrm>
      </p:grpSpPr>
      <p:sp>
        <p:nvSpPr>
          <p:cNvPr id="312" name="Google Shape;312;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13" name="Google Shape;313;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27" name="Google Shape;327;p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28" name="Google Shape;328;p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1800"/>
              <a:buFont typeface="Arial"/>
              <a:buNone/>
            </a:pPr>
            <a:fld id="{00000000-1234-1234-1234-123412341234}" type="slidenum">
              <a:rPr lang="it-IT"/>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1" name="Shape 341"/>
        <p:cNvGrpSpPr/>
        <p:nvPr/>
      </p:nvGrpSpPr>
      <p:grpSpPr>
        <a:xfrm>
          <a:off x="0" y="0"/>
          <a:ext cx="0" cy="0"/>
          <a:chOff x="0" y="0"/>
          <a:chExt cx="0" cy="0"/>
        </a:xfrm>
      </p:grpSpPr>
      <p:sp>
        <p:nvSpPr>
          <p:cNvPr id="342" name="Google Shape;342;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43" name="Google Shape;343;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5" name="Shape 355"/>
        <p:cNvGrpSpPr/>
        <p:nvPr/>
      </p:nvGrpSpPr>
      <p:grpSpPr>
        <a:xfrm>
          <a:off x="0" y="0"/>
          <a:ext cx="0" cy="0"/>
          <a:chOff x="0" y="0"/>
          <a:chExt cx="0" cy="0"/>
        </a:xfrm>
      </p:grpSpPr>
      <p:sp>
        <p:nvSpPr>
          <p:cNvPr id="356" name="Google Shape;356;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7" name="Google Shape;357;p1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58" name="Google Shape;358;p1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1800"/>
              <a:buFont typeface="Arial"/>
              <a:buNone/>
            </a:pPr>
            <a:fld id="{00000000-1234-1234-1234-123412341234}" type="slidenum">
              <a:rPr lang="it-IT"/>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7" name="Shape 377"/>
        <p:cNvGrpSpPr/>
        <p:nvPr/>
      </p:nvGrpSpPr>
      <p:grpSpPr>
        <a:xfrm>
          <a:off x="0" y="0"/>
          <a:ext cx="0" cy="0"/>
          <a:chOff x="0" y="0"/>
          <a:chExt cx="0" cy="0"/>
        </a:xfrm>
      </p:grpSpPr>
      <p:sp>
        <p:nvSpPr>
          <p:cNvPr id="378" name="Google Shape;378;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79" name="Google Shape;379;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7" name="Shape 397"/>
        <p:cNvGrpSpPr/>
        <p:nvPr/>
      </p:nvGrpSpPr>
      <p:grpSpPr>
        <a:xfrm>
          <a:off x="0" y="0"/>
          <a:ext cx="0" cy="0"/>
          <a:chOff x="0" y="0"/>
          <a:chExt cx="0" cy="0"/>
        </a:xfrm>
      </p:grpSpPr>
      <p:sp>
        <p:nvSpPr>
          <p:cNvPr id="398" name="Google Shape;398;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99" name="Google Shape;399;p1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00" name="Google Shape;400;p1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800"/>
              <a:buFont typeface="Arial"/>
              <a:buNone/>
            </a:pPr>
            <a:fld id="{00000000-1234-1234-1234-123412341234}" type="slidenum">
              <a:rPr lang="it-IT"/>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6" name="Shape 406"/>
        <p:cNvGrpSpPr/>
        <p:nvPr/>
      </p:nvGrpSpPr>
      <p:grpSpPr>
        <a:xfrm>
          <a:off x="0" y="0"/>
          <a:ext cx="0" cy="0"/>
          <a:chOff x="0" y="0"/>
          <a:chExt cx="0" cy="0"/>
        </a:xfrm>
      </p:grpSpPr>
      <p:sp>
        <p:nvSpPr>
          <p:cNvPr id="407" name="Google Shape;407;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08" name="Google Shape;408;p1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09" name="Google Shape;409;p1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800"/>
              <a:buFont typeface="Arial"/>
              <a:buNone/>
            </a:pPr>
            <a:fld id="{00000000-1234-1234-1234-123412341234}" type="slidenum">
              <a:rPr lang="it-IT"/>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4" name="Shape 414"/>
        <p:cNvGrpSpPr/>
        <p:nvPr/>
      </p:nvGrpSpPr>
      <p:grpSpPr>
        <a:xfrm>
          <a:off x="0" y="0"/>
          <a:ext cx="0" cy="0"/>
          <a:chOff x="0" y="0"/>
          <a:chExt cx="0" cy="0"/>
        </a:xfrm>
      </p:grpSpPr>
      <p:sp>
        <p:nvSpPr>
          <p:cNvPr id="415" name="Google Shape;415;p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16" name="Google Shape;416;p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3" name="Shape 423"/>
        <p:cNvGrpSpPr/>
        <p:nvPr/>
      </p:nvGrpSpPr>
      <p:grpSpPr>
        <a:xfrm>
          <a:off x="0" y="0"/>
          <a:ext cx="0" cy="0"/>
          <a:chOff x="0" y="0"/>
          <a:chExt cx="0" cy="0"/>
        </a:xfrm>
      </p:grpSpPr>
      <p:sp>
        <p:nvSpPr>
          <p:cNvPr id="424" name="Google Shape;424;p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5" name="Google Shape;425;p2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26" name="Google Shape;426;p2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800"/>
              <a:buFont typeface="Arial"/>
              <a:buNone/>
            </a:pPr>
            <a:fld id="{00000000-1234-1234-1234-123412341234}" type="slidenum">
              <a:rPr lang="it-IT"/>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1" name="Shape 431"/>
        <p:cNvGrpSpPr/>
        <p:nvPr/>
      </p:nvGrpSpPr>
      <p:grpSpPr>
        <a:xfrm>
          <a:off x="0" y="0"/>
          <a:ext cx="0" cy="0"/>
          <a:chOff x="0" y="0"/>
          <a:chExt cx="0" cy="0"/>
        </a:xfrm>
      </p:grpSpPr>
      <p:sp>
        <p:nvSpPr>
          <p:cNvPr id="432" name="Google Shape;432;p2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33" name="Google Shape;433;p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0" name="Shape 440"/>
        <p:cNvGrpSpPr/>
        <p:nvPr/>
      </p:nvGrpSpPr>
      <p:grpSpPr>
        <a:xfrm>
          <a:off x="0" y="0"/>
          <a:ext cx="0" cy="0"/>
          <a:chOff x="0" y="0"/>
          <a:chExt cx="0" cy="0"/>
        </a:xfrm>
      </p:grpSpPr>
      <p:sp>
        <p:nvSpPr>
          <p:cNvPr id="441" name="Google Shape;441;p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2" name="Google Shape;442;p2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43" name="Google Shape;443;p2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800"/>
              <a:buFont typeface="Arial"/>
              <a:buNone/>
            </a:pPr>
            <a:fld id="{00000000-1234-1234-1234-123412341234}" type="slidenum">
              <a:rPr lang="it-IT"/>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9" name="Shape 449"/>
        <p:cNvGrpSpPr/>
        <p:nvPr/>
      </p:nvGrpSpPr>
      <p:grpSpPr>
        <a:xfrm>
          <a:off x="0" y="0"/>
          <a:ext cx="0" cy="0"/>
          <a:chOff x="0" y="0"/>
          <a:chExt cx="0" cy="0"/>
        </a:xfrm>
      </p:grpSpPr>
      <p:sp>
        <p:nvSpPr>
          <p:cNvPr id="450" name="Google Shape;450;p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1" name="Google Shape;451;p2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52" name="Google Shape;452;p2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800"/>
              <a:buFont typeface="Arial"/>
              <a:buNone/>
            </a:pPr>
            <a:fld id="{00000000-1234-1234-1234-123412341234}" type="slidenum">
              <a:rPr lang="it-IT"/>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6" name="Shape 456"/>
        <p:cNvGrpSpPr/>
        <p:nvPr/>
      </p:nvGrpSpPr>
      <p:grpSpPr>
        <a:xfrm>
          <a:off x="0" y="0"/>
          <a:ext cx="0" cy="0"/>
          <a:chOff x="0" y="0"/>
          <a:chExt cx="0" cy="0"/>
        </a:xfrm>
      </p:grpSpPr>
      <p:sp>
        <p:nvSpPr>
          <p:cNvPr id="457" name="Google Shape;457;p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8" name="Google Shape;458;p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59" name="Google Shape;459;p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800"/>
              <a:buFont typeface="Arial"/>
              <a:buNone/>
            </a:pPr>
            <a:fld id="{00000000-1234-1234-1234-123412341234}" type="slidenum">
              <a:rPr lang="it-IT"/>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p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0" name="Google Shape;470;p2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71" name="Google Shape;471;p2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800"/>
              <a:buFont typeface="Arial"/>
              <a:buNone/>
            </a:pPr>
            <a:fld id="{00000000-1234-1234-1234-123412341234}" type="slidenum">
              <a:rPr lang="it-IT"/>
              <a:t>‹#›</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8" name="Shape 478"/>
        <p:cNvGrpSpPr/>
        <p:nvPr/>
      </p:nvGrpSpPr>
      <p:grpSpPr>
        <a:xfrm>
          <a:off x="0" y="0"/>
          <a:ext cx="0" cy="0"/>
          <a:chOff x="0" y="0"/>
          <a:chExt cx="0" cy="0"/>
        </a:xfrm>
      </p:grpSpPr>
      <p:sp>
        <p:nvSpPr>
          <p:cNvPr id="479" name="Google Shape;479;p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0" name="Google Shape;480;p2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81" name="Google Shape;481;p2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800"/>
              <a:buFont typeface="Arial"/>
              <a:buNone/>
            </a:pPr>
            <a:fld id="{00000000-1234-1234-1234-123412341234}" type="slidenum">
              <a:rPr lang="it-IT"/>
              <a:t>‹#›</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1" name="Shape 491"/>
        <p:cNvGrpSpPr/>
        <p:nvPr/>
      </p:nvGrpSpPr>
      <p:grpSpPr>
        <a:xfrm>
          <a:off x="0" y="0"/>
          <a:ext cx="0" cy="0"/>
          <a:chOff x="0" y="0"/>
          <a:chExt cx="0" cy="0"/>
        </a:xfrm>
      </p:grpSpPr>
      <p:sp>
        <p:nvSpPr>
          <p:cNvPr id="492" name="Google Shape;492;p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3" name="Google Shape;493;p2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94" name="Google Shape;494;p2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800"/>
              <a:buFont typeface="Arial"/>
              <a:buNone/>
            </a:pPr>
            <a:fld id="{00000000-1234-1234-1234-123412341234}" type="slidenum">
              <a:rPr lang="it-IT"/>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1" name="Shape 501"/>
        <p:cNvGrpSpPr/>
        <p:nvPr/>
      </p:nvGrpSpPr>
      <p:grpSpPr>
        <a:xfrm>
          <a:off x="0" y="0"/>
          <a:ext cx="0" cy="0"/>
          <a:chOff x="0" y="0"/>
          <a:chExt cx="0" cy="0"/>
        </a:xfrm>
      </p:grpSpPr>
      <p:sp>
        <p:nvSpPr>
          <p:cNvPr id="502" name="Google Shape;502;p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3" name="Google Shape;503;p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04" name="Google Shape;504;p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800"/>
              <a:buFont typeface="Arial"/>
              <a:buNone/>
            </a:pPr>
            <a:fld id="{00000000-1234-1234-1234-123412341234}" type="slidenum">
              <a:rPr lang="it-IT"/>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1" name="Shape 511"/>
        <p:cNvGrpSpPr/>
        <p:nvPr/>
      </p:nvGrpSpPr>
      <p:grpSpPr>
        <a:xfrm>
          <a:off x="0" y="0"/>
          <a:ext cx="0" cy="0"/>
          <a:chOff x="0" y="0"/>
          <a:chExt cx="0" cy="0"/>
        </a:xfrm>
      </p:grpSpPr>
      <p:sp>
        <p:nvSpPr>
          <p:cNvPr id="512" name="Google Shape;512;p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13" name="Google Shape;513;p2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14" name="Google Shape;514;p2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800"/>
              <a:buFont typeface="Arial"/>
              <a:buNone/>
            </a:pPr>
            <a:fld id="{00000000-1234-1234-1234-123412341234}" type="slidenum">
              <a:rPr lang="it-IT"/>
              <a:t>‹#›</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8" name="Shape 518"/>
        <p:cNvGrpSpPr/>
        <p:nvPr/>
      </p:nvGrpSpPr>
      <p:grpSpPr>
        <a:xfrm>
          <a:off x="0" y="0"/>
          <a:ext cx="0" cy="0"/>
          <a:chOff x="0" y="0"/>
          <a:chExt cx="0" cy="0"/>
        </a:xfrm>
      </p:grpSpPr>
      <p:sp>
        <p:nvSpPr>
          <p:cNvPr id="519" name="Google Shape;519;p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0" name="Google Shape;520;p3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21" name="Google Shape;521;p3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800"/>
              <a:buFont typeface="Arial"/>
              <a:buNone/>
            </a:pPr>
            <a:fld id="{00000000-1234-1234-1234-123412341234}" type="slidenum">
              <a:rPr lang="it-IT"/>
              <a:t>‹#›</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1" name="Shape 531"/>
        <p:cNvGrpSpPr/>
        <p:nvPr/>
      </p:nvGrpSpPr>
      <p:grpSpPr>
        <a:xfrm>
          <a:off x="0" y="0"/>
          <a:ext cx="0" cy="0"/>
          <a:chOff x="0" y="0"/>
          <a:chExt cx="0" cy="0"/>
        </a:xfrm>
      </p:grpSpPr>
      <p:sp>
        <p:nvSpPr>
          <p:cNvPr id="532" name="Google Shape;532;p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33" name="Google Shape;533;p3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34" name="Google Shape;534;p3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800"/>
              <a:buFont typeface="Arial"/>
              <a:buNone/>
            </a:pPr>
            <a:fld id="{00000000-1234-1234-1234-123412341234}" type="slidenum">
              <a:rPr lang="it-IT"/>
              <a:t>‹#›</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2" name="Shape 542"/>
        <p:cNvGrpSpPr/>
        <p:nvPr/>
      </p:nvGrpSpPr>
      <p:grpSpPr>
        <a:xfrm>
          <a:off x="0" y="0"/>
          <a:ext cx="0" cy="0"/>
          <a:chOff x="0" y="0"/>
          <a:chExt cx="0" cy="0"/>
        </a:xfrm>
      </p:grpSpPr>
      <p:sp>
        <p:nvSpPr>
          <p:cNvPr id="543" name="Google Shape;543;p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44" name="Google Shape;544;p3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45" name="Google Shape;545;p3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800"/>
              <a:buFont typeface="Arial"/>
              <a:buNone/>
            </a:pPr>
            <a:fld id="{00000000-1234-1234-1234-123412341234}" type="slidenum">
              <a:rPr lang="it-IT"/>
              <a:t>‹#›</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2" name="Shape 552"/>
        <p:cNvGrpSpPr/>
        <p:nvPr/>
      </p:nvGrpSpPr>
      <p:grpSpPr>
        <a:xfrm>
          <a:off x="0" y="0"/>
          <a:ext cx="0" cy="0"/>
          <a:chOff x="0" y="0"/>
          <a:chExt cx="0" cy="0"/>
        </a:xfrm>
      </p:grpSpPr>
      <p:sp>
        <p:nvSpPr>
          <p:cNvPr id="553" name="Google Shape;553;g3efbc9e7ede_0_58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54" name="Google Shape;554;g3efbc9e7ede_0_589: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55" name="Google Shape;555;g3efbc9e7ede_0_589: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1200"/>
              <a:buFont typeface="Calibri"/>
              <a:buNone/>
            </a:pPr>
            <a:fld id="{00000000-1234-1234-1234-123412341234}" type="slidenum">
              <a:rPr lang="it-IT"/>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1" name="Shape 561"/>
        <p:cNvGrpSpPr/>
        <p:nvPr/>
      </p:nvGrpSpPr>
      <p:grpSpPr>
        <a:xfrm>
          <a:off x="0" y="0"/>
          <a:ext cx="0" cy="0"/>
          <a:chOff x="0" y="0"/>
          <a:chExt cx="0" cy="0"/>
        </a:xfrm>
      </p:grpSpPr>
      <p:sp>
        <p:nvSpPr>
          <p:cNvPr id="562" name="Google Shape;562;p3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63" name="Google Shape;563;p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1" name="Shape 571"/>
        <p:cNvGrpSpPr/>
        <p:nvPr/>
      </p:nvGrpSpPr>
      <p:grpSpPr>
        <a:xfrm>
          <a:off x="0" y="0"/>
          <a:ext cx="0" cy="0"/>
          <a:chOff x="0" y="0"/>
          <a:chExt cx="0" cy="0"/>
        </a:xfrm>
      </p:grpSpPr>
      <p:sp>
        <p:nvSpPr>
          <p:cNvPr id="572" name="Google Shape;572;g3efbc9e7ede_0_58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73" name="Google Shape;573;g3efbc9e7ede_0_581: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74" name="Google Shape;574;g3efbc9e7ede_0_581: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1200"/>
              <a:buFont typeface="Calibri"/>
              <a:buNone/>
            </a:pPr>
            <a:fld id="{00000000-1234-1234-1234-123412341234}" type="slidenum">
              <a:rPr lang="it-IT"/>
              <a:t>‹#›</a:t>
            </a:fld>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0" name="Shape 580"/>
        <p:cNvGrpSpPr/>
        <p:nvPr/>
      </p:nvGrpSpPr>
      <p:grpSpPr>
        <a:xfrm>
          <a:off x="0" y="0"/>
          <a:ext cx="0" cy="0"/>
          <a:chOff x="0" y="0"/>
          <a:chExt cx="0" cy="0"/>
        </a:xfrm>
      </p:grpSpPr>
      <p:sp>
        <p:nvSpPr>
          <p:cNvPr id="581" name="Google Shape;581;p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82" name="Google Shape;582;p3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83" name="Google Shape;583;p3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800"/>
              <a:buFont typeface="Arial"/>
              <a:buNone/>
            </a:pPr>
            <a:fld id="{00000000-1234-1234-1234-123412341234}" type="slidenum">
              <a:rPr lang="it-IT"/>
              <a:t>‹#›</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8" name="Shape 588"/>
        <p:cNvGrpSpPr/>
        <p:nvPr/>
      </p:nvGrpSpPr>
      <p:grpSpPr>
        <a:xfrm>
          <a:off x="0" y="0"/>
          <a:ext cx="0" cy="0"/>
          <a:chOff x="0" y="0"/>
          <a:chExt cx="0" cy="0"/>
        </a:xfrm>
      </p:grpSpPr>
      <p:sp>
        <p:nvSpPr>
          <p:cNvPr id="589" name="Google Shape;589;p3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90" name="Google Shape;590;p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4" name="Shape 594"/>
        <p:cNvGrpSpPr/>
        <p:nvPr/>
      </p:nvGrpSpPr>
      <p:grpSpPr>
        <a:xfrm>
          <a:off x="0" y="0"/>
          <a:ext cx="0" cy="0"/>
          <a:chOff x="0" y="0"/>
          <a:chExt cx="0" cy="0"/>
        </a:xfrm>
      </p:grpSpPr>
      <p:sp>
        <p:nvSpPr>
          <p:cNvPr id="595" name="Google Shape;595;p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96" name="Google Shape;596;p3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97" name="Google Shape;597;p3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800"/>
              <a:buFont typeface="Arial"/>
              <a:buNone/>
            </a:pPr>
            <a:fld id="{00000000-1234-1234-1234-123412341234}" type="slidenum">
              <a:rPr lang="it-IT"/>
              <a:t>‹#›</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5" name="Shape 605"/>
        <p:cNvGrpSpPr/>
        <p:nvPr/>
      </p:nvGrpSpPr>
      <p:grpSpPr>
        <a:xfrm>
          <a:off x="0" y="0"/>
          <a:ext cx="0" cy="0"/>
          <a:chOff x="0" y="0"/>
          <a:chExt cx="0" cy="0"/>
        </a:xfrm>
      </p:grpSpPr>
      <p:sp>
        <p:nvSpPr>
          <p:cNvPr id="606" name="Google Shape;606;p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7" name="Google Shape;607;p3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08" name="Google Shape;608;p3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800"/>
              <a:buFont typeface="Arial"/>
              <a:buNone/>
            </a:pPr>
            <a:fld id="{00000000-1234-1234-1234-123412341234}" type="slidenum">
              <a:rPr lang="it-IT"/>
              <a:t>‹#›</a:t>
            </a:fld>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2" name="Shape 612"/>
        <p:cNvGrpSpPr/>
        <p:nvPr/>
      </p:nvGrpSpPr>
      <p:grpSpPr>
        <a:xfrm>
          <a:off x="0" y="0"/>
          <a:ext cx="0" cy="0"/>
          <a:chOff x="0" y="0"/>
          <a:chExt cx="0" cy="0"/>
        </a:xfrm>
      </p:grpSpPr>
      <p:sp>
        <p:nvSpPr>
          <p:cNvPr id="613" name="Google Shape;613;p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14" name="Google Shape;614;p3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15" name="Google Shape;615;p3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800"/>
              <a:buFont typeface="Arial"/>
              <a:buNone/>
            </a:pPr>
            <a:fld id="{00000000-1234-1234-1234-123412341234}" type="slidenum">
              <a:rPr lang="it-IT"/>
              <a:t>‹#›</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1" name="Shape 621"/>
        <p:cNvGrpSpPr/>
        <p:nvPr/>
      </p:nvGrpSpPr>
      <p:grpSpPr>
        <a:xfrm>
          <a:off x="0" y="0"/>
          <a:ext cx="0" cy="0"/>
          <a:chOff x="0" y="0"/>
          <a:chExt cx="0" cy="0"/>
        </a:xfrm>
      </p:grpSpPr>
      <p:sp>
        <p:nvSpPr>
          <p:cNvPr id="622" name="Google Shape;622;p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3" name="Google Shape;623;p3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24" name="Google Shape;624;p3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800"/>
              <a:buFont typeface="Arial"/>
              <a:buNone/>
            </a:pPr>
            <a:fld id="{00000000-1234-1234-1234-123412341234}" type="slidenum">
              <a:rPr lang="it-IT"/>
              <a:t>‹#›</a:t>
            </a:fld>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5" name="Shape 635"/>
        <p:cNvGrpSpPr/>
        <p:nvPr/>
      </p:nvGrpSpPr>
      <p:grpSpPr>
        <a:xfrm>
          <a:off x="0" y="0"/>
          <a:ext cx="0" cy="0"/>
          <a:chOff x="0" y="0"/>
          <a:chExt cx="0" cy="0"/>
        </a:xfrm>
      </p:grpSpPr>
      <p:sp>
        <p:nvSpPr>
          <p:cNvPr id="636" name="Google Shape;636;p4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37" name="Google Shape;637;p4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38" name="Google Shape;638;p4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800"/>
              <a:buFont typeface="Arial"/>
              <a:buNone/>
            </a:pPr>
            <a:fld id="{00000000-1234-1234-1234-123412341234}" type="slidenum">
              <a:rPr lang="it-IT"/>
              <a:t>‹#›</a:t>
            </a:fld>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2" name="Shape 642"/>
        <p:cNvGrpSpPr/>
        <p:nvPr/>
      </p:nvGrpSpPr>
      <p:grpSpPr>
        <a:xfrm>
          <a:off x="0" y="0"/>
          <a:ext cx="0" cy="0"/>
          <a:chOff x="0" y="0"/>
          <a:chExt cx="0" cy="0"/>
        </a:xfrm>
      </p:grpSpPr>
      <p:sp>
        <p:nvSpPr>
          <p:cNvPr id="643" name="Google Shape;643;p4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4" name="Google Shape;644;p4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45" name="Google Shape;645;p4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800"/>
              <a:buFont typeface="Arial"/>
              <a:buNone/>
            </a:pPr>
            <a:fld id="{00000000-1234-1234-1234-123412341234}" type="slidenum">
              <a:rPr lang="it-IT"/>
              <a:t>‹#›</a:t>
            </a:fld>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2" name="Shape 652"/>
        <p:cNvGrpSpPr/>
        <p:nvPr/>
      </p:nvGrpSpPr>
      <p:grpSpPr>
        <a:xfrm>
          <a:off x="0" y="0"/>
          <a:ext cx="0" cy="0"/>
          <a:chOff x="0" y="0"/>
          <a:chExt cx="0" cy="0"/>
        </a:xfrm>
      </p:grpSpPr>
      <p:sp>
        <p:nvSpPr>
          <p:cNvPr id="653" name="Google Shape;653;p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4" name="Google Shape;654;p4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55" name="Google Shape;655;p4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800"/>
              <a:buFont typeface="Arial"/>
              <a:buNone/>
            </a:pPr>
            <a:fld id="{00000000-1234-1234-1234-123412341234}" type="slidenum">
              <a:rPr lang="it-IT"/>
              <a:t>‹#›</a:t>
            </a:fld>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8" name="Shape 658"/>
        <p:cNvGrpSpPr/>
        <p:nvPr/>
      </p:nvGrpSpPr>
      <p:grpSpPr>
        <a:xfrm>
          <a:off x="0" y="0"/>
          <a:ext cx="0" cy="0"/>
          <a:chOff x="0" y="0"/>
          <a:chExt cx="0" cy="0"/>
        </a:xfrm>
      </p:grpSpPr>
      <p:sp>
        <p:nvSpPr>
          <p:cNvPr id="659" name="Google Shape;659;p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0" name="Google Shape;660;p4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61" name="Google Shape;661;p4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800"/>
              <a:buFont typeface="Arial"/>
              <a:buNone/>
            </a:pPr>
            <a:fld id="{00000000-1234-1234-1234-123412341234}" type="slidenum">
              <a:rPr lang="it-IT"/>
              <a:t>‹#›</a:t>
            </a:fld>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7" name="Shape 667"/>
        <p:cNvGrpSpPr/>
        <p:nvPr/>
      </p:nvGrpSpPr>
      <p:grpSpPr>
        <a:xfrm>
          <a:off x="0" y="0"/>
          <a:ext cx="0" cy="0"/>
          <a:chOff x="0" y="0"/>
          <a:chExt cx="0" cy="0"/>
        </a:xfrm>
      </p:grpSpPr>
      <p:sp>
        <p:nvSpPr>
          <p:cNvPr id="668" name="Google Shape;668;p4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69" name="Google Shape;669;p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8" name="Shape 678"/>
        <p:cNvGrpSpPr/>
        <p:nvPr/>
      </p:nvGrpSpPr>
      <p:grpSpPr>
        <a:xfrm>
          <a:off x="0" y="0"/>
          <a:ext cx="0" cy="0"/>
          <a:chOff x="0" y="0"/>
          <a:chExt cx="0" cy="0"/>
        </a:xfrm>
      </p:grpSpPr>
      <p:sp>
        <p:nvSpPr>
          <p:cNvPr id="679" name="Google Shape;679;p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80" name="Google Shape;680;p4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81" name="Google Shape;681;p4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800"/>
              <a:buFont typeface="Arial"/>
              <a:buNone/>
            </a:pPr>
            <a:fld id="{00000000-1234-1234-1234-123412341234}" type="slidenum">
              <a:rPr lang="it-IT"/>
              <a:t>‹#›</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7" name="Shape 687"/>
        <p:cNvGrpSpPr/>
        <p:nvPr/>
      </p:nvGrpSpPr>
      <p:grpSpPr>
        <a:xfrm>
          <a:off x="0" y="0"/>
          <a:ext cx="0" cy="0"/>
          <a:chOff x="0" y="0"/>
          <a:chExt cx="0" cy="0"/>
        </a:xfrm>
      </p:grpSpPr>
      <p:sp>
        <p:nvSpPr>
          <p:cNvPr id="688" name="Google Shape;688;p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89" name="Google Shape;689;p4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90" name="Google Shape;690;p4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800"/>
              <a:buFont typeface="Arial"/>
              <a:buNone/>
            </a:pPr>
            <a:fld id="{00000000-1234-1234-1234-123412341234}" type="slidenum">
              <a:rPr lang="it-IT"/>
              <a:t>‹#›</a:t>
            </a:fld>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7" name="Shape 697"/>
        <p:cNvGrpSpPr/>
        <p:nvPr/>
      </p:nvGrpSpPr>
      <p:grpSpPr>
        <a:xfrm>
          <a:off x="0" y="0"/>
          <a:ext cx="0" cy="0"/>
          <a:chOff x="0" y="0"/>
          <a:chExt cx="0" cy="0"/>
        </a:xfrm>
      </p:grpSpPr>
      <p:sp>
        <p:nvSpPr>
          <p:cNvPr id="698" name="Google Shape;698;p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99" name="Google Shape;699;p4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700" name="Google Shape;700;p4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800"/>
              <a:buFont typeface="Arial"/>
              <a:buNone/>
            </a:pPr>
            <a:fld id="{00000000-1234-1234-1234-123412341234}" type="slidenum">
              <a:rPr lang="it-IT"/>
              <a:t>‹#›</a:t>
            </a:fld>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6" name="Shape 706"/>
        <p:cNvGrpSpPr/>
        <p:nvPr/>
      </p:nvGrpSpPr>
      <p:grpSpPr>
        <a:xfrm>
          <a:off x="0" y="0"/>
          <a:ext cx="0" cy="0"/>
          <a:chOff x="0" y="0"/>
          <a:chExt cx="0" cy="0"/>
        </a:xfrm>
      </p:grpSpPr>
      <p:sp>
        <p:nvSpPr>
          <p:cNvPr id="707" name="Google Shape;707;p4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08" name="Google Shape;708;p4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709" name="Google Shape;709;p4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800"/>
              <a:buFont typeface="Arial"/>
              <a:buNone/>
            </a:pPr>
            <a:fld id="{00000000-1234-1234-1234-123412341234}" type="slidenum">
              <a:rPr lang="it-IT"/>
              <a:t>‹#›</a:t>
            </a:fld>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4" name="Shape 714"/>
        <p:cNvGrpSpPr/>
        <p:nvPr/>
      </p:nvGrpSpPr>
      <p:grpSpPr>
        <a:xfrm>
          <a:off x="0" y="0"/>
          <a:ext cx="0" cy="0"/>
          <a:chOff x="0" y="0"/>
          <a:chExt cx="0" cy="0"/>
        </a:xfrm>
      </p:grpSpPr>
      <p:sp>
        <p:nvSpPr>
          <p:cNvPr id="715" name="Google Shape;715;p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16" name="Google Shape;716;p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717" name="Google Shape;717;p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800"/>
              <a:buFont typeface="Arial"/>
              <a:buNone/>
            </a:pPr>
            <a:fld id="{00000000-1234-1234-1234-123412341234}" type="slidenum">
              <a:rPr lang="it-IT"/>
              <a:t>‹#›</a:t>
            </a:fld>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4" name="Shape 724"/>
        <p:cNvGrpSpPr/>
        <p:nvPr/>
      </p:nvGrpSpPr>
      <p:grpSpPr>
        <a:xfrm>
          <a:off x="0" y="0"/>
          <a:ext cx="0" cy="0"/>
          <a:chOff x="0" y="0"/>
          <a:chExt cx="0" cy="0"/>
        </a:xfrm>
      </p:grpSpPr>
      <p:sp>
        <p:nvSpPr>
          <p:cNvPr id="725" name="Google Shape;725;p5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726" name="Google Shape;726;p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7" name="Shape 737"/>
        <p:cNvGrpSpPr/>
        <p:nvPr/>
      </p:nvGrpSpPr>
      <p:grpSpPr>
        <a:xfrm>
          <a:off x="0" y="0"/>
          <a:ext cx="0" cy="0"/>
          <a:chOff x="0" y="0"/>
          <a:chExt cx="0" cy="0"/>
        </a:xfrm>
      </p:grpSpPr>
      <p:sp>
        <p:nvSpPr>
          <p:cNvPr id="738" name="Google Shape;738;p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39" name="Google Shape;739;p5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740" name="Google Shape;740;p5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800"/>
              <a:buFont typeface="Arial"/>
              <a:buNone/>
            </a:pPr>
            <a:fld id="{00000000-1234-1234-1234-123412341234}" type="slidenum">
              <a:rPr lang="it-IT"/>
              <a:t>‹#›</a:t>
            </a:fld>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0" name="Shape 750"/>
        <p:cNvGrpSpPr/>
        <p:nvPr/>
      </p:nvGrpSpPr>
      <p:grpSpPr>
        <a:xfrm>
          <a:off x="0" y="0"/>
          <a:ext cx="0" cy="0"/>
          <a:chOff x="0" y="0"/>
          <a:chExt cx="0" cy="0"/>
        </a:xfrm>
      </p:grpSpPr>
      <p:sp>
        <p:nvSpPr>
          <p:cNvPr id="751" name="Google Shape;751;p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52" name="Google Shape;752;p5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753" name="Google Shape;753;p5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800"/>
              <a:buFont typeface="Arial"/>
              <a:buNone/>
            </a:pPr>
            <a:fld id="{00000000-1234-1234-1234-123412341234}" type="slidenum">
              <a:rPr lang="it-IT"/>
              <a:t>‹#›</a:t>
            </a:fld>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1" name="Shape 761"/>
        <p:cNvGrpSpPr/>
        <p:nvPr/>
      </p:nvGrpSpPr>
      <p:grpSpPr>
        <a:xfrm>
          <a:off x="0" y="0"/>
          <a:ext cx="0" cy="0"/>
          <a:chOff x="0" y="0"/>
          <a:chExt cx="0" cy="0"/>
        </a:xfrm>
      </p:grpSpPr>
      <p:sp>
        <p:nvSpPr>
          <p:cNvPr id="762" name="Google Shape;762;p5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763" name="Google Shape;763;p5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6" name="Shape 766"/>
        <p:cNvGrpSpPr/>
        <p:nvPr/>
      </p:nvGrpSpPr>
      <p:grpSpPr>
        <a:xfrm>
          <a:off x="0" y="0"/>
          <a:ext cx="0" cy="0"/>
          <a:chOff x="0" y="0"/>
          <a:chExt cx="0" cy="0"/>
        </a:xfrm>
      </p:grpSpPr>
      <p:sp>
        <p:nvSpPr>
          <p:cNvPr id="767" name="Google Shape;767;g3efbc9e7ede_0_3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768" name="Google Shape;768;g3efbc9e7ede_0_366: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769" name="Google Shape;769;g3efbc9e7ede_0_366: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1200"/>
              <a:buFont typeface="Calibri"/>
              <a:buNone/>
            </a:pPr>
            <a:fld id="{00000000-1234-1234-1234-123412341234}" type="slidenum">
              <a:rPr lang="it-IT"/>
              <a:t>‹#›</a:t>
            </a:fld>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9" name="Shape 779"/>
        <p:cNvGrpSpPr/>
        <p:nvPr/>
      </p:nvGrpSpPr>
      <p:grpSpPr>
        <a:xfrm>
          <a:off x="0" y="0"/>
          <a:ext cx="0" cy="0"/>
          <a:chOff x="0" y="0"/>
          <a:chExt cx="0" cy="0"/>
        </a:xfrm>
      </p:grpSpPr>
      <p:sp>
        <p:nvSpPr>
          <p:cNvPr id="780" name="Google Shape;780;p5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81" name="Google Shape;781;p5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782" name="Google Shape;782;p5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800"/>
              <a:buFont typeface="Arial"/>
              <a:buNone/>
            </a:pPr>
            <a:fld id="{00000000-1234-1234-1234-123412341234}" type="slidenum">
              <a:rPr lang="it-IT"/>
              <a:t>‹#›</a:t>
            </a:fld>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0" name="Shape 790"/>
        <p:cNvGrpSpPr/>
        <p:nvPr/>
      </p:nvGrpSpPr>
      <p:grpSpPr>
        <a:xfrm>
          <a:off x="0" y="0"/>
          <a:ext cx="0" cy="0"/>
          <a:chOff x="0" y="0"/>
          <a:chExt cx="0" cy="0"/>
        </a:xfrm>
      </p:grpSpPr>
      <p:sp>
        <p:nvSpPr>
          <p:cNvPr id="791" name="Google Shape;791;p5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792" name="Google Shape;792;p5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7" name="Shape 797"/>
        <p:cNvGrpSpPr/>
        <p:nvPr/>
      </p:nvGrpSpPr>
      <p:grpSpPr>
        <a:xfrm>
          <a:off x="0" y="0"/>
          <a:ext cx="0" cy="0"/>
          <a:chOff x="0" y="0"/>
          <a:chExt cx="0" cy="0"/>
        </a:xfrm>
      </p:grpSpPr>
      <p:sp>
        <p:nvSpPr>
          <p:cNvPr id="798" name="Google Shape;798;p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99" name="Google Shape;799;p5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00" name="Google Shape;800;p5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800"/>
              <a:buFont typeface="Arial"/>
              <a:buNone/>
            </a:pPr>
            <a:fld id="{00000000-1234-1234-1234-123412341234}" type="slidenum">
              <a:rPr lang="it-IT"/>
              <a:t>‹#›</a:t>
            </a:fld>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5" name="Shape 805"/>
        <p:cNvGrpSpPr/>
        <p:nvPr/>
      </p:nvGrpSpPr>
      <p:grpSpPr>
        <a:xfrm>
          <a:off x="0" y="0"/>
          <a:ext cx="0" cy="0"/>
          <a:chOff x="0" y="0"/>
          <a:chExt cx="0" cy="0"/>
        </a:xfrm>
      </p:grpSpPr>
      <p:sp>
        <p:nvSpPr>
          <p:cNvPr id="806" name="Google Shape;806;p5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07" name="Google Shape;807;p5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08" name="Google Shape;808;p5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800"/>
              <a:buFont typeface="Arial"/>
              <a:buNone/>
            </a:pPr>
            <a:fld id="{00000000-1234-1234-1234-123412341234}" type="slidenum">
              <a:rPr lang="it-IT"/>
              <a:t>‹#›</a:t>
            </a:fld>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4" name="Shape 814"/>
        <p:cNvGrpSpPr/>
        <p:nvPr/>
      </p:nvGrpSpPr>
      <p:grpSpPr>
        <a:xfrm>
          <a:off x="0" y="0"/>
          <a:ext cx="0" cy="0"/>
          <a:chOff x="0" y="0"/>
          <a:chExt cx="0" cy="0"/>
        </a:xfrm>
      </p:grpSpPr>
      <p:sp>
        <p:nvSpPr>
          <p:cNvPr id="815" name="Google Shape;815;p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16" name="Google Shape;816;p5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17" name="Google Shape;817;p5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800"/>
              <a:buFont typeface="Arial"/>
              <a:buNone/>
            </a:pPr>
            <a:fld id="{00000000-1234-1234-1234-123412341234}" type="slidenum">
              <a:rPr lang="it-IT"/>
              <a:t>‹#›</a:t>
            </a:fld>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1" name="Shape 821"/>
        <p:cNvGrpSpPr/>
        <p:nvPr/>
      </p:nvGrpSpPr>
      <p:grpSpPr>
        <a:xfrm>
          <a:off x="0" y="0"/>
          <a:ext cx="0" cy="0"/>
          <a:chOff x="0" y="0"/>
          <a:chExt cx="0" cy="0"/>
        </a:xfrm>
      </p:grpSpPr>
      <p:sp>
        <p:nvSpPr>
          <p:cNvPr id="822" name="Google Shape;822;p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23" name="Google Shape;823;p5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24" name="Google Shape;824;p5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800"/>
              <a:buFont typeface="Arial"/>
              <a:buNone/>
            </a:pPr>
            <a:fld id="{00000000-1234-1234-1234-123412341234}" type="slidenum">
              <a:rPr lang="it-IT"/>
              <a:t>‹#›</a:t>
            </a:fld>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0" name="Shape 830"/>
        <p:cNvGrpSpPr/>
        <p:nvPr/>
      </p:nvGrpSpPr>
      <p:grpSpPr>
        <a:xfrm>
          <a:off x="0" y="0"/>
          <a:ext cx="0" cy="0"/>
          <a:chOff x="0" y="0"/>
          <a:chExt cx="0" cy="0"/>
        </a:xfrm>
      </p:grpSpPr>
      <p:sp>
        <p:nvSpPr>
          <p:cNvPr id="831" name="Google Shape;831;p6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32" name="Google Shape;832;p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9" name="Shape 839"/>
        <p:cNvGrpSpPr/>
        <p:nvPr/>
      </p:nvGrpSpPr>
      <p:grpSpPr>
        <a:xfrm>
          <a:off x="0" y="0"/>
          <a:ext cx="0" cy="0"/>
          <a:chOff x="0" y="0"/>
          <a:chExt cx="0" cy="0"/>
        </a:xfrm>
      </p:grpSpPr>
      <p:sp>
        <p:nvSpPr>
          <p:cNvPr id="840" name="Google Shape;840;p6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41" name="Google Shape;841;p6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9" name="Shape 849"/>
        <p:cNvGrpSpPr/>
        <p:nvPr/>
      </p:nvGrpSpPr>
      <p:grpSpPr>
        <a:xfrm>
          <a:off x="0" y="0"/>
          <a:ext cx="0" cy="0"/>
          <a:chOff x="0" y="0"/>
          <a:chExt cx="0" cy="0"/>
        </a:xfrm>
      </p:grpSpPr>
      <p:sp>
        <p:nvSpPr>
          <p:cNvPr id="850" name="Google Shape;850;p6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51" name="Google Shape;851;p6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7" name="Shape 857"/>
        <p:cNvGrpSpPr/>
        <p:nvPr/>
      </p:nvGrpSpPr>
      <p:grpSpPr>
        <a:xfrm>
          <a:off x="0" y="0"/>
          <a:ext cx="0" cy="0"/>
          <a:chOff x="0" y="0"/>
          <a:chExt cx="0" cy="0"/>
        </a:xfrm>
      </p:grpSpPr>
      <p:sp>
        <p:nvSpPr>
          <p:cNvPr id="858" name="Google Shape;858;p6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59" name="Google Shape;859;p6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60" name="Google Shape;860;p6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800"/>
              <a:buFont typeface="Arial"/>
              <a:buNone/>
            </a:pPr>
            <a:fld id="{00000000-1234-1234-1234-123412341234}" type="slidenum">
              <a:rPr lang="it-IT"/>
              <a:t>‹#›</a:t>
            </a:fld>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5" name="Shape 865"/>
        <p:cNvGrpSpPr/>
        <p:nvPr/>
      </p:nvGrpSpPr>
      <p:grpSpPr>
        <a:xfrm>
          <a:off x="0" y="0"/>
          <a:ext cx="0" cy="0"/>
          <a:chOff x="0" y="0"/>
          <a:chExt cx="0" cy="0"/>
        </a:xfrm>
      </p:grpSpPr>
      <p:sp>
        <p:nvSpPr>
          <p:cNvPr id="866" name="Google Shape;866;p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67" name="Google Shape;867;p6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68" name="Google Shape;868;p6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800"/>
              <a:buFont typeface="Arial"/>
              <a:buNone/>
            </a:pPr>
            <a:fld id="{00000000-1234-1234-1234-123412341234}" type="slidenum">
              <a:rPr lang="it-IT"/>
              <a:t>‹#›</a:t>
            </a:fld>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1" name="Shape 881"/>
        <p:cNvGrpSpPr/>
        <p:nvPr/>
      </p:nvGrpSpPr>
      <p:grpSpPr>
        <a:xfrm>
          <a:off x="0" y="0"/>
          <a:ext cx="0" cy="0"/>
          <a:chOff x="0" y="0"/>
          <a:chExt cx="0" cy="0"/>
        </a:xfrm>
      </p:grpSpPr>
      <p:sp>
        <p:nvSpPr>
          <p:cNvPr id="882" name="Google Shape;882;p6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883" name="Google Shape;883;p6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7" name="Shape 887"/>
        <p:cNvGrpSpPr/>
        <p:nvPr/>
      </p:nvGrpSpPr>
      <p:grpSpPr>
        <a:xfrm>
          <a:off x="0" y="0"/>
          <a:ext cx="0" cy="0"/>
          <a:chOff x="0" y="0"/>
          <a:chExt cx="0" cy="0"/>
        </a:xfrm>
      </p:grpSpPr>
      <p:sp>
        <p:nvSpPr>
          <p:cNvPr id="888" name="Google Shape;888;p6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89" name="Google Shape;889;p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4" name="Shape 894"/>
        <p:cNvGrpSpPr/>
        <p:nvPr/>
      </p:nvGrpSpPr>
      <p:grpSpPr>
        <a:xfrm>
          <a:off x="0" y="0"/>
          <a:ext cx="0" cy="0"/>
          <a:chOff x="0" y="0"/>
          <a:chExt cx="0" cy="0"/>
        </a:xfrm>
      </p:grpSpPr>
      <p:sp>
        <p:nvSpPr>
          <p:cNvPr id="895" name="Google Shape;895;p6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96" name="Google Shape;896;p6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97" name="Google Shape;897;p6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800"/>
              <a:buFont typeface="Arial"/>
              <a:buNone/>
            </a:pPr>
            <a:fld id="{00000000-1234-1234-1234-123412341234}" type="slidenum">
              <a:rPr lang="it-IT"/>
              <a:t>‹#›</a:t>
            </a:fld>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2" name="Shape 902"/>
        <p:cNvGrpSpPr/>
        <p:nvPr/>
      </p:nvGrpSpPr>
      <p:grpSpPr>
        <a:xfrm>
          <a:off x="0" y="0"/>
          <a:ext cx="0" cy="0"/>
          <a:chOff x="0" y="0"/>
          <a:chExt cx="0" cy="0"/>
        </a:xfrm>
      </p:grpSpPr>
      <p:sp>
        <p:nvSpPr>
          <p:cNvPr id="903" name="Google Shape;903;g3efbc9e7ede_0_6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04" name="Google Shape;904;g3efbc9e7ede_0_623: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05" name="Google Shape;905;g3efbc9e7ede_0_623: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1200"/>
              <a:buFont typeface="Calibri"/>
              <a:buNone/>
            </a:pPr>
            <a:fld id="{00000000-1234-1234-1234-123412341234}" type="slidenum">
              <a:rPr lang="it-IT"/>
              <a:t>‹#›</a:t>
            </a:fld>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9" name="Shape 909"/>
        <p:cNvGrpSpPr/>
        <p:nvPr/>
      </p:nvGrpSpPr>
      <p:grpSpPr>
        <a:xfrm>
          <a:off x="0" y="0"/>
          <a:ext cx="0" cy="0"/>
          <a:chOff x="0" y="0"/>
          <a:chExt cx="0" cy="0"/>
        </a:xfrm>
      </p:grpSpPr>
      <p:sp>
        <p:nvSpPr>
          <p:cNvPr id="910" name="Google Shape;910;p6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11" name="Google Shape;911;p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9" name="Shape 919"/>
        <p:cNvGrpSpPr/>
        <p:nvPr/>
      </p:nvGrpSpPr>
      <p:grpSpPr>
        <a:xfrm>
          <a:off x="0" y="0"/>
          <a:ext cx="0" cy="0"/>
          <a:chOff x="0" y="0"/>
          <a:chExt cx="0" cy="0"/>
        </a:xfrm>
      </p:grpSpPr>
      <p:sp>
        <p:nvSpPr>
          <p:cNvPr id="920" name="Google Shape;920;g3efbc9e7ede_0_6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21" name="Google Shape;921;g3efbc9e7ede_0_630: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22" name="Google Shape;922;g3efbc9e7ede_0_630: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1200"/>
              <a:buFont typeface="Calibri"/>
              <a:buNone/>
            </a:pPr>
            <a:fld id="{00000000-1234-1234-1234-123412341234}" type="slidenum">
              <a:rPr lang="it-IT"/>
              <a:t>‹#›</a:t>
            </a:fld>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5" name="Shape 925"/>
        <p:cNvGrpSpPr/>
        <p:nvPr/>
      </p:nvGrpSpPr>
      <p:grpSpPr>
        <a:xfrm>
          <a:off x="0" y="0"/>
          <a:ext cx="0" cy="0"/>
          <a:chOff x="0" y="0"/>
          <a:chExt cx="0" cy="0"/>
        </a:xfrm>
      </p:grpSpPr>
      <p:sp>
        <p:nvSpPr>
          <p:cNvPr id="926" name="Google Shape;926;g3efbc9e7ede_0_6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27" name="Google Shape;927;g3efbc9e7ede_0_614: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28" name="Google Shape;928;g3efbc9e7ede_0_614: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1200"/>
              <a:buFont typeface="Calibri"/>
              <a:buNone/>
            </a:pPr>
            <a:fld id="{00000000-1234-1234-1234-123412341234}" type="slidenum">
              <a:rPr lang="it-IT"/>
              <a:t>‹#›</a:t>
            </a:fld>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5" name="Shape 935"/>
        <p:cNvGrpSpPr/>
        <p:nvPr/>
      </p:nvGrpSpPr>
      <p:grpSpPr>
        <a:xfrm>
          <a:off x="0" y="0"/>
          <a:ext cx="0" cy="0"/>
          <a:chOff x="0" y="0"/>
          <a:chExt cx="0" cy="0"/>
        </a:xfrm>
      </p:grpSpPr>
      <p:sp>
        <p:nvSpPr>
          <p:cNvPr id="936" name="Google Shape;936;p6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7" name="Google Shape;937;p6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38" name="Google Shape;938;p6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800"/>
              <a:buFont typeface="Arial"/>
              <a:buNone/>
            </a:pPr>
            <a:fld id="{00000000-1234-1234-1234-123412341234}" type="slidenum">
              <a:rPr lang="it-IT"/>
              <a:t>‹#›</a:t>
            </a:fld>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4" name="Shape 944"/>
        <p:cNvGrpSpPr/>
        <p:nvPr/>
      </p:nvGrpSpPr>
      <p:grpSpPr>
        <a:xfrm>
          <a:off x="0" y="0"/>
          <a:ext cx="0" cy="0"/>
          <a:chOff x="0" y="0"/>
          <a:chExt cx="0" cy="0"/>
        </a:xfrm>
      </p:grpSpPr>
      <p:sp>
        <p:nvSpPr>
          <p:cNvPr id="945" name="Google Shape;945;p7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46" name="Google Shape;946;p7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47" name="Google Shape;947;p7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800"/>
              <a:buFont typeface="Arial"/>
              <a:buNone/>
            </a:pPr>
            <a:fld id="{00000000-1234-1234-1234-123412341234}" type="slidenum">
              <a:rPr lang="it-IT"/>
              <a:t>‹#›</a:t>
            </a:fld>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3" name="Shape 953"/>
        <p:cNvGrpSpPr/>
        <p:nvPr/>
      </p:nvGrpSpPr>
      <p:grpSpPr>
        <a:xfrm>
          <a:off x="0" y="0"/>
          <a:ext cx="0" cy="0"/>
          <a:chOff x="0" y="0"/>
          <a:chExt cx="0" cy="0"/>
        </a:xfrm>
      </p:grpSpPr>
      <p:sp>
        <p:nvSpPr>
          <p:cNvPr id="954" name="Google Shape;954;p7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5" name="Google Shape;955;p7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56" name="Google Shape;956;p7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800"/>
              <a:buFont typeface="Arial"/>
              <a:buNone/>
            </a:pPr>
            <a:fld id="{00000000-1234-1234-1234-123412341234}" type="slidenum">
              <a:rPr lang="it-IT"/>
              <a:t>‹#›</a:t>
            </a:fld>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9" name="Shape 959"/>
        <p:cNvGrpSpPr/>
        <p:nvPr/>
      </p:nvGrpSpPr>
      <p:grpSpPr>
        <a:xfrm>
          <a:off x="0" y="0"/>
          <a:ext cx="0" cy="0"/>
          <a:chOff x="0" y="0"/>
          <a:chExt cx="0" cy="0"/>
        </a:xfrm>
      </p:grpSpPr>
      <p:sp>
        <p:nvSpPr>
          <p:cNvPr id="960" name="Google Shape;960;g3efbc9e7ede_0_4: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61" name="Google Shape;961;g3efbc9e7ede_0_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8" name="Shape 968"/>
        <p:cNvGrpSpPr/>
        <p:nvPr/>
      </p:nvGrpSpPr>
      <p:grpSpPr>
        <a:xfrm>
          <a:off x="0" y="0"/>
          <a:ext cx="0" cy="0"/>
          <a:chOff x="0" y="0"/>
          <a:chExt cx="0" cy="0"/>
        </a:xfrm>
      </p:grpSpPr>
      <p:sp>
        <p:nvSpPr>
          <p:cNvPr id="969" name="Google Shape;969;g3efbc9e7ede_0_30: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70" name="Google Shape;970;g3efbc9e7ede_0_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4" name="Shape 974"/>
        <p:cNvGrpSpPr/>
        <p:nvPr/>
      </p:nvGrpSpPr>
      <p:grpSpPr>
        <a:xfrm>
          <a:off x="0" y="0"/>
          <a:ext cx="0" cy="0"/>
          <a:chOff x="0" y="0"/>
          <a:chExt cx="0" cy="0"/>
        </a:xfrm>
      </p:grpSpPr>
      <p:sp>
        <p:nvSpPr>
          <p:cNvPr id="975" name="Google Shape;975;g3efbc9e7ede_0_12: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76" name="Google Shape;976;g3efbc9e7ede_0_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1" name="Shape 981"/>
        <p:cNvGrpSpPr/>
        <p:nvPr/>
      </p:nvGrpSpPr>
      <p:grpSpPr>
        <a:xfrm>
          <a:off x="0" y="0"/>
          <a:ext cx="0" cy="0"/>
          <a:chOff x="0" y="0"/>
          <a:chExt cx="0" cy="0"/>
        </a:xfrm>
      </p:grpSpPr>
      <p:sp>
        <p:nvSpPr>
          <p:cNvPr id="982" name="Google Shape;982;g3efbc9e7ede_0_27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83" name="Google Shape;983;g3efbc9e7ede_0_274: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84" name="Google Shape;984;g3efbc9e7ede_0_274: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1200"/>
              <a:buFont typeface="Calibri"/>
              <a:buNone/>
            </a:pPr>
            <a:fld id="{00000000-1234-1234-1234-123412341234}" type="slidenum">
              <a:rPr lang="it-IT"/>
              <a:t>‹#›</a:t>
            </a:fld>
            <a:endParaRPr/>
          </a:p>
        </p:txBody>
      </p:sp>
    </p:spTree>
  </p:cSld>
  <p:clrMapOvr>
    <a:masterClrMapping/>
  </p:clrMapOvr>
</p:notes>
</file>

<file path=ppt/notesSlides/notesSlide8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9" name="Shape 989"/>
        <p:cNvGrpSpPr/>
        <p:nvPr/>
      </p:nvGrpSpPr>
      <p:grpSpPr>
        <a:xfrm>
          <a:off x="0" y="0"/>
          <a:ext cx="0" cy="0"/>
          <a:chOff x="0" y="0"/>
          <a:chExt cx="0" cy="0"/>
        </a:xfrm>
      </p:grpSpPr>
      <p:sp>
        <p:nvSpPr>
          <p:cNvPr id="990" name="Google Shape;990;g3efbc9e7ede_0_20: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1" name="Google Shape;991;g3efbc9e7ede_0_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7" name="Shape 997"/>
        <p:cNvGrpSpPr/>
        <p:nvPr/>
      </p:nvGrpSpPr>
      <p:grpSpPr>
        <a:xfrm>
          <a:off x="0" y="0"/>
          <a:ext cx="0" cy="0"/>
          <a:chOff x="0" y="0"/>
          <a:chExt cx="0" cy="0"/>
        </a:xfrm>
      </p:grpSpPr>
      <p:sp>
        <p:nvSpPr>
          <p:cNvPr id="998" name="Google Shape;998;g3efbc9e7ede_0_2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99" name="Google Shape;999;g3efbc9e7ede_0_285: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00" name="Google Shape;1000;g3efbc9e7ede_0_285: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1200"/>
              <a:buFont typeface="Calibri"/>
              <a:buNone/>
            </a:pPr>
            <a:fld id="{00000000-1234-1234-1234-123412341234}" type="slidenum">
              <a:rPr lang="it-IT"/>
              <a:t>‹#›</a:t>
            </a:fld>
            <a:endParaRPr/>
          </a:p>
        </p:txBody>
      </p:sp>
    </p:spTree>
  </p:cSld>
  <p:clrMapOvr>
    <a:masterClrMapping/>
  </p:clrMapOvr>
</p:notes>
</file>

<file path=ppt/notesSlides/notesSlide8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4" name="Shape 1004"/>
        <p:cNvGrpSpPr/>
        <p:nvPr/>
      </p:nvGrpSpPr>
      <p:grpSpPr>
        <a:xfrm>
          <a:off x="0" y="0"/>
          <a:ext cx="0" cy="0"/>
          <a:chOff x="0" y="0"/>
          <a:chExt cx="0" cy="0"/>
        </a:xfrm>
      </p:grpSpPr>
      <p:sp>
        <p:nvSpPr>
          <p:cNvPr id="1005" name="Google Shape;1005;g3efbc9e7ede_0_3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006" name="Google Shape;1006;g3efbc9e7ede_0_300: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07" name="Google Shape;1007;g3efbc9e7ede_0_300: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1200"/>
              <a:buFont typeface="Calibri"/>
              <a:buNone/>
            </a:pPr>
            <a:fld id="{00000000-1234-1234-1234-123412341234}" type="slidenum">
              <a:rPr lang="it-IT"/>
              <a:t>‹#›</a:t>
            </a:fld>
            <a:endParaRPr/>
          </a:p>
        </p:txBody>
      </p:sp>
    </p:spTree>
  </p:cSld>
  <p:clrMapOvr>
    <a:masterClrMapping/>
  </p:clrMapOvr>
</p:notes>
</file>

<file path=ppt/notesSlides/notesSlide8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3" name="Shape 1013"/>
        <p:cNvGrpSpPr/>
        <p:nvPr/>
      </p:nvGrpSpPr>
      <p:grpSpPr>
        <a:xfrm>
          <a:off x="0" y="0"/>
          <a:ext cx="0" cy="0"/>
          <a:chOff x="0" y="0"/>
          <a:chExt cx="0" cy="0"/>
        </a:xfrm>
      </p:grpSpPr>
      <p:sp>
        <p:nvSpPr>
          <p:cNvPr id="1014" name="Google Shape;1014;g3efbc9e7ede_0_34: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15" name="Google Shape;1015;g3efbc9e7ede_0_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1" name="Shape 1021"/>
        <p:cNvGrpSpPr/>
        <p:nvPr/>
      </p:nvGrpSpPr>
      <p:grpSpPr>
        <a:xfrm>
          <a:off x="0" y="0"/>
          <a:ext cx="0" cy="0"/>
          <a:chOff x="0" y="0"/>
          <a:chExt cx="0" cy="0"/>
        </a:xfrm>
      </p:grpSpPr>
      <p:sp>
        <p:nvSpPr>
          <p:cNvPr id="1022" name="Google Shape;1022;g3efbc9e7ede_0_3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023" name="Google Shape;1023;g3efbc9e7ede_0_314: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24" name="Google Shape;1024;g3efbc9e7ede_0_314: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1200"/>
              <a:buFont typeface="Calibri"/>
              <a:buNone/>
            </a:pPr>
            <a:fld id="{00000000-1234-1234-1234-123412341234}" type="slidenum">
              <a:rPr lang="it-IT"/>
              <a:t>‹#›</a:t>
            </a:fld>
            <a:endParaRPr/>
          </a:p>
        </p:txBody>
      </p:sp>
    </p:spTree>
  </p:cSld>
  <p:clrMapOvr>
    <a:masterClrMapping/>
  </p:clrMapOvr>
</p:notes>
</file>

<file path=ppt/notesSlides/notesSlide8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0" name="Shape 1030"/>
        <p:cNvGrpSpPr/>
        <p:nvPr/>
      </p:nvGrpSpPr>
      <p:grpSpPr>
        <a:xfrm>
          <a:off x="0" y="0"/>
          <a:ext cx="0" cy="0"/>
          <a:chOff x="0" y="0"/>
          <a:chExt cx="0" cy="0"/>
        </a:xfrm>
      </p:grpSpPr>
      <p:sp>
        <p:nvSpPr>
          <p:cNvPr id="1031" name="Google Shape;1031;g3efbc9e7ede_0_42: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32" name="Google Shape;1032;g3efbc9e7ede_0_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0" name="Shape 1040"/>
        <p:cNvGrpSpPr/>
        <p:nvPr/>
      </p:nvGrpSpPr>
      <p:grpSpPr>
        <a:xfrm>
          <a:off x="0" y="0"/>
          <a:ext cx="0" cy="0"/>
          <a:chOff x="0" y="0"/>
          <a:chExt cx="0" cy="0"/>
        </a:xfrm>
      </p:grpSpPr>
      <p:sp>
        <p:nvSpPr>
          <p:cNvPr id="1041" name="Google Shape;1041;g3efbc9e7ede_0_3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042" name="Google Shape;1042;g3efbc9e7ede_0_328: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43" name="Google Shape;1043;g3efbc9e7ede_0_328: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1200"/>
              <a:buFont typeface="Calibri"/>
              <a:buNone/>
            </a:pPr>
            <a:fld id="{00000000-1234-1234-1234-123412341234}" type="slidenum">
              <a:rPr lang="it-IT"/>
              <a:t>‹#›</a:t>
            </a:fld>
            <a:endParaRPr/>
          </a:p>
        </p:txBody>
      </p:sp>
    </p:spTree>
  </p:cSld>
  <p:clrMapOvr>
    <a:masterClrMapping/>
  </p:clrMapOvr>
</p:notes>
</file>

<file path=ppt/notesSlides/notesSlide8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0" name="Shape 1050"/>
        <p:cNvGrpSpPr/>
        <p:nvPr/>
      </p:nvGrpSpPr>
      <p:grpSpPr>
        <a:xfrm>
          <a:off x="0" y="0"/>
          <a:ext cx="0" cy="0"/>
          <a:chOff x="0" y="0"/>
          <a:chExt cx="0" cy="0"/>
        </a:xfrm>
      </p:grpSpPr>
      <p:sp>
        <p:nvSpPr>
          <p:cNvPr id="1051" name="Google Shape;1051;g3efbc9e7ede_0_3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052" name="Google Shape;1052;g3efbc9e7ede_0_343: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3" name="Google Shape;1053;g3efbc9e7ede_0_343: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1200"/>
              <a:buFont typeface="Calibri"/>
              <a:buNone/>
            </a:pPr>
            <a:fld id="{00000000-1234-1234-1234-123412341234}" type="slidenum">
              <a:rPr lang="it-IT"/>
              <a:t>‹#›</a:t>
            </a:fld>
            <a:endParaRPr/>
          </a:p>
        </p:txBody>
      </p:sp>
    </p:spTree>
  </p:cSld>
  <p:clrMapOvr>
    <a:masterClrMapping/>
  </p:clrMapOvr>
</p:notes>
</file>

<file path=ppt/notesSlides/notesSlide9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3" name="Shape 1063"/>
        <p:cNvGrpSpPr/>
        <p:nvPr/>
      </p:nvGrpSpPr>
      <p:grpSpPr>
        <a:xfrm>
          <a:off x="0" y="0"/>
          <a:ext cx="0" cy="0"/>
          <a:chOff x="0" y="0"/>
          <a:chExt cx="0" cy="0"/>
        </a:xfrm>
      </p:grpSpPr>
      <p:sp>
        <p:nvSpPr>
          <p:cNvPr id="1064" name="Google Shape;1064;g3efbc9e7ede_0_59: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65" name="Google Shape;1065;g3efbc9e7ede_0_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9" name="Shape 1069"/>
        <p:cNvGrpSpPr/>
        <p:nvPr/>
      </p:nvGrpSpPr>
      <p:grpSpPr>
        <a:xfrm>
          <a:off x="0" y="0"/>
          <a:ext cx="0" cy="0"/>
          <a:chOff x="0" y="0"/>
          <a:chExt cx="0" cy="0"/>
        </a:xfrm>
      </p:grpSpPr>
      <p:sp>
        <p:nvSpPr>
          <p:cNvPr id="1070" name="Google Shape;1070;g3efbc9e7ede_0_38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071" name="Google Shape;1071;g3efbc9e7ede_0_388: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72" name="Google Shape;1072;g3efbc9e7ede_0_388: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1200"/>
              <a:buFont typeface="Calibri"/>
              <a:buNone/>
            </a:pPr>
            <a:fld id="{00000000-1234-1234-1234-123412341234}" type="slidenum">
              <a:rPr lang="it-IT"/>
              <a:t>‹#›</a:t>
            </a:fld>
            <a:endParaRPr/>
          </a:p>
        </p:txBody>
      </p:sp>
    </p:spTree>
  </p:cSld>
  <p:clrMapOvr>
    <a:masterClrMapping/>
  </p:clrMapOvr>
</p:notes>
</file>

<file path=ppt/notesSlides/notesSlide9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0" name="Shape 1080"/>
        <p:cNvGrpSpPr/>
        <p:nvPr/>
      </p:nvGrpSpPr>
      <p:grpSpPr>
        <a:xfrm>
          <a:off x="0" y="0"/>
          <a:ext cx="0" cy="0"/>
          <a:chOff x="0" y="0"/>
          <a:chExt cx="0" cy="0"/>
        </a:xfrm>
      </p:grpSpPr>
      <p:sp>
        <p:nvSpPr>
          <p:cNvPr id="1081" name="Google Shape;1081;g3efbc9e7ede_0_65: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82" name="Google Shape;1082;g3efbc9e7ede_0_6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6" name="Shape 1086"/>
        <p:cNvGrpSpPr/>
        <p:nvPr/>
      </p:nvGrpSpPr>
      <p:grpSpPr>
        <a:xfrm>
          <a:off x="0" y="0"/>
          <a:ext cx="0" cy="0"/>
          <a:chOff x="0" y="0"/>
          <a:chExt cx="0" cy="0"/>
        </a:xfrm>
      </p:grpSpPr>
      <p:sp>
        <p:nvSpPr>
          <p:cNvPr id="1087" name="Google Shape;1087;g3efbc9e7ede_0_72: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88" name="Google Shape;1088;g3efbc9e7ede_0_7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6" name="Shape 1106"/>
        <p:cNvGrpSpPr/>
        <p:nvPr/>
      </p:nvGrpSpPr>
      <p:grpSpPr>
        <a:xfrm>
          <a:off x="0" y="0"/>
          <a:ext cx="0" cy="0"/>
          <a:chOff x="0" y="0"/>
          <a:chExt cx="0" cy="0"/>
        </a:xfrm>
      </p:grpSpPr>
      <p:sp>
        <p:nvSpPr>
          <p:cNvPr id="1107" name="Google Shape;1107;g3efbc9e7ede_0_4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108" name="Google Shape;1108;g3efbc9e7ede_0_411: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09" name="Google Shape;1109;g3efbc9e7ede_0_411: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1200"/>
              <a:buFont typeface="Calibri"/>
              <a:buNone/>
            </a:pPr>
            <a:fld id="{00000000-1234-1234-1234-123412341234}" type="slidenum">
              <a:rPr lang="it-IT"/>
              <a:t>‹#›</a:t>
            </a:fld>
            <a:endParaRPr/>
          </a:p>
        </p:txBody>
      </p:sp>
    </p:spTree>
  </p:cSld>
  <p:clrMapOvr>
    <a:masterClrMapping/>
  </p:clrMapOvr>
</p:notes>
</file>

<file path=ppt/notesSlides/notesSlide9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4" name="Shape 1114"/>
        <p:cNvGrpSpPr/>
        <p:nvPr/>
      </p:nvGrpSpPr>
      <p:grpSpPr>
        <a:xfrm>
          <a:off x="0" y="0"/>
          <a:ext cx="0" cy="0"/>
          <a:chOff x="0" y="0"/>
          <a:chExt cx="0" cy="0"/>
        </a:xfrm>
      </p:grpSpPr>
      <p:sp>
        <p:nvSpPr>
          <p:cNvPr id="1115" name="Google Shape;1115;g3efbc9e7ede_0_79: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6" name="Google Shape;1116;g3efbc9e7ede_0_7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1" name="Shape 1121"/>
        <p:cNvGrpSpPr/>
        <p:nvPr/>
      </p:nvGrpSpPr>
      <p:grpSpPr>
        <a:xfrm>
          <a:off x="0" y="0"/>
          <a:ext cx="0" cy="0"/>
          <a:chOff x="0" y="0"/>
          <a:chExt cx="0" cy="0"/>
        </a:xfrm>
      </p:grpSpPr>
      <p:sp>
        <p:nvSpPr>
          <p:cNvPr id="1122" name="Google Shape;1122;g3efbc9e7ede_0_40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123" name="Google Shape;1123;g3efbc9e7ede_0_405: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24" name="Google Shape;1124;g3efbc9e7ede_0_405: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1200"/>
              <a:buFont typeface="Calibri"/>
              <a:buNone/>
            </a:pPr>
            <a:fld id="{00000000-1234-1234-1234-123412341234}" type="slidenum">
              <a:rPr lang="it-IT"/>
              <a:t>‹#›</a:t>
            </a:fld>
            <a:endParaRPr/>
          </a:p>
        </p:txBody>
      </p:sp>
    </p:spTree>
  </p:cSld>
  <p:clrMapOvr>
    <a:masterClrMapping/>
  </p:clrMapOvr>
</p:notes>
</file>

<file path=ppt/notesSlides/notesSlide9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2" name="Shape 1132"/>
        <p:cNvGrpSpPr/>
        <p:nvPr/>
      </p:nvGrpSpPr>
      <p:grpSpPr>
        <a:xfrm>
          <a:off x="0" y="0"/>
          <a:ext cx="0" cy="0"/>
          <a:chOff x="0" y="0"/>
          <a:chExt cx="0" cy="0"/>
        </a:xfrm>
      </p:grpSpPr>
      <p:sp>
        <p:nvSpPr>
          <p:cNvPr id="1133" name="Google Shape;1133;g3efbc9e7ede_0_87: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34" name="Google Shape;1134;g3efbc9e7ede_0_8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2" name="Shape 1142"/>
        <p:cNvGrpSpPr/>
        <p:nvPr/>
      </p:nvGrpSpPr>
      <p:grpSpPr>
        <a:xfrm>
          <a:off x="0" y="0"/>
          <a:ext cx="0" cy="0"/>
          <a:chOff x="0" y="0"/>
          <a:chExt cx="0" cy="0"/>
        </a:xfrm>
      </p:grpSpPr>
      <p:sp>
        <p:nvSpPr>
          <p:cNvPr id="1143" name="Google Shape;1143;g3efbc9e7ede_0_94: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44" name="Google Shape;1144;g3efbc9e7ede_0_9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1" name="Shape 1151"/>
        <p:cNvGrpSpPr/>
        <p:nvPr/>
      </p:nvGrpSpPr>
      <p:grpSpPr>
        <a:xfrm>
          <a:off x="0" y="0"/>
          <a:ext cx="0" cy="0"/>
          <a:chOff x="0" y="0"/>
          <a:chExt cx="0" cy="0"/>
        </a:xfrm>
      </p:grpSpPr>
      <p:sp>
        <p:nvSpPr>
          <p:cNvPr id="1152" name="Google Shape;1152;g3efbc9e7ede_0_47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153" name="Google Shape;1153;g3efbc9e7ede_0_474: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54" name="Google Shape;1154;g3efbc9e7ede_0_474: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1200"/>
              <a:buFont typeface="Calibri"/>
              <a:buNone/>
            </a:pPr>
            <a:fld id="{00000000-1234-1234-1234-123412341234}" type="slidenum">
              <a:rPr lang="it-IT"/>
              <a:t>‹#›</a:t>
            </a:fld>
            <a:endParaRPr/>
          </a:p>
        </p:txBody>
      </p:sp>
    </p:spTree>
  </p:cSld>
  <p:clrMapOvr>
    <a:masterClrMapping/>
  </p:clrMapOvr>
</p:notes>
</file>

<file path=ppt/notesSlides/notesSlide10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1" name="Shape 1161"/>
        <p:cNvGrpSpPr/>
        <p:nvPr/>
      </p:nvGrpSpPr>
      <p:grpSpPr>
        <a:xfrm>
          <a:off x="0" y="0"/>
          <a:ext cx="0" cy="0"/>
          <a:chOff x="0" y="0"/>
          <a:chExt cx="0" cy="0"/>
        </a:xfrm>
      </p:grpSpPr>
      <p:sp>
        <p:nvSpPr>
          <p:cNvPr id="1162" name="Google Shape;1162;g3efbc9e7ede_0_4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163" name="Google Shape;1163;g3efbc9e7ede_0_492: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64" name="Google Shape;1164;g3efbc9e7ede_0_492: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1200"/>
              <a:buFont typeface="Calibri"/>
              <a:buNone/>
            </a:pPr>
            <a:fld id="{00000000-1234-1234-1234-123412341234}" type="slidenum">
              <a:rPr lang="it-IT"/>
              <a:t>‹#›</a:t>
            </a:fld>
            <a:endParaRPr/>
          </a:p>
        </p:txBody>
      </p:sp>
    </p:spTree>
  </p:cSld>
  <p:clrMapOvr>
    <a:masterClrMapping/>
  </p:clrMapOvr>
</p:notes>
</file>

<file path=ppt/notesSlides/notesSlide10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9" name="Shape 1169"/>
        <p:cNvGrpSpPr/>
        <p:nvPr/>
      </p:nvGrpSpPr>
      <p:grpSpPr>
        <a:xfrm>
          <a:off x="0" y="0"/>
          <a:ext cx="0" cy="0"/>
          <a:chOff x="0" y="0"/>
          <a:chExt cx="0" cy="0"/>
        </a:xfrm>
      </p:grpSpPr>
      <p:sp>
        <p:nvSpPr>
          <p:cNvPr id="1170" name="Google Shape;1170;g3efbc9e7ede_0_103: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1" name="Google Shape;1171;g3efbc9e7ede_0_10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6" name="Shape 1176"/>
        <p:cNvGrpSpPr/>
        <p:nvPr/>
      </p:nvGrpSpPr>
      <p:grpSpPr>
        <a:xfrm>
          <a:off x="0" y="0"/>
          <a:ext cx="0" cy="0"/>
          <a:chOff x="0" y="0"/>
          <a:chExt cx="0" cy="0"/>
        </a:xfrm>
      </p:grpSpPr>
      <p:sp>
        <p:nvSpPr>
          <p:cNvPr id="1177" name="Google Shape;1177;g3efbc9e7ede_0_111: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8" name="Google Shape;1178;g3efbc9e7ede_0_1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2" name="Shape 1182"/>
        <p:cNvGrpSpPr/>
        <p:nvPr/>
      </p:nvGrpSpPr>
      <p:grpSpPr>
        <a:xfrm>
          <a:off x="0" y="0"/>
          <a:ext cx="0" cy="0"/>
          <a:chOff x="0" y="0"/>
          <a:chExt cx="0" cy="0"/>
        </a:xfrm>
      </p:grpSpPr>
      <p:sp>
        <p:nvSpPr>
          <p:cNvPr id="1183" name="Google Shape;1183;g3efbc9e7ede_0_5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184" name="Google Shape;1184;g3efbc9e7ede_0_501: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85" name="Google Shape;1185;g3efbc9e7ede_0_501: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1200"/>
              <a:buFont typeface="Calibri"/>
              <a:buNone/>
            </a:pPr>
            <a:fld id="{00000000-1234-1234-1234-123412341234}" type="slidenum">
              <a:rPr lang="it-IT"/>
              <a:t>‹#›</a:t>
            </a:fld>
            <a:endParaRPr/>
          </a:p>
        </p:txBody>
      </p:sp>
    </p:spTree>
  </p:cSld>
  <p:clrMapOvr>
    <a:masterClrMapping/>
  </p:clrMapOvr>
</p:notes>
</file>

<file path=ppt/notesSlides/notesSlide10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1" name="Shape 1191"/>
        <p:cNvGrpSpPr/>
        <p:nvPr/>
      </p:nvGrpSpPr>
      <p:grpSpPr>
        <a:xfrm>
          <a:off x="0" y="0"/>
          <a:ext cx="0" cy="0"/>
          <a:chOff x="0" y="0"/>
          <a:chExt cx="0" cy="0"/>
        </a:xfrm>
      </p:grpSpPr>
      <p:sp>
        <p:nvSpPr>
          <p:cNvPr id="1192" name="Google Shape;1192;g3efbc9e7ede_0_5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193" name="Google Shape;1193;g3efbc9e7ede_0_513: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94" name="Google Shape;1194;g3efbc9e7ede_0_513: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1200"/>
              <a:buFont typeface="Calibri"/>
              <a:buNone/>
            </a:pPr>
            <a:fld id="{00000000-1234-1234-1234-123412341234}" type="slidenum">
              <a:rPr lang="it-IT"/>
              <a:t>‹#›</a:t>
            </a:fld>
            <a:endParaRPr/>
          </a:p>
        </p:txBody>
      </p:sp>
    </p:spTree>
  </p:cSld>
  <p:clrMapOvr>
    <a:masterClrMapping/>
  </p:clrMapOvr>
</p:notes>
</file>

<file path=ppt/notesSlides/notesSlide10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4" name="Shape 1204"/>
        <p:cNvGrpSpPr/>
        <p:nvPr/>
      </p:nvGrpSpPr>
      <p:grpSpPr>
        <a:xfrm>
          <a:off x="0" y="0"/>
          <a:ext cx="0" cy="0"/>
          <a:chOff x="0" y="0"/>
          <a:chExt cx="0" cy="0"/>
        </a:xfrm>
      </p:grpSpPr>
      <p:sp>
        <p:nvSpPr>
          <p:cNvPr id="1205" name="Google Shape;1205;g3efbc9e7ede_0_5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206" name="Google Shape;1206;g3efbc9e7ede_0_537: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07" name="Google Shape;1207;g3efbc9e7ede_0_537: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1200"/>
              <a:buFont typeface="Calibri"/>
              <a:buNone/>
            </a:pPr>
            <a:fld id="{00000000-1234-1234-1234-123412341234}" type="slidenum">
              <a:rPr lang="it-IT"/>
              <a:t>‹#›</a:t>
            </a:fld>
            <a:endParaRPr/>
          </a:p>
        </p:txBody>
      </p:sp>
    </p:spTree>
  </p:cSld>
  <p:clrMapOvr>
    <a:masterClrMapping/>
  </p:clrMapOvr>
</p:notes>
</file>

<file path=ppt/notesSlides/notesSlide10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0" name="Shape 1210"/>
        <p:cNvGrpSpPr/>
        <p:nvPr/>
      </p:nvGrpSpPr>
      <p:grpSpPr>
        <a:xfrm>
          <a:off x="0" y="0"/>
          <a:ext cx="0" cy="0"/>
          <a:chOff x="0" y="0"/>
          <a:chExt cx="0" cy="0"/>
        </a:xfrm>
      </p:grpSpPr>
      <p:sp>
        <p:nvSpPr>
          <p:cNvPr id="1211" name="Google Shape;1211;g3efbc9e7ede_0_116: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12" name="Google Shape;1212;g3efbc9e7ede_0_1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9" name="Shape 1219"/>
        <p:cNvGrpSpPr/>
        <p:nvPr/>
      </p:nvGrpSpPr>
      <p:grpSpPr>
        <a:xfrm>
          <a:off x="0" y="0"/>
          <a:ext cx="0" cy="0"/>
          <a:chOff x="0" y="0"/>
          <a:chExt cx="0" cy="0"/>
        </a:xfrm>
      </p:grpSpPr>
      <p:sp>
        <p:nvSpPr>
          <p:cNvPr id="1220" name="Google Shape;1220;g3efbc9e7ede_0_5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221" name="Google Shape;1221;g3efbc9e7ede_0_547: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22" name="Google Shape;1222;g3efbc9e7ede_0_547: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1200"/>
              <a:buFont typeface="Calibri"/>
              <a:buNone/>
            </a:pPr>
            <a:fld id="{00000000-1234-1234-1234-123412341234}" type="slidenum">
              <a:rPr lang="it-IT"/>
              <a:t>‹#›</a:t>
            </a:fld>
            <a:endParaRPr/>
          </a:p>
        </p:txBody>
      </p:sp>
    </p:spTree>
  </p:cSld>
  <p:clrMapOvr>
    <a:masterClrMapping/>
  </p:clrMapOvr>
</p:notes>
</file>

<file path=ppt/notesSlides/notesSlide10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7" name="Shape 1227"/>
        <p:cNvGrpSpPr/>
        <p:nvPr/>
      </p:nvGrpSpPr>
      <p:grpSpPr>
        <a:xfrm>
          <a:off x="0" y="0"/>
          <a:ext cx="0" cy="0"/>
          <a:chOff x="0" y="0"/>
          <a:chExt cx="0" cy="0"/>
        </a:xfrm>
      </p:grpSpPr>
      <p:sp>
        <p:nvSpPr>
          <p:cNvPr id="1228" name="Google Shape;1228;g3efbc9e7ede_0_5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229" name="Google Shape;1229;g3efbc9e7ede_0_558: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0" name="Google Shape;1230;g3efbc9e7ede_0_558: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1200"/>
              <a:buFont typeface="Calibri"/>
              <a:buNone/>
            </a:pPr>
            <a:fld id="{00000000-1234-1234-1234-123412341234}" type="slidenum">
              <a:rPr lang="it-IT"/>
              <a:t>‹#›</a:t>
            </a:fld>
            <a:endParaRPr/>
          </a:p>
        </p:txBody>
      </p:sp>
    </p:spTree>
  </p:cSld>
  <p:clrMapOvr>
    <a:masterClrMapping/>
  </p:clrMapOvr>
</p:notes>
</file>

<file path=ppt/notesSlides/notesSlide10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7" name="Shape 1237"/>
        <p:cNvGrpSpPr/>
        <p:nvPr/>
      </p:nvGrpSpPr>
      <p:grpSpPr>
        <a:xfrm>
          <a:off x="0" y="0"/>
          <a:ext cx="0" cy="0"/>
          <a:chOff x="0" y="0"/>
          <a:chExt cx="0" cy="0"/>
        </a:xfrm>
      </p:grpSpPr>
      <p:sp>
        <p:nvSpPr>
          <p:cNvPr id="1238" name="Google Shape;1238;g3efbc9e7ede_0_57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239" name="Google Shape;1239;g3efbc9e7ede_0_572: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40" name="Google Shape;1240;g3efbc9e7ede_0_572: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1200"/>
              <a:buFont typeface="Calibri"/>
              <a:buNone/>
            </a:pPr>
            <a:fld id="{00000000-1234-1234-1234-123412341234}" type="slidenum">
              <a:rPr lang="it-IT"/>
              <a:t>‹#›</a:t>
            </a:fld>
            <a:endParaRPr/>
          </a:p>
        </p:txBody>
      </p:sp>
    </p:spTree>
  </p:cSld>
  <p:clrMapOvr>
    <a:masterClrMapping/>
  </p:clrMapOvr>
</p:notes>
</file>

<file path=ppt/notesSlides/notesSlide1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44" name="Shape 1244"/>
        <p:cNvGrpSpPr/>
        <p:nvPr/>
      </p:nvGrpSpPr>
      <p:grpSpPr>
        <a:xfrm>
          <a:off x="0" y="0"/>
          <a:ext cx="0" cy="0"/>
          <a:chOff x="0" y="0"/>
          <a:chExt cx="0" cy="0"/>
        </a:xfrm>
      </p:grpSpPr>
      <p:sp>
        <p:nvSpPr>
          <p:cNvPr id="1245" name="Google Shape;1245;g3efbc9e7ede_0_126: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46" name="Google Shape;1246;g3efbc9e7ede_0_1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iapositiva solo titolo">
  <p:cSld name="Diapositiva solo titolo">
    <p:bg>
      <p:bgPr>
        <a:gradFill>
          <a:gsLst>
            <a:gs pos="0">
              <a:schemeClr val="accent2"/>
            </a:gs>
            <a:gs pos="100000">
              <a:schemeClr val="accent4"/>
            </a:gs>
          </a:gsLst>
          <a:lin ang="2700000" scaled="0"/>
        </a:gradFill>
      </p:bgPr>
    </p:bg>
    <p:spTree>
      <p:nvGrpSpPr>
        <p:cNvPr id="20" name="Shape 20"/>
        <p:cNvGrpSpPr/>
        <p:nvPr/>
      </p:nvGrpSpPr>
      <p:grpSpPr>
        <a:xfrm>
          <a:off x="0" y="0"/>
          <a:ext cx="0" cy="0"/>
          <a:chOff x="0" y="0"/>
          <a:chExt cx="0" cy="0"/>
        </a:xfrm>
      </p:grpSpPr>
      <p:sp>
        <p:nvSpPr>
          <p:cNvPr id="21" name="Google Shape;21;p2"/>
          <p:cNvSpPr txBox="1"/>
          <p:nvPr>
            <p:ph type="ctrTitle"/>
          </p:nvPr>
        </p:nvSpPr>
        <p:spPr>
          <a:xfrm>
            <a:off x="1280159" y="357809"/>
            <a:ext cx="7983110" cy="3080335"/>
          </a:xfrm>
          <a:prstGeom prst="rect">
            <a:avLst/>
          </a:prstGeom>
          <a:noFill/>
          <a:ln>
            <a:noFill/>
          </a:ln>
        </p:spPr>
        <p:txBody>
          <a:bodyPr anchorCtr="0" anchor="b" bIns="0" lIns="0" spcFirstLastPara="1" rIns="0" wrap="square" tIns="0">
            <a:noAutofit/>
          </a:bodyPr>
          <a:lstStyle>
            <a:lvl1pPr lvl="0" algn="l">
              <a:lnSpc>
                <a:spcPct val="100000"/>
              </a:lnSpc>
              <a:spcBef>
                <a:spcPts val="0"/>
              </a:spcBef>
              <a:spcAft>
                <a:spcPts val="0"/>
              </a:spcAft>
              <a:buClr>
                <a:schemeClr val="lt1"/>
              </a:buClr>
              <a:buSzPts val="5400"/>
              <a:buFont typeface="Open Sans"/>
              <a:buNone/>
              <a:defRPr b="1" i="0" sz="5400" cap="none">
                <a:solidFill>
                  <a:schemeClr val="lt1"/>
                </a:solidFill>
              </a:defRPr>
            </a:lvl1pPr>
            <a:lvl2pPr lvl="1" algn="l">
              <a:spcBef>
                <a:spcPts val="0"/>
              </a:spcBef>
              <a:spcAft>
                <a:spcPts val="0"/>
              </a:spcAft>
              <a:buClr>
                <a:schemeClr val="dk2"/>
              </a:buClr>
              <a:buSzPts val="1400"/>
              <a:buNone/>
              <a:defRPr/>
            </a:lvl2pPr>
            <a:lvl3pPr lvl="2" algn="l">
              <a:spcBef>
                <a:spcPts val="0"/>
              </a:spcBef>
              <a:spcAft>
                <a:spcPts val="0"/>
              </a:spcAft>
              <a:buClr>
                <a:schemeClr val="dk2"/>
              </a:buClr>
              <a:buSzPts val="1400"/>
              <a:buNone/>
              <a:defRPr/>
            </a:lvl3pPr>
            <a:lvl4pPr lvl="3" algn="l">
              <a:spcBef>
                <a:spcPts val="0"/>
              </a:spcBef>
              <a:spcAft>
                <a:spcPts val="0"/>
              </a:spcAft>
              <a:buClr>
                <a:schemeClr val="dk2"/>
              </a:buClr>
              <a:buSzPts val="1400"/>
              <a:buNone/>
              <a:defRPr/>
            </a:lvl4pPr>
            <a:lvl5pPr lvl="4" algn="l">
              <a:spcBef>
                <a:spcPts val="0"/>
              </a:spcBef>
              <a:spcAft>
                <a:spcPts val="0"/>
              </a:spcAft>
              <a:buClr>
                <a:schemeClr val="dk2"/>
              </a:buClr>
              <a:buSzPts val="1400"/>
              <a:buNone/>
              <a:defRPr/>
            </a:lvl5pPr>
            <a:lvl6pPr lvl="5" algn="l">
              <a:spcBef>
                <a:spcPts val="0"/>
              </a:spcBef>
              <a:spcAft>
                <a:spcPts val="0"/>
              </a:spcAft>
              <a:buClr>
                <a:schemeClr val="dk2"/>
              </a:buClr>
              <a:buSzPts val="1400"/>
              <a:buNone/>
              <a:defRPr/>
            </a:lvl6pPr>
            <a:lvl7pPr lvl="6" algn="l">
              <a:spcBef>
                <a:spcPts val="0"/>
              </a:spcBef>
              <a:spcAft>
                <a:spcPts val="0"/>
              </a:spcAft>
              <a:buClr>
                <a:schemeClr val="dk2"/>
              </a:buClr>
              <a:buSzPts val="1400"/>
              <a:buNone/>
              <a:defRPr/>
            </a:lvl7pPr>
            <a:lvl8pPr lvl="7" algn="l">
              <a:spcBef>
                <a:spcPts val="0"/>
              </a:spcBef>
              <a:spcAft>
                <a:spcPts val="0"/>
              </a:spcAft>
              <a:buClr>
                <a:schemeClr val="dk2"/>
              </a:buClr>
              <a:buSzPts val="1400"/>
              <a:buNone/>
              <a:defRPr/>
            </a:lvl8pPr>
            <a:lvl9pPr lvl="8" algn="l">
              <a:spcBef>
                <a:spcPts val="0"/>
              </a:spcBef>
              <a:spcAft>
                <a:spcPts val="0"/>
              </a:spcAft>
              <a:buClr>
                <a:schemeClr val="dk2"/>
              </a:buClr>
              <a:buSzPts val="1400"/>
              <a:buNone/>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uota" type="blank">
  <p:cSld name="BLANK">
    <p:spTree>
      <p:nvGrpSpPr>
        <p:cNvPr id="22" name="Shape 22"/>
        <p:cNvGrpSpPr/>
        <p:nvPr/>
      </p:nvGrpSpPr>
      <p:grpSpPr>
        <a:xfrm>
          <a:off x="0" y="0"/>
          <a:ext cx="0" cy="0"/>
          <a:chOff x="0" y="0"/>
          <a:chExt cx="0" cy="0"/>
        </a:xfrm>
      </p:grpSpPr>
      <p:sp>
        <p:nvSpPr>
          <p:cNvPr id="23" name="Google Shape;23;p3"/>
          <p:cNvSpPr txBox="1"/>
          <p:nvPr>
            <p:ph idx="10" type="dt"/>
          </p:nvPr>
        </p:nvSpPr>
        <p:spPr>
          <a:xfrm>
            <a:off x="8677501" y="5969000"/>
            <a:ext cx="1600200" cy="27940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4" name="Google Shape;24;p3"/>
          <p:cNvSpPr txBox="1"/>
          <p:nvPr>
            <p:ph idx="11" type="ftr"/>
          </p:nvPr>
        </p:nvSpPr>
        <p:spPr>
          <a:xfrm>
            <a:off x="1295401" y="5969000"/>
            <a:ext cx="7305900" cy="27940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 name="Google Shape;25;p3"/>
          <p:cNvSpPr txBox="1"/>
          <p:nvPr>
            <p:ph idx="12" type="sldNum"/>
          </p:nvPr>
        </p:nvSpPr>
        <p:spPr>
          <a:xfrm>
            <a:off x="10353901" y="5969000"/>
            <a:ext cx="542697" cy="279400"/>
          </a:xfrm>
          <a:prstGeom prst="rect">
            <a:avLst/>
          </a:prstGeom>
          <a:noFill/>
          <a:ln>
            <a:noFill/>
          </a:ln>
        </p:spPr>
        <p:txBody>
          <a:bodyPr anchorCtr="0" anchor="ctr" bIns="45700" lIns="91425" spcFirstLastPara="1" rIns="91425" wrap="square" tIns="45700">
            <a:noAutofit/>
          </a:bodyPr>
          <a:lstStyle>
            <a:lvl1pPr indent="0" lvl="0" marL="0" algn="ctr">
              <a:spcBef>
                <a:spcPts val="0"/>
              </a:spcBef>
              <a:spcAft>
                <a:spcPts val="0"/>
              </a:spcAft>
              <a:buClr>
                <a:schemeClr val="dk1"/>
              </a:buClr>
              <a:buSzPts val="1000"/>
              <a:buFont typeface="Garamond"/>
              <a:buNone/>
              <a:defRPr/>
            </a:lvl1pPr>
            <a:lvl2pPr indent="0" lvl="1" marL="0" algn="ctr">
              <a:spcBef>
                <a:spcPts val="0"/>
              </a:spcBef>
              <a:spcAft>
                <a:spcPts val="0"/>
              </a:spcAft>
              <a:buClr>
                <a:schemeClr val="dk1"/>
              </a:buClr>
              <a:buSzPts val="1000"/>
              <a:buFont typeface="Garamond"/>
              <a:buNone/>
              <a:defRPr/>
            </a:lvl2pPr>
            <a:lvl3pPr indent="0" lvl="2" marL="0" algn="ctr">
              <a:spcBef>
                <a:spcPts val="0"/>
              </a:spcBef>
              <a:spcAft>
                <a:spcPts val="0"/>
              </a:spcAft>
              <a:buClr>
                <a:schemeClr val="dk1"/>
              </a:buClr>
              <a:buSzPts val="1000"/>
              <a:buFont typeface="Garamond"/>
              <a:buNone/>
              <a:defRPr/>
            </a:lvl3pPr>
            <a:lvl4pPr indent="0" lvl="3" marL="0" algn="ctr">
              <a:spcBef>
                <a:spcPts val="0"/>
              </a:spcBef>
              <a:spcAft>
                <a:spcPts val="0"/>
              </a:spcAft>
              <a:buClr>
                <a:schemeClr val="dk1"/>
              </a:buClr>
              <a:buSzPts val="1000"/>
              <a:buFont typeface="Garamond"/>
              <a:buNone/>
              <a:defRPr/>
            </a:lvl4pPr>
            <a:lvl5pPr indent="0" lvl="4" marL="0" algn="ctr">
              <a:spcBef>
                <a:spcPts val="0"/>
              </a:spcBef>
              <a:spcAft>
                <a:spcPts val="0"/>
              </a:spcAft>
              <a:buClr>
                <a:schemeClr val="dk1"/>
              </a:buClr>
              <a:buSzPts val="1000"/>
              <a:buFont typeface="Garamond"/>
              <a:buNone/>
              <a:defRPr/>
            </a:lvl5pPr>
            <a:lvl6pPr indent="0" lvl="5" marL="0" algn="ctr">
              <a:spcBef>
                <a:spcPts val="0"/>
              </a:spcBef>
              <a:spcAft>
                <a:spcPts val="0"/>
              </a:spcAft>
              <a:buClr>
                <a:schemeClr val="dk1"/>
              </a:buClr>
              <a:buSzPts val="1000"/>
              <a:buFont typeface="Garamond"/>
              <a:buNone/>
              <a:defRPr/>
            </a:lvl6pPr>
            <a:lvl7pPr indent="0" lvl="6" marL="0" algn="ctr">
              <a:spcBef>
                <a:spcPts val="0"/>
              </a:spcBef>
              <a:spcAft>
                <a:spcPts val="0"/>
              </a:spcAft>
              <a:buClr>
                <a:schemeClr val="dk1"/>
              </a:buClr>
              <a:buSzPts val="1000"/>
              <a:buFont typeface="Garamond"/>
              <a:buNone/>
              <a:defRPr/>
            </a:lvl7pPr>
            <a:lvl8pPr indent="0" lvl="7" marL="0" algn="ctr">
              <a:spcBef>
                <a:spcPts val="0"/>
              </a:spcBef>
              <a:spcAft>
                <a:spcPts val="0"/>
              </a:spcAft>
              <a:buClr>
                <a:schemeClr val="dk1"/>
              </a:buClr>
              <a:buSzPts val="1000"/>
              <a:buFont typeface="Garamond"/>
              <a:buNone/>
              <a:defRPr/>
            </a:lvl8pPr>
            <a:lvl9pPr indent="0" lvl="8" marL="0" algn="ctr">
              <a:spcBef>
                <a:spcPts val="0"/>
              </a:spcBef>
              <a:spcAft>
                <a:spcPts val="0"/>
              </a:spcAft>
              <a:buClr>
                <a:schemeClr val="dk1"/>
              </a:buClr>
              <a:buSzPts val="1000"/>
              <a:buFont typeface="Garamond"/>
              <a:buNone/>
              <a:defRPr/>
            </a:lvl9pPr>
          </a:lstStyle>
          <a:p>
            <a:pPr indent="0" lvl="0" marL="0" rtl="0" algn="ctr">
              <a:spcBef>
                <a:spcPts val="0"/>
              </a:spcBef>
              <a:spcAft>
                <a:spcPts val="0"/>
              </a:spcAft>
              <a:buNone/>
            </a:pPr>
            <a:fld id="{00000000-1234-1234-1234-123412341234}" type="slidenum">
              <a:rPr lang="it-IT"/>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iapositiva titolo" showMasterSp="0" type="title">
  <p:cSld name="TITLE">
    <p:spTree>
      <p:nvGrpSpPr>
        <p:cNvPr id="26" name="Shape 26"/>
        <p:cNvGrpSpPr/>
        <p:nvPr/>
      </p:nvGrpSpPr>
      <p:grpSpPr>
        <a:xfrm>
          <a:off x="0" y="0"/>
          <a:ext cx="0" cy="0"/>
          <a:chOff x="0" y="0"/>
          <a:chExt cx="0" cy="0"/>
        </a:xfrm>
      </p:grpSpPr>
      <p:grpSp>
        <p:nvGrpSpPr>
          <p:cNvPr id="27" name="Google Shape;27;p4"/>
          <p:cNvGrpSpPr/>
          <p:nvPr/>
        </p:nvGrpSpPr>
        <p:grpSpPr>
          <a:xfrm>
            <a:off x="-16934" y="0"/>
            <a:ext cx="12231160" cy="6856214"/>
            <a:chOff x="-16934" y="0"/>
            <a:chExt cx="12231160" cy="6856214"/>
          </a:xfrm>
        </p:grpSpPr>
        <p:pic>
          <p:nvPicPr>
            <p:cNvPr descr="HD-PanelTitleR1.png" id="28" name="Google Shape;28;p4"/>
            <p:cNvPicPr preferRelativeResize="0"/>
            <p:nvPr/>
          </p:nvPicPr>
          <p:blipFill rotWithShape="1">
            <a:blip r:embed="rId2">
              <a:alphaModFix/>
            </a:blip>
            <a:srcRect b="0" l="0" r="0" t="0"/>
            <a:stretch/>
          </p:blipFill>
          <p:spPr>
            <a:xfrm>
              <a:off x="0" y="0"/>
              <a:ext cx="12188825" cy="6856214"/>
            </a:xfrm>
            <a:prstGeom prst="rect">
              <a:avLst/>
            </a:prstGeom>
            <a:noFill/>
            <a:ln>
              <a:noFill/>
            </a:ln>
          </p:spPr>
        </p:pic>
        <p:sp>
          <p:nvSpPr>
            <p:cNvPr id="29" name="Google Shape;29;p4"/>
            <p:cNvSpPr/>
            <p:nvPr/>
          </p:nvSpPr>
          <p:spPr>
            <a:xfrm>
              <a:off x="2328332" y="1540931"/>
              <a:ext cx="7543802" cy="3835401"/>
            </a:xfrm>
            <a:prstGeom prst="rect">
              <a:avLst/>
            </a:prstGeom>
            <a:noFill/>
            <a:ln cap="flat" cmpd="sng" w="15875">
              <a:solidFill>
                <a:schemeClr val="accent1"/>
              </a:solidFill>
              <a:prstDash val="solid"/>
              <a:miter lim="800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HDRibbonTitle-UniformTrim.png" id="30" name="Google Shape;30;p4"/>
            <p:cNvPicPr preferRelativeResize="0"/>
            <p:nvPr/>
          </p:nvPicPr>
          <p:blipFill rotWithShape="1">
            <a:blip r:embed="rId3">
              <a:alphaModFix/>
            </a:blip>
            <a:srcRect b="0" l="0" r="0" t="0"/>
            <a:stretch/>
          </p:blipFill>
          <p:spPr>
            <a:xfrm>
              <a:off x="-16934" y="3147609"/>
              <a:ext cx="2478024" cy="612648"/>
            </a:xfrm>
            <a:prstGeom prst="rect">
              <a:avLst/>
            </a:prstGeom>
            <a:noFill/>
            <a:ln>
              <a:noFill/>
            </a:ln>
          </p:spPr>
        </p:pic>
        <p:pic>
          <p:nvPicPr>
            <p:cNvPr descr="HDRibbonTitle-UniformTrim.png" id="31" name="Google Shape;31;p4"/>
            <p:cNvPicPr preferRelativeResize="0"/>
            <p:nvPr/>
          </p:nvPicPr>
          <p:blipFill rotWithShape="1">
            <a:blip r:embed="rId3">
              <a:alphaModFix/>
            </a:blip>
            <a:srcRect b="0" l="0" r="0" t="0"/>
            <a:stretch/>
          </p:blipFill>
          <p:spPr>
            <a:xfrm>
              <a:off x="9736202" y="3147609"/>
              <a:ext cx="2478024" cy="612648"/>
            </a:xfrm>
            <a:prstGeom prst="rect">
              <a:avLst/>
            </a:prstGeom>
            <a:noFill/>
            <a:ln>
              <a:noFill/>
            </a:ln>
          </p:spPr>
        </p:pic>
      </p:grpSp>
      <p:sp>
        <p:nvSpPr>
          <p:cNvPr id="32" name="Google Shape;32;p4"/>
          <p:cNvSpPr txBox="1"/>
          <p:nvPr>
            <p:ph type="ctrTitle"/>
          </p:nvPr>
        </p:nvSpPr>
        <p:spPr>
          <a:xfrm>
            <a:off x="2692398" y="1871131"/>
            <a:ext cx="6815669" cy="1515533"/>
          </a:xfrm>
          <a:prstGeom prst="rect">
            <a:avLst/>
          </a:prstGeom>
          <a:noFill/>
          <a:ln>
            <a:noFill/>
          </a:ln>
        </p:spPr>
        <p:txBody>
          <a:bodyPr anchorCtr="0" anchor="b" bIns="45700" lIns="91425" spcFirstLastPara="1" rIns="91425" wrap="square" tIns="45700">
            <a:noAutofit/>
          </a:bodyPr>
          <a:lstStyle>
            <a:lvl1pPr lvl="0" algn="ctr">
              <a:spcBef>
                <a:spcPts val="0"/>
              </a:spcBef>
              <a:spcAft>
                <a:spcPts val="0"/>
              </a:spcAft>
              <a:buClr>
                <a:srgbClr val="262626"/>
              </a:buClr>
              <a:buSzPts val="5400"/>
              <a:buFont typeface="Garamond"/>
              <a:buNone/>
              <a:defRPr sz="5400"/>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3" name="Google Shape;33;p4"/>
          <p:cNvSpPr txBox="1"/>
          <p:nvPr>
            <p:ph idx="1" type="subTitle"/>
          </p:nvPr>
        </p:nvSpPr>
        <p:spPr>
          <a:xfrm>
            <a:off x="2692398" y="3657597"/>
            <a:ext cx="6815669" cy="1320802"/>
          </a:xfrm>
          <a:prstGeom prst="rect">
            <a:avLst/>
          </a:prstGeom>
          <a:noFill/>
          <a:ln>
            <a:noFill/>
          </a:ln>
        </p:spPr>
        <p:txBody>
          <a:bodyPr anchorCtr="0" anchor="t" bIns="45700" lIns="91425" spcFirstLastPara="1" rIns="91425" wrap="square" tIns="45700">
            <a:normAutofit/>
          </a:bodyPr>
          <a:lstStyle>
            <a:lvl1pPr lvl="0" algn="ctr">
              <a:spcBef>
                <a:spcPts val="420"/>
              </a:spcBef>
              <a:spcAft>
                <a:spcPts val="0"/>
              </a:spcAft>
              <a:buSzPts val="2415"/>
              <a:buNone/>
              <a:defRPr sz="2100">
                <a:solidFill>
                  <a:schemeClr val="dk1"/>
                </a:solidFill>
              </a:defRPr>
            </a:lvl1pPr>
            <a:lvl2pPr lvl="1" algn="ctr">
              <a:spcBef>
                <a:spcPts val="600"/>
              </a:spcBef>
              <a:spcAft>
                <a:spcPts val="0"/>
              </a:spcAft>
              <a:buSzPts val="2300"/>
              <a:buNone/>
              <a:defRPr>
                <a:solidFill>
                  <a:srgbClr val="888888"/>
                </a:solidFill>
              </a:defRPr>
            </a:lvl2pPr>
            <a:lvl3pPr lvl="2" algn="ctr">
              <a:spcBef>
                <a:spcPts val="600"/>
              </a:spcBef>
              <a:spcAft>
                <a:spcPts val="0"/>
              </a:spcAft>
              <a:buSzPts val="2070"/>
              <a:buNone/>
              <a:defRPr>
                <a:solidFill>
                  <a:srgbClr val="888888"/>
                </a:solidFill>
              </a:defRPr>
            </a:lvl3pPr>
            <a:lvl4pPr lvl="3" algn="ctr">
              <a:spcBef>
                <a:spcPts val="600"/>
              </a:spcBef>
              <a:spcAft>
                <a:spcPts val="0"/>
              </a:spcAft>
              <a:buSzPts val="1840"/>
              <a:buNone/>
              <a:defRPr>
                <a:solidFill>
                  <a:srgbClr val="888888"/>
                </a:solidFill>
              </a:defRPr>
            </a:lvl4pPr>
            <a:lvl5pPr lvl="4" algn="ctr">
              <a:spcBef>
                <a:spcPts val="600"/>
              </a:spcBef>
              <a:spcAft>
                <a:spcPts val="0"/>
              </a:spcAft>
              <a:buSzPts val="1610"/>
              <a:buNone/>
              <a:defRPr>
                <a:solidFill>
                  <a:srgbClr val="888888"/>
                </a:solidFill>
              </a:defRPr>
            </a:lvl5pPr>
            <a:lvl6pPr lvl="5" algn="ctr">
              <a:spcBef>
                <a:spcPts val="600"/>
              </a:spcBef>
              <a:spcAft>
                <a:spcPts val="0"/>
              </a:spcAft>
              <a:buSzPts val="1610"/>
              <a:buNone/>
              <a:defRPr>
                <a:solidFill>
                  <a:srgbClr val="888888"/>
                </a:solidFill>
              </a:defRPr>
            </a:lvl6pPr>
            <a:lvl7pPr lvl="6" algn="ctr">
              <a:spcBef>
                <a:spcPts val="600"/>
              </a:spcBef>
              <a:spcAft>
                <a:spcPts val="0"/>
              </a:spcAft>
              <a:buSzPts val="1610"/>
              <a:buNone/>
              <a:defRPr>
                <a:solidFill>
                  <a:srgbClr val="888888"/>
                </a:solidFill>
              </a:defRPr>
            </a:lvl7pPr>
            <a:lvl8pPr lvl="7" algn="ctr">
              <a:spcBef>
                <a:spcPts val="600"/>
              </a:spcBef>
              <a:spcAft>
                <a:spcPts val="0"/>
              </a:spcAft>
              <a:buSzPts val="1610"/>
              <a:buNone/>
              <a:defRPr>
                <a:solidFill>
                  <a:srgbClr val="888888"/>
                </a:solidFill>
              </a:defRPr>
            </a:lvl8pPr>
            <a:lvl9pPr lvl="8" algn="ctr">
              <a:spcBef>
                <a:spcPts val="600"/>
              </a:spcBef>
              <a:spcAft>
                <a:spcPts val="600"/>
              </a:spcAft>
              <a:buSzPts val="1610"/>
              <a:buNone/>
              <a:defRPr>
                <a:solidFill>
                  <a:srgbClr val="888888"/>
                </a:solidFill>
              </a:defRPr>
            </a:lvl9pPr>
          </a:lstStyle>
          <a:p/>
        </p:txBody>
      </p:sp>
      <p:sp>
        <p:nvSpPr>
          <p:cNvPr id="34" name="Google Shape;34;p4"/>
          <p:cNvSpPr txBox="1"/>
          <p:nvPr>
            <p:ph idx="10" type="dt"/>
          </p:nvPr>
        </p:nvSpPr>
        <p:spPr>
          <a:xfrm>
            <a:off x="7983232" y="5037663"/>
            <a:ext cx="897467" cy="27940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1" type="ftr"/>
          </p:nvPr>
        </p:nvSpPr>
        <p:spPr>
          <a:xfrm>
            <a:off x="2692397" y="5037663"/>
            <a:ext cx="5214635" cy="27940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6" name="Google Shape;36;p4"/>
          <p:cNvSpPr txBox="1"/>
          <p:nvPr>
            <p:ph idx="12" type="sldNum"/>
          </p:nvPr>
        </p:nvSpPr>
        <p:spPr>
          <a:xfrm>
            <a:off x="8956900" y="5037663"/>
            <a:ext cx="551167" cy="279400"/>
          </a:xfrm>
          <a:prstGeom prst="rect">
            <a:avLst/>
          </a:prstGeom>
          <a:noFill/>
          <a:ln>
            <a:noFill/>
          </a:ln>
        </p:spPr>
        <p:txBody>
          <a:bodyPr anchorCtr="0" anchor="ctr" bIns="45700" lIns="91425" spcFirstLastPara="1" rIns="91425" wrap="square" tIns="45700">
            <a:noAutofit/>
          </a:bodyPr>
          <a:lstStyle>
            <a:lvl1pPr indent="0" lvl="0" marL="0" algn="ctr">
              <a:spcBef>
                <a:spcPts val="0"/>
              </a:spcBef>
              <a:spcAft>
                <a:spcPts val="0"/>
              </a:spcAft>
              <a:buClr>
                <a:schemeClr val="dk1"/>
              </a:buClr>
              <a:buSzPts val="1000"/>
              <a:buFont typeface="Garamond"/>
              <a:buNone/>
              <a:defRPr/>
            </a:lvl1pPr>
            <a:lvl2pPr indent="0" lvl="1" marL="0" algn="ctr">
              <a:spcBef>
                <a:spcPts val="0"/>
              </a:spcBef>
              <a:spcAft>
                <a:spcPts val="0"/>
              </a:spcAft>
              <a:buClr>
                <a:schemeClr val="dk1"/>
              </a:buClr>
              <a:buSzPts val="1000"/>
              <a:buFont typeface="Garamond"/>
              <a:buNone/>
              <a:defRPr/>
            </a:lvl2pPr>
            <a:lvl3pPr indent="0" lvl="2" marL="0" algn="ctr">
              <a:spcBef>
                <a:spcPts val="0"/>
              </a:spcBef>
              <a:spcAft>
                <a:spcPts val="0"/>
              </a:spcAft>
              <a:buClr>
                <a:schemeClr val="dk1"/>
              </a:buClr>
              <a:buSzPts val="1000"/>
              <a:buFont typeface="Garamond"/>
              <a:buNone/>
              <a:defRPr/>
            </a:lvl3pPr>
            <a:lvl4pPr indent="0" lvl="3" marL="0" algn="ctr">
              <a:spcBef>
                <a:spcPts val="0"/>
              </a:spcBef>
              <a:spcAft>
                <a:spcPts val="0"/>
              </a:spcAft>
              <a:buClr>
                <a:schemeClr val="dk1"/>
              </a:buClr>
              <a:buSzPts val="1000"/>
              <a:buFont typeface="Garamond"/>
              <a:buNone/>
              <a:defRPr/>
            </a:lvl4pPr>
            <a:lvl5pPr indent="0" lvl="4" marL="0" algn="ctr">
              <a:spcBef>
                <a:spcPts val="0"/>
              </a:spcBef>
              <a:spcAft>
                <a:spcPts val="0"/>
              </a:spcAft>
              <a:buClr>
                <a:schemeClr val="dk1"/>
              </a:buClr>
              <a:buSzPts val="1000"/>
              <a:buFont typeface="Garamond"/>
              <a:buNone/>
              <a:defRPr/>
            </a:lvl5pPr>
            <a:lvl6pPr indent="0" lvl="5" marL="0" algn="ctr">
              <a:spcBef>
                <a:spcPts val="0"/>
              </a:spcBef>
              <a:spcAft>
                <a:spcPts val="0"/>
              </a:spcAft>
              <a:buClr>
                <a:schemeClr val="dk1"/>
              </a:buClr>
              <a:buSzPts val="1000"/>
              <a:buFont typeface="Garamond"/>
              <a:buNone/>
              <a:defRPr/>
            </a:lvl6pPr>
            <a:lvl7pPr indent="0" lvl="6" marL="0" algn="ctr">
              <a:spcBef>
                <a:spcPts val="0"/>
              </a:spcBef>
              <a:spcAft>
                <a:spcPts val="0"/>
              </a:spcAft>
              <a:buClr>
                <a:schemeClr val="dk1"/>
              </a:buClr>
              <a:buSzPts val="1000"/>
              <a:buFont typeface="Garamond"/>
              <a:buNone/>
              <a:defRPr/>
            </a:lvl7pPr>
            <a:lvl8pPr indent="0" lvl="7" marL="0" algn="ctr">
              <a:spcBef>
                <a:spcPts val="0"/>
              </a:spcBef>
              <a:spcAft>
                <a:spcPts val="0"/>
              </a:spcAft>
              <a:buClr>
                <a:schemeClr val="dk1"/>
              </a:buClr>
              <a:buSzPts val="1000"/>
              <a:buFont typeface="Garamond"/>
              <a:buNone/>
              <a:defRPr/>
            </a:lvl8pPr>
            <a:lvl9pPr indent="0" lvl="8" marL="0" algn="ctr">
              <a:spcBef>
                <a:spcPts val="0"/>
              </a:spcBef>
              <a:spcAft>
                <a:spcPts val="0"/>
              </a:spcAft>
              <a:buClr>
                <a:schemeClr val="dk1"/>
              </a:buClr>
              <a:buSzPts val="1000"/>
              <a:buFont typeface="Garamond"/>
              <a:buNone/>
              <a:defRPr/>
            </a:lvl9pPr>
          </a:lstStyle>
          <a:p>
            <a:pPr indent="0" lvl="0" marL="0" rtl="0" algn="ctr">
              <a:spcBef>
                <a:spcPts val="0"/>
              </a:spcBef>
              <a:spcAft>
                <a:spcPts val="0"/>
              </a:spcAft>
              <a:buNone/>
            </a:pPr>
            <a:fld id="{00000000-1234-1234-1234-123412341234}" type="slidenum">
              <a:rPr lang="it-IT"/>
              <a:t>‹#›</a:t>
            </a:fld>
            <a:endParaRPr/>
          </a:p>
        </p:txBody>
      </p:sp>
      <p:cxnSp>
        <p:nvCxnSpPr>
          <p:cNvPr id="37" name="Google Shape;37;p4"/>
          <p:cNvCxnSpPr/>
          <p:nvPr/>
        </p:nvCxnSpPr>
        <p:spPr>
          <a:xfrm>
            <a:off x="2692399" y="3522131"/>
            <a:ext cx="6815668" cy="0"/>
          </a:xfrm>
          <a:prstGeom prst="straightConnector1">
            <a:avLst/>
          </a:prstGeom>
          <a:noFill/>
          <a:ln cap="flat" cmpd="sng" w="15875">
            <a:solidFill>
              <a:schemeClr val="accent1"/>
            </a:solidFill>
            <a:prstDash val="solid"/>
            <a:round/>
            <a:headEnd len="sm" w="sm" type="none"/>
            <a:tailEnd len="sm" w="sm" type="none"/>
          </a:ln>
        </p:spPr>
      </p:cxn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olo e contenuto" type="obj">
  <p:cSld name="OBJECT">
    <p:spTree>
      <p:nvGrpSpPr>
        <p:cNvPr id="38" name="Shape 38"/>
        <p:cNvGrpSpPr/>
        <p:nvPr/>
      </p:nvGrpSpPr>
      <p:grpSpPr>
        <a:xfrm>
          <a:off x="0" y="0"/>
          <a:ext cx="0" cy="0"/>
          <a:chOff x="0" y="0"/>
          <a:chExt cx="0" cy="0"/>
        </a:xfrm>
      </p:grpSpPr>
      <p:cxnSp>
        <p:nvCxnSpPr>
          <p:cNvPr id="39" name="Google Shape;39;p5"/>
          <p:cNvCxnSpPr/>
          <p:nvPr/>
        </p:nvCxnSpPr>
        <p:spPr>
          <a:xfrm>
            <a:off x="1396169" y="2421466"/>
            <a:ext cx="9407298" cy="0"/>
          </a:xfrm>
          <a:prstGeom prst="straightConnector1">
            <a:avLst/>
          </a:prstGeom>
          <a:noFill/>
          <a:ln cap="flat" cmpd="sng" w="15875">
            <a:solidFill>
              <a:schemeClr val="accent1"/>
            </a:solidFill>
            <a:prstDash val="solid"/>
            <a:round/>
            <a:headEnd len="sm" w="sm" type="none"/>
            <a:tailEnd len="sm" w="sm" type="none"/>
          </a:ln>
        </p:spPr>
      </p:cxnSp>
      <p:sp>
        <p:nvSpPr>
          <p:cNvPr id="40" name="Google Shape;40;p5"/>
          <p:cNvSpPr txBox="1"/>
          <p:nvPr>
            <p:ph type="title"/>
          </p:nvPr>
        </p:nvSpPr>
        <p:spPr>
          <a:xfrm>
            <a:off x="1295402" y="982132"/>
            <a:ext cx="9601196" cy="1303867"/>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rgbClr val="262626"/>
              </a:buClr>
              <a:buSzPts val="18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1" name="Google Shape;41;p5"/>
          <p:cNvSpPr txBox="1"/>
          <p:nvPr>
            <p:ph idx="1" type="body"/>
          </p:nvPr>
        </p:nvSpPr>
        <p:spPr>
          <a:xfrm>
            <a:off x="1295401" y="2556932"/>
            <a:ext cx="9601196" cy="3318936"/>
          </a:xfrm>
          <a:prstGeom prst="rect">
            <a:avLst/>
          </a:prstGeom>
          <a:noFill/>
          <a:ln>
            <a:noFill/>
          </a:ln>
        </p:spPr>
        <p:txBody>
          <a:bodyPr anchorCtr="0" anchor="t" bIns="45700" lIns="91425" spcFirstLastPara="1" rIns="91425" wrap="square" tIns="45700">
            <a:normAutofit/>
          </a:bodyPr>
          <a:lstStyle>
            <a:lvl1pPr indent="-360045" lvl="0" marL="457200" algn="l">
              <a:spcBef>
                <a:spcPts val="360"/>
              </a:spcBef>
              <a:spcAft>
                <a:spcPts val="0"/>
              </a:spcAft>
              <a:buSzPts val="2070"/>
              <a:buChar char="•"/>
              <a:defRPr/>
            </a:lvl1pPr>
            <a:lvl2pPr indent="-360045" lvl="1" marL="914400" algn="l">
              <a:spcBef>
                <a:spcPts val="600"/>
              </a:spcBef>
              <a:spcAft>
                <a:spcPts val="0"/>
              </a:spcAft>
              <a:buSzPts val="2070"/>
              <a:buChar char="•"/>
              <a:defRPr/>
            </a:lvl2pPr>
            <a:lvl3pPr indent="-360045" lvl="2" marL="1371600" algn="l">
              <a:spcBef>
                <a:spcPts val="600"/>
              </a:spcBef>
              <a:spcAft>
                <a:spcPts val="0"/>
              </a:spcAft>
              <a:buSzPts val="2070"/>
              <a:buChar char="•"/>
              <a:defRPr/>
            </a:lvl3pPr>
            <a:lvl4pPr indent="-360045" lvl="3" marL="1828800" algn="l">
              <a:spcBef>
                <a:spcPts val="600"/>
              </a:spcBef>
              <a:spcAft>
                <a:spcPts val="0"/>
              </a:spcAft>
              <a:buSzPts val="2070"/>
              <a:buChar char="•"/>
              <a:defRPr/>
            </a:lvl4pPr>
            <a:lvl5pPr indent="-360045" lvl="4" marL="2286000" algn="l">
              <a:spcBef>
                <a:spcPts val="600"/>
              </a:spcBef>
              <a:spcAft>
                <a:spcPts val="0"/>
              </a:spcAft>
              <a:buSzPts val="2070"/>
              <a:buChar char="•"/>
              <a:defRPr/>
            </a:lvl5pPr>
            <a:lvl6pPr indent="-360045" lvl="5" marL="2743200" algn="l">
              <a:spcBef>
                <a:spcPts val="600"/>
              </a:spcBef>
              <a:spcAft>
                <a:spcPts val="0"/>
              </a:spcAft>
              <a:buSzPts val="2070"/>
              <a:buChar char="•"/>
              <a:defRPr/>
            </a:lvl6pPr>
            <a:lvl7pPr indent="-360045" lvl="6" marL="3200400" algn="l">
              <a:spcBef>
                <a:spcPts val="600"/>
              </a:spcBef>
              <a:spcAft>
                <a:spcPts val="0"/>
              </a:spcAft>
              <a:buSzPts val="2070"/>
              <a:buChar char="•"/>
              <a:defRPr/>
            </a:lvl7pPr>
            <a:lvl8pPr indent="-360045" lvl="7" marL="3657600" algn="l">
              <a:spcBef>
                <a:spcPts val="600"/>
              </a:spcBef>
              <a:spcAft>
                <a:spcPts val="0"/>
              </a:spcAft>
              <a:buSzPts val="2070"/>
              <a:buChar char="•"/>
              <a:defRPr/>
            </a:lvl8pPr>
            <a:lvl9pPr indent="-360045" lvl="8" marL="4114800" algn="l">
              <a:spcBef>
                <a:spcPts val="600"/>
              </a:spcBef>
              <a:spcAft>
                <a:spcPts val="600"/>
              </a:spcAft>
              <a:buSzPts val="2070"/>
              <a:buChar char="•"/>
              <a:defRPr/>
            </a:lvl9pPr>
          </a:lstStyle>
          <a:p/>
        </p:txBody>
      </p:sp>
      <p:sp>
        <p:nvSpPr>
          <p:cNvPr id="42" name="Google Shape;42;p5"/>
          <p:cNvSpPr txBox="1"/>
          <p:nvPr>
            <p:ph idx="10" type="dt"/>
          </p:nvPr>
        </p:nvSpPr>
        <p:spPr>
          <a:xfrm>
            <a:off x="8677501" y="5969000"/>
            <a:ext cx="1600200" cy="27940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1295401" y="5969000"/>
            <a:ext cx="7305900" cy="27940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353901" y="5969000"/>
            <a:ext cx="542697" cy="279400"/>
          </a:xfrm>
          <a:prstGeom prst="rect">
            <a:avLst/>
          </a:prstGeom>
          <a:noFill/>
          <a:ln>
            <a:noFill/>
          </a:ln>
        </p:spPr>
        <p:txBody>
          <a:bodyPr anchorCtr="0" anchor="ctr" bIns="45700" lIns="91425" spcFirstLastPara="1" rIns="91425" wrap="square" tIns="45700">
            <a:noAutofit/>
          </a:bodyPr>
          <a:lstStyle>
            <a:lvl1pPr indent="0" lvl="0" marL="0" algn="ctr">
              <a:spcBef>
                <a:spcPts val="0"/>
              </a:spcBef>
              <a:spcAft>
                <a:spcPts val="0"/>
              </a:spcAft>
              <a:buClr>
                <a:schemeClr val="dk1"/>
              </a:buClr>
              <a:buSzPts val="1000"/>
              <a:buFont typeface="Garamond"/>
              <a:buNone/>
              <a:defRPr/>
            </a:lvl1pPr>
            <a:lvl2pPr indent="0" lvl="1" marL="0" algn="ctr">
              <a:spcBef>
                <a:spcPts val="0"/>
              </a:spcBef>
              <a:spcAft>
                <a:spcPts val="0"/>
              </a:spcAft>
              <a:buClr>
                <a:schemeClr val="dk1"/>
              </a:buClr>
              <a:buSzPts val="1000"/>
              <a:buFont typeface="Garamond"/>
              <a:buNone/>
              <a:defRPr/>
            </a:lvl2pPr>
            <a:lvl3pPr indent="0" lvl="2" marL="0" algn="ctr">
              <a:spcBef>
                <a:spcPts val="0"/>
              </a:spcBef>
              <a:spcAft>
                <a:spcPts val="0"/>
              </a:spcAft>
              <a:buClr>
                <a:schemeClr val="dk1"/>
              </a:buClr>
              <a:buSzPts val="1000"/>
              <a:buFont typeface="Garamond"/>
              <a:buNone/>
              <a:defRPr/>
            </a:lvl3pPr>
            <a:lvl4pPr indent="0" lvl="3" marL="0" algn="ctr">
              <a:spcBef>
                <a:spcPts val="0"/>
              </a:spcBef>
              <a:spcAft>
                <a:spcPts val="0"/>
              </a:spcAft>
              <a:buClr>
                <a:schemeClr val="dk1"/>
              </a:buClr>
              <a:buSzPts val="1000"/>
              <a:buFont typeface="Garamond"/>
              <a:buNone/>
              <a:defRPr/>
            </a:lvl4pPr>
            <a:lvl5pPr indent="0" lvl="4" marL="0" algn="ctr">
              <a:spcBef>
                <a:spcPts val="0"/>
              </a:spcBef>
              <a:spcAft>
                <a:spcPts val="0"/>
              </a:spcAft>
              <a:buClr>
                <a:schemeClr val="dk1"/>
              </a:buClr>
              <a:buSzPts val="1000"/>
              <a:buFont typeface="Garamond"/>
              <a:buNone/>
              <a:defRPr/>
            </a:lvl5pPr>
            <a:lvl6pPr indent="0" lvl="5" marL="0" algn="ctr">
              <a:spcBef>
                <a:spcPts val="0"/>
              </a:spcBef>
              <a:spcAft>
                <a:spcPts val="0"/>
              </a:spcAft>
              <a:buClr>
                <a:schemeClr val="dk1"/>
              </a:buClr>
              <a:buSzPts val="1000"/>
              <a:buFont typeface="Garamond"/>
              <a:buNone/>
              <a:defRPr/>
            </a:lvl6pPr>
            <a:lvl7pPr indent="0" lvl="6" marL="0" algn="ctr">
              <a:spcBef>
                <a:spcPts val="0"/>
              </a:spcBef>
              <a:spcAft>
                <a:spcPts val="0"/>
              </a:spcAft>
              <a:buClr>
                <a:schemeClr val="dk1"/>
              </a:buClr>
              <a:buSzPts val="1000"/>
              <a:buFont typeface="Garamond"/>
              <a:buNone/>
              <a:defRPr/>
            </a:lvl7pPr>
            <a:lvl8pPr indent="0" lvl="7" marL="0" algn="ctr">
              <a:spcBef>
                <a:spcPts val="0"/>
              </a:spcBef>
              <a:spcAft>
                <a:spcPts val="0"/>
              </a:spcAft>
              <a:buClr>
                <a:schemeClr val="dk1"/>
              </a:buClr>
              <a:buSzPts val="1000"/>
              <a:buFont typeface="Garamond"/>
              <a:buNone/>
              <a:defRPr/>
            </a:lvl8pPr>
            <a:lvl9pPr indent="0" lvl="8" marL="0" algn="ctr">
              <a:spcBef>
                <a:spcPts val="0"/>
              </a:spcBef>
              <a:spcAft>
                <a:spcPts val="0"/>
              </a:spcAft>
              <a:buClr>
                <a:schemeClr val="dk1"/>
              </a:buClr>
              <a:buSzPts val="1000"/>
              <a:buFont typeface="Garamond"/>
              <a:buNone/>
              <a:defRPr/>
            </a:lvl9pPr>
          </a:lstStyle>
          <a:p>
            <a:pPr indent="0" lvl="0" marL="0" rtl="0" algn="ctr">
              <a:spcBef>
                <a:spcPts val="0"/>
              </a:spcBef>
              <a:spcAft>
                <a:spcPts val="0"/>
              </a:spcAft>
              <a:buNone/>
            </a:pPr>
            <a:fld id="{00000000-1234-1234-1234-123412341234}" type="slidenum">
              <a:rPr lang="it-IT"/>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ntestazione sezione" type="secHead">
  <p:cSld name="SECTION_HEADER">
    <p:spTree>
      <p:nvGrpSpPr>
        <p:cNvPr id="45" name="Shape 45"/>
        <p:cNvGrpSpPr/>
        <p:nvPr/>
      </p:nvGrpSpPr>
      <p:grpSpPr>
        <a:xfrm>
          <a:off x="0" y="0"/>
          <a:ext cx="0" cy="0"/>
          <a:chOff x="0" y="0"/>
          <a:chExt cx="0" cy="0"/>
        </a:xfrm>
      </p:grpSpPr>
      <p:sp>
        <p:nvSpPr>
          <p:cNvPr id="46" name="Google Shape;46;p6"/>
          <p:cNvSpPr txBox="1"/>
          <p:nvPr>
            <p:ph type="title"/>
          </p:nvPr>
        </p:nvSpPr>
        <p:spPr>
          <a:xfrm>
            <a:off x="2015069" y="1752606"/>
            <a:ext cx="8158688" cy="1822514"/>
          </a:xfrm>
          <a:prstGeom prst="rect">
            <a:avLst/>
          </a:prstGeom>
          <a:noFill/>
          <a:ln>
            <a:noFill/>
          </a:ln>
        </p:spPr>
        <p:txBody>
          <a:bodyPr anchorCtr="0" anchor="b" bIns="45700" lIns="91425" spcFirstLastPara="1" rIns="91425" wrap="square" tIns="45700">
            <a:normAutofit/>
          </a:bodyPr>
          <a:lstStyle>
            <a:lvl1pPr lvl="0" algn="ctr">
              <a:spcBef>
                <a:spcPts val="0"/>
              </a:spcBef>
              <a:spcAft>
                <a:spcPts val="0"/>
              </a:spcAft>
              <a:buClr>
                <a:srgbClr val="262626"/>
              </a:buClr>
              <a:buSzPts val="4400"/>
              <a:buFont typeface="Garamond"/>
              <a:buNone/>
              <a:defRPr b="0" sz="4400" cap="none"/>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6"/>
          <p:cNvSpPr txBox="1"/>
          <p:nvPr>
            <p:ph idx="1" type="body"/>
          </p:nvPr>
        </p:nvSpPr>
        <p:spPr>
          <a:xfrm>
            <a:off x="2015067" y="3846051"/>
            <a:ext cx="8158690" cy="954547"/>
          </a:xfrm>
          <a:prstGeom prst="rect">
            <a:avLst/>
          </a:prstGeom>
          <a:noFill/>
          <a:ln>
            <a:noFill/>
          </a:ln>
        </p:spPr>
        <p:txBody>
          <a:bodyPr anchorCtr="0" anchor="t" bIns="45700" lIns="91425" spcFirstLastPara="1" rIns="91425" wrap="square" tIns="45700">
            <a:normAutofit/>
          </a:bodyPr>
          <a:lstStyle>
            <a:lvl1pPr indent="-228600" lvl="0" marL="457200" algn="ctr">
              <a:spcBef>
                <a:spcPts val="480"/>
              </a:spcBef>
              <a:spcAft>
                <a:spcPts val="0"/>
              </a:spcAft>
              <a:buSzPts val="2760"/>
              <a:buNone/>
              <a:defRPr sz="2400">
                <a:solidFill>
                  <a:schemeClr val="dk1"/>
                </a:solidFill>
              </a:defRPr>
            </a:lvl1pPr>
            <a:lvl2pPr indent="-228600" lvl="1" marL="914400" algn="l">
              <a:spcBef>
                <a:spcPts val="600"/>
              </a:spcBef>
              <a:spcAft>
                <a:spcPts val="0"/>
              </a:spcAft>
              <a:buSzPts val="2070"/>
              <a:buNone/>
              <a:defRPr sz="1800">
                <a:solidFill>
                  <a:srgbClr val="888888"/>
                </a:solidFill>
              </a:defRPr>
            </a:lvl2pPr>
            <a:lvl3pPr indent="-228600" lvl="2" marL="1371600" algn="l">
              <a:spcBef>
                <a:spcPts val="600"/>
              </a:spcBef>
              <a:spcAft>
                <a:spcPts val="0"/>
              </a:spcAft>
              <a:buSzPts val="1840"/>
              <a:buNone/>
              <a:defRPr sz="1600">
                <a:solidFill>
                  <a:srgbClr val="888888"/>
                </a:solidFill>
              </a:defRPr>
            </a:lvl3pPr>
            <a:lvl4pPr indent="-228600" lvl="3" marL="1828800" algn="l">
              <a:spcBef>
                <a:spcPts val="600"/>
              </a:spcBef>
              <a:spcAft>
                <a:spcPts val="0"/>
              </a:spcAft>
              <a:buSzPts val="1610"/>
              <a:buNone/>
              <a:defRPr sz="1400">
                <a:solidFill>
                  <a:srgbClr val="888888"/>
                </a:solidFill>
              </a:defRPr>
            </a:lvl4pPr>
            <a:lvl5pPr indent="-228600" lvl="4" marL="2286000" algn="l">
              <a:spcBef>
                <a:spcPts val="600"/>
              </a:spcBef>
              <a:spcAft>
                <a:spcPts val="0"/>
              </a:spcAft>
              <a:buSzPts val="1610"/>
              <a:buNone/>
              <a:defRPr sz="1400">
                <a:solidFill>
                  <a:srgbClr val="888888"/>
                </a:solidFill>
              </a:defRPr>
            </a:lvl5pPr>
            <a:lvl6pPr indent="-228600" lvl="5" marL="2743200" algn="l">
              <a:spcBef>
                <a:spcPts val="600"/>
              </a:spcBef>
              <a:spcAft>
                <a:spcPts val="0"/>
              </a:spcAft>
              <a:buSzPts val="1610"/>
              <a:buNone/>
              <a:defRPr sz="1400">
                <a:solidFill>
                  <a:srgbClr val="888888"/>
                </a:solidFill>
              </a:defRPr>
            </a:lvl6pPr>
            <a:lvl7pPr indent="-228600" lvl="6" marL="3200400" algn="l">
              <a:spcBef>
                <a:spcPts val="600"/>
              </a:spcBef>
              <a:spcAft>
                <a:spcPts val="0"/>
              </a:spcAft>
              <a:buSzPts val="1610"/>
              <a:buNone/>
              <a:defRPr sz="1400">
                <a:solidFill>
                  <a:srgbClr val="888888"/>
                </a:solidFill>
              </a:defRPr>
            </a:lvl7pPr>
            <a:lvl8pPr indent="-228600" lvl="7" marL="3657600" algn="l">
              <a:spcBef>
                <a:spcPts val="600"/>
              </a:spcBef>
              <a:spcAft>
                <a:spcPts val="0"/>
              </a:spcAft>
              <a:buSzPts val="1610"/>
              <a:buNone/>
              <a:defRPr sz="1400">
                <a:solidFill>
                  <a:srgbClr val="888888"/>
                </a:solidFill>
              </a:defRPr>
            </a:lvl8pPr>
            <a:lvl9pPr indent="-228600" lvl="8" marL="4114800" algn="l">
              <a:spcBef>
                <a:spcPts val="600"/>
              </a:spcBef>
              <a:spcAft>
                <a:spcPts val="600"/>
              </a:spcAft>
              <a:buSzPts val="1610"/>
              <a:buNone/>
              <a:defRPr sz="1400">
                <a:solidFill>
                  <a:srgbClr val="888888"/>
                </a:solidFill>
              </a:defRPr>
            </a:lvl9pPr>
          </a:lstStyle>
          <a:p/>
        </p:txBody>
      </p:sp>
      <p:sp>
        <p:nvSpPr>
          <p:cNvPr id="48" name="Google Shape;48;p6"/>
          <p:cNvSpPr txBox="1"/>
          <p:nvPr>
            <p:ph idx="10" type="dt"/>
          </p:nvPr>
        </p:nvSpPr>
        <p:spPr>
          <a:xfrm>
            <a:off x="8677501" y="5969000"/>
            <a:ext cx="1600200" cy="27940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9" name="Google Shape;49;p6"/>
          <p:cNvSpPr txBox="1"/>
          <p:nvPr>
            <p:ph idx="11" type="ftr"/>
          </p:nvPr>
        </p:nvSpPr>
        <p:spPr>
          <a:xfrm>
            <a:off x="1295401" y="5969000"/>
            <a:ext cx="7305900" cy="27940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0" name="Google Shape;50;p6"/>
          <p:cNvSpPr txBox="1"/>
          <p:nvPr>
            <p:ph idx="12" type="sldNum"/>
          </p:nvPr>
        </p:nvSpPr>
        <p:spPr>
          <a:xfrm>
            <a:off x="10353901" y="5969000"/>
            <a:ext cx="542697" cy="279400"/>
          </a:xfrm>
          <a:prstGeom prst="rect">
            <a:avLst/>
          </a:prstGeom>
          <a:noFill/>
          <a:ln>
            <a:noFill/>
          </a:ln>
        </p:spPr>
        <p:txBody>
          <a:bodyPr anchorCtr="0" anchor="ctr" bIns="45700" lIns="91425" spcFirstLastPara="1" rIns="91425" wrap="square" tIns="45700">
            <a:noAutofit/>
          </a:bodyPr>
          <a:lstStyle>
            <a:lvl1pPr indent="0" lvl="0" marL="0" algn="ctr">
              <a:spcBef>
                <a:spcPts val="0"/>
              </a:spcBef>
              <a:spcAft>
                <a:spcPts val="0"/>
              </a:spcAft>
              <a:buClr>
                <a:schemeClr val="dk1"/>
              </a:buClr>
              <a:buSzPts val="1000"/>
              <a:buFont typeface="Garamond"/>
              <a:buNone/>
              <a:defRPr/>
            </a:lvl1pPr>
            <a:lvl2pPr indent="0" lvl="1" marL="0" algn="ctr">
              <a:spcBef>
                <a:spcPts val="0"/>
              </a:spcBef>
              <a:spcAft>
                <a:spcPts val="0"/>
              </a:spcAft>
              <a:buClr>
                <a:schemeClr val="dk1"/>
              </a:buClr>
              <a:buSzPts val="1000"/>
              <a:buFont typeface="Garamond"/>
              <a:buNone/>
              <a:defRPr/>
            </a:lvl2pPr>
            <a:lvl3pPr indent="0" lvl="2" marL="0" algn="ctr">
              <a:spcBef>
                <a:spcPts val="0"/>
              </a:spcBef>
              <a:spcAft>
                <a:spcPts val="0"/>
              </a:spcAft>
              <a:buClr>
                <a:schemeClr val="dk1"/>
              </a:buClr>
              <a:buSzPts val="1000"/>
              <a:buFont typeface="Garamond"/>
              <a:buNone/>
              <a:defRPr/>
            </a:lvl3pPr>
            <a:lvl4pPr indent="0" lvl="3" marL="0" algn="ctr">
              <a:spcBef>
                <a:spcPts val="0"/>
              </a:spcBef>
              <a:spcAft>
                <a:spcPts val="0"/>
              </a:spcAft>
              <a:buClr>
                <a:schemeClr val="dk1"/>
              </a:buClr>
              <a:buSzPts val="1000"/>
              <a:buFont typeface="Garamond"/>
              <a:buNone/>
              <a:defRPr/>
            </a:lvl4pPr>
            <a:lvl5pPr indent="0" lvl="4" marL="0" algn="ctr">
              <a:spcBef>
                <a:spcPts val="0"/>
              </a:spcBef>
              <a:spcAft>
                <a:spcPts val="0"/>
              </a:spcAft>
              <a:buClr>
                <a:schemeClr val="dk1"/>
              </a:buClr>
              <a:buSzPts val="1000"/>
              <a:buFont typeface="Garamond"/>
              <a:buNone/>
              <a:defRPr/>
            </a:lvl5pPr>
            <a:lvl6pPr indent="0" lvl="5" marL="0" algn="ctr">
              <a:spcBef>
                <a:spcPts val="0"/>
              </a:spcBef>
              <a:spcAft>
                <a:spcPts val="0"/>
              </a:spcAft>
              <a:buClr>
                <a:schemeClr val="dk1"/>
              </a:buClr>
              <a:buSzPts val="1000"/>
              <a:buFont typeface="Garamond"/>
              <a:buNone/>
              <a:defRPr/>
            </a:lvl6pPr>
            <a:lvl7pPr indent="0" lvl="6" marL="0" algn="ctr">
              <a:spcBef>
                <a:spcPts val="0"/>
              </a:spcBef>
              <a:spcAft>
                <a:spcPts val="0"/>
              </a:spcAft>
              <a:buClr>
                <a:schemeClr val="dk1"/>
              </a:buClr>
              <a:buSzPts val="1000"/>
              <a:buFont typeface="Garamond"/>
              <a:buNone/>
              <a:defRPr/>
            </a:lvl7pPr>
            <a:lvl8pPr indent="0" lvl="7" marL="0" algn="ctr">
              <a:spcBef>
                <a:spcPts val="0"/>
              </a:spcBef>
              <a:spcAft>
                <a:spcPts val="0"/>
              </a:spcAft>
              <a:buClr>
                <a:schemeClr val="dk1"/>
              </a:buClr>
              <a:buSzPts val="1000"/>
              <a:buFont typeface="Garamond"/>
              <a:buNone/>
              <a:defRPr/>
            </a:lvl8pPr>
            <a:lvl9pPr indent="0" lvl="8" marL="0" algn="ctr">
              <a:spcBef>
                <a:spcPts val="0"/>
              </a:spcBef>
              <a:spcAft>
                <a:spcPts val="0"/>
              </a:spcAft>
              <a:buClr>
                <a:schemeClr val="dk1"/>
              </a:buClr>
              <a:buSzPts val="1000"/>
              <a:buFont typeface="Garamond"/>
              <a:buNone/>
              <a:defRPr/>
            </a:lvl9pPr>
          </a:lstStyle>
          <a:p>
            <a:pPr indent="0" lvl="0" marL="0" rtl="0" algn="ctr">
              <a:spcBef>
                <a:spcPts val="0"/>
              </a:spcBef>
              <a:spcAft>
                <a:spcPts val="0"/>
              </a:spcAft>
              <a:buNone/>
            </a:pPr>
            <a:fld id="{00000000-1234-1234-1234-123412341234}" type="slidenum">
              <a:rPr lang="it-IT"/>
              <a:t>‹#›</a:t>
            </a:fld>
            <a:endParaRPr/>
          </a:p>
        </p:txBody>
      </p:sp>
      <p:cxnSp>
        <p:nvCxnSpPr>
          <p:cNvPr id="51" name="Google Shape;51;p6"/>
          <p:cNvCxnSpPr/>
          <p:nvPr/>
        </p:nvCxnSpPr>
        <p:spPr>
          <a:xfrm>
            <a:off x="2012723" y="3710585"/>
            <a:ext cx="8163380" cy="0"/>
          </a:xfrm>
          <a:prstGeom prst="straightConnector1">
            <a:avLst/>
          </a:prstGeom>
          <a:noFill/>
          <a:ln cap="flat" cmpd="sng" w="15875">
            <a:solidFill>
              <a:schemeClr val="accent1"/>
            </a:solidFill>
            <a:prstDash val="solid"/>
            <a:round/>
            <a:headEnd len="sm" w="sm" type="none"/>
            <a:tailEnd len="sm" w="sm" type="none"/>
          </a:ln>
        </p:spPr>
      </p:cxn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ue contenuti" type="twoObj">
  <p:cSld name="TWO_OBJECTS">
    <p:spTree>
      <p:nvGrpSpPr>
        <p:cNvPr id="52" name="Shape 52"/>
        <p:cNvGrpSpPr/>
        <p:nvPr/>
      </p:nvGrpSpPr>
      <p:grpSpPr>
        <a:xfrm>
          <a:off x="0" y="0"/>
          <a:ext cx="0" cy="0"/>
          <a:chOff x="0" y="0"/>
          <a:chExt cx="0" cy="0"/>
        </a:xfrm>
      </p:grpSpPr>
      <p:cxnSp>
        <p:nvCxnSpPr>
          <p:cNvPr id="53" name="Google Shape;53;p7"/>
          <p:cNvCxnSpPr/>
          <p:nvPr/>
        </p:nvCxnSpPr>
        <p:spPr>
          <a:xfrm>
            <a:off x="1396169" y="2421466"/>
            <a:ext cx="9407298" cy="0"/>
          </a:xfrm>
          <a:prstGeom prst="straightConnector1">
            <a:avLst/>
          </a:prstGeom>
          <a:noFill/>
          <a:ln cap="flat" cmpd="sng" w="15875">
            <a:solidFill>
              <a:schemeClr val="accent1"/>
            </a:solidFill>
            <a:prstDash val="solid"/>
            <a:round/>
            <a:headEnd len="sm" w="sm" type="none"/>
            <a:tailEnd len="sm" w="sm" type="none"/>
          </a:ln>
        </p:spPr>
      </p:cxnSp>
      <p:sp>
        <p:nvSpPr>
          <p:cNvPr id="54" name="Google Shape;54;p7"/>
          <p:cNvSpPr txBox="1"/>
          <p:nvPr>
            <p:ph type="title"/>
          </p:nvPr>
        </p:nvSpPr>
        <p:spPr>
          <a:xfrm>
            <a:off x="1295402" y="982132"/>
            <a:ext cx="9601196" cy="1303867"/>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rgbClr val="262626"/>
              </a:buClr>
              <a:buSzPts val="18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5" name="Google Shape;55;p7"/>
          <p:cNvSpPr txBox="1"/>
          <p:nvPr>
            <p:ph idx="1" type="body"/>
          </p:nvPr>
        </p:nvSpPr>
        <p:spPr>
          <a:xfrm>
            <a:off x="1298448" y="2560320"/>
            <a:ext cx="4718304" cy="3310128"/>
          </a:xfrm>
          <a:prstGeom prst="rect">
            <a:avLst/>
          </a:prstGeom>
          <a:noFill/>
          <a:ln>
            <a:noFill/>
          </a:ln>
        </p:spPr>
        <p:txBody>
          <a:bodyPr anchorCtr="0" anchor="t" bIns="45700" lIns="91425" spcFirstLastPara="1" rIns="91425" wrap="square" tIns="45700">
            <a:normAutofit/>
          </a:bodyPr>
          <a:lstStyle>
            <a:lvl1pPr indent="-360045" lvl="0" marL="457200" algn="l">
              <a:spcBef>
                <a:spcPts val="360"/>
              </a:spcBef>
              <a:spcAft>
                <a:spcPts val="0"/>
              </a:spcAft>
              <a:buSzPts val="2070"/>
              <a:buChar char="•"/>
              <a:defRPr/>
            </a:lvl1pPr>
            <a:lvl2pPr indent="-360045" lvl="1" marL="914400" algn="l">
              <a:spcBef>
                <a:spcPts val="600"/>
              </a:spcBef>
              <a:spcAft>
                <a:spcPts val="0"/>
              </a:spcAft>
              <a:buSzPts val="2070"/>
              <a:buChar char="•"/>
              <a:defRPr/>
            </a:lvl2pPr>
            <a:lvl3pPr indent="-360045" lvl="2" marL="1371600" algn="l">
              <a:spcBef>
                <a:spcPts val="600"/>
              </a:spcBef>
              <a:spcAft>
                <a:spcPts val="0"/>
              </a:spcAft>
              <a:buSzPts val="2070"/>
              <a:buChar char="•"/>
              <a:defRPr/>
            </a:lvl3pPr>
            <a:lvl4pPr indent="-360045" lvl="3" marL="1828800" algn="l">
              <a:spcBef>
                <a:spcPts val="600"/>
              </a:spcBef>
              <a:spcAft>
                <a:spcPts val="0"/>
              </a:spcAft>
              <a:buSzPts val="2070"/>
              <a:buChar char="•"/>
              <a:defRPr/>
            </a:lvl4pPr>
            <a:lvl5pPr indent="-360045" lvl="4" marL="2286000" algn="l">
              <a:spcBef>
                <a:spcPts val="600"/>
              </a:spcBef>
              <a:spcAft>
                <a:spcPts val="0"/>
              </a:spcAft>
              <a:buSzPts val="2070"/>
              <a:buChar char="•"/>
              <a:defRPr/>
            </a:lvl5pPr>
            <a:lvl6pPr indent="-360045" lvl="5" marL="2743200" algn="l">
              <a:spcBef>
                <a:spcPts val="600"/>
              </a:spcBef>
              <a:spcAft>
                <a:spcPts val="0"/>
              </a:spcAft>
              <a:buSzPts val="2070"/>
              <a:buChar char="•"/>
              <a:defRPr/>
            </a:lvl6pPr>
            <a:lvl7pPr indent="-360045" lvl="6" marL="3200400" algn="l">
              <a:spcBef>
                <a:spcPts val="600"/>
              </a:spcBef>
              <a:spcAft>
                <a:spcPts val="0"/>
              </a:spcAft>
              <a:buSzPts val="2070"/>
              <a:buChar char="•"/>
              <a:defRPr/>
            </a:lvl7pPr>
            <a:lvl8pPr indent="-360045" lvl="7" marL="3657600" algn="l">
              <a:spcBef>
                <a:spcPts val="600"/>
              </a:spcBef>
              <a:spcAft>
                <a:spcPts val="0"/>
              </a:spcAft>
              <a:buSzPts val="2070"/>
              <a:buChar char="•"/>
              <a:defRPr/>
            </a:lvl8pPr>
            <a:lvl9pPr indent="-360045" lvl="8" marL="4114800" algn="l">
              <a:spcBef>
                <a:spcPts val="600"/>
              </a:spcBef>
              <a:spcAft>
                <a:spcPts val="600"/>
              </a:spcAft>
              <a:buSzPts val="2070"/>
              <a:buChar char="•"/>
              <a:defRPr/>
            </a:lvl9pPr>
          </a:lstStyle>
          <a:p/>
        </p:txBody>
      </p:sp>
      <p:sp>
        <p:nvSpPr>
          <p:cNvPr id="56" name="Google Shape;56;p7"/>
          <p:cNvSpPr txBox="1"/>
          <p:nvPr>
            <p:ph idx="2" type="body"/>
          </p:nvPr>
        </p:nvSpPr>
        <p:spPr>
          <a:xfrm>
            <a:off x="6181344" y="2560320"/>
            <a:ext cx="4718304" cy="3310128"/>
          </a:xfrm>
          <a:prstGeom prst="rect">
            <a:avLst/>
          </a:prstGeom>
          <a:noFill/>
          <a:ln>
            <a:noFill/>
          </a:ln>
        </p:spPr>
        <p:txBody>
          <a:bodyPr anchorCtr="0" anchor="t" bIns="45700" lIns="91425" spcFirstLastPara="1" rIns="91425" wrap="square" tIns="45700">
            <a:normAutofit/>
          </a:bodyPr>
          <a:lstStyle>
            <a:lvl1pPr indent="-360045" lvl="0" marL="457200" algn="l">
              <a:spcBef>
                <a:spcPts val="360"/>
              </a:spcBef>
              <a:spcAft>
                <a:spcPts val="0"/>
              </a:spcAft>
              <a:buSzPts val="2070"/>
              <a:buChar char="•"/>
              <a:defRPr/>
            </a:lvl1pPr>
            <a:lvl2pPr indent="-360045" lvl="1" marL="914400" algn="l">
              <a:spcBef>
                <a:spcPts val="600"/>
              </a:spcBef>
              <a:spcAft>
                <a:spcPts val="0"/>
              </a:spcAft>
              <a:buSzPts val="2070"/>
              <a:buChar char="•"/>
              <a:defRPr/>
            </a:lvl2pPr>
            <a:lvl3pPr indent="-360045" lvl="2" marL="1371600" algn="l">
              <a:spcBef>
                <a:spcPts val="600"/>
              </a:spcBef>
              <a:spcAft>
                <a:spcPts val="0"/>
              </a:spcAft>
              <a:buSzPts val="2070"/>
              <a:buChar char="•"/>
              <a:defRPr/>
            </a:lvl3pPr>
            <a:lvl4pPr indent="-360045" lvl="3" marL="1828800" algn="l">
              <a:spcBef>
                <a:spcPts val="600"/>
              </a:spcBef>
              <a:spcAft>
                <a:spcPts val="0"/>
              </a:spcAft>
              <a:buSzPts val="2070"/>
              <a:buChar char="•"/>
              <a:defRPr/>
            </a:lvl4pPr>
            <a:lvl5pPr indent="-360045" lvl="4" marL="2286000" algn="l">
              <a:spcBef>
                <a:spcPts val="600"/>
              </a:spcBef>
              <a:spcAft>
                <a:spcPts val="0"/>
              </a:spcAft>
              <a:buSzPts val="2070"/>
              <a:buChar char="•"/>
              <a:defRPr/>
            </a:lvl5pPr>
            <a:lvl6pPr indent="-360045" lvl="5" marL="2743200" algn="l">
              <a:spcBef>
                <a:spcPts val="600"/>
              </a:spcBef>
              <a:spcAft>
                <a:spcPts val="0"/>
              </a:spcAft>
              <a:buSzPts val="2070"/>
              <a:buChar char="•"/>
              <a:defRPr/>
            </a:lvl6pPr>
            <a:lvl7pPr indent="-360045" lvl="6" marL="3200400" algn="l">
              <a:spcBef>
                <a:spcPts val="600"/>
              </a:spcBef>
              <a:spcAft>
                <a:spcPts val="0"/>
              </a:spcAft>
              <a:buSzPts val="2070"/>
              <a:buChar char="•"/>
              <a:defRPr/>
            </a:lvl7pPr>
            <a:lvl8pPr indent="-360045" lvl="7" marL="3657600" algn="l">
              <a:spcBef>
                <a:spcPts val="600"/>
              </a:spcBef>
              <a:spcAft>
                <a:spcPts val="0"/>
              </a:spcAft>
              <a:buSzPts val="2070"/>
              <a:buChar char="•"/>
              <a:defRPr/>
            </a:lvl8pPr>
            <a:lvl9pPr indent="-360045" lvl="8" marL="4114800" algn="l">
              <a:spcBef>
                <a:spcPts val="600"/>
              </a:spcBef>
              <a:spcAft>
                <a:spcPts val="600"/>
              </a:spcAft>
              <a:buSzPts val="2070"/>
              <a:buChar char="•"/>
              <a:defRPr/>
            </a:lvl9pPr>
          </a:lstStyle>
          <a:p/>
        </p:txBody>
      </p:sp>
      <p:sp>
        <p:nvSpPr>
          <p:cNvPr id="57" name="Google Shape;57;p7"/>
          <p:cNvSpPr txBox="1"/>
          <p:nvPr>
            <p:ph idx="10" type="dt"/>
          </p:nvPr>
        </p:nvSpPr>
        <p:spPr>
          <a:xfrm>
            <a:off x="8677501" y="5969000"/>
            <a:ext cx="1600200" cy="27940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1" type="ftr"/>
          </p:nvPr>
        </p:nvSpPr>
        <p:spPr>
          <a:xfrm>
            <a:off x="1295401" y="5969000"/>
            <a:ext cx="7305900" cy="27940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7"/>
          <p:cNvSpPr txBox="1"/>
          <p:nvPr>
            <p:ph idx="12" type="sldNum"/>
          </p:nvPr>
        </p:nvSpPr>
        <p:spPr>
          <a:xfrm>
            <a:off x="10353901" y="5969000"/>
            <a:ext cx="542697" cy="279400"/>
          </a:xfrm>
          <a:prstGeom prst="rect">
            <a:avLst/>
          </a:prstGeom>
          <a:noFill/>
          <a:ln>
            <a:noFill/>
          </a:ln>
        </p:spPr>
        <p:txBody>
          <a:bodyPr anchorCtr="0" anchor="ctr" bIns="45700" lIns="91425" spcFirstLastPara="1" rIns="91425" wrap="square" tIns="45700">
            <a:noAutofit/>
          </a:bodyPr>
          <a:lstStyle>
            <a:lvl1pPr indent="0" lvl="0" marL="0" algn="ctr">
              <a:spcBef>
                <a:spcPts val="0"/>
              </a:spcBef>
              <a:spcAft>
                <a:spcPts val="0"/>
              </a:spcAft>
              <a:buClr>
                <a:schemeClr val="dk1"/>
              </a:buClr>
              <a:buSzPts val="1000"/>
              <a:buFont typeface="Garamond"/>
              <a:buNone/>
              <a:defRPr/>
            </a:lvl1pPr>
            <a:lvl2pPr indent="0" lvl="1" marL="0" algn="ctr">
              <a:spcBef>
                <a:spcPts val="0"/>
              </a:spcBef>
              <a:spcAft>
                <a:spcPts val="0"/>
              </a:spcAft>
              <a:buClr>
                <a:schemeClr val="dk1"/>
              </a:buClr>
              <a:buSzPts val="1000"/>
              <a:buFont typeface="Garamond"/>
              <a:buNone/>
              <a:defRPr/>
            </a:lvl2pPr>
            <a:lvl3pPr indent="0" lvl="2" marL="0" algn="ctr">
              <a:spcBef>
                <a:spcPts val="0"/>
              </a:spcBef>
              <a:spcAft>
                <a:spcPts val="0"/>
              </a:spcAft>
              <a:buClr>
                <a:schemeClr val="dk1"/>
              </a:buClr>
              <a:buSzPts val="1000"/>
              <a:buFont typeface="Garamond"/>
              <a:buNone/>
              <a:defRPr/>
            </a:lvl3pPr>
            <a:lvl4pPr indent="0" lvl="3" marL="0" algn="ctr">
              <a:spcBef>
                <a:spcPts val="0"/>
              </a:spcBef>
              <a:spcAft>
                <a:spcPts val="0"/>
              </a:spcAft>
              <a:buClr>
                <a:schemeClr val="dk1"/>
              </a:buClr>
              <a:buSzPts val="1000"/>
              <a:buFont typeface="Garamond"/>
              <a:buNone/>
              <a:defRPr/>
            </a:lvl4pPr>
            <a:lvl5pPr indent="0" lvl="4" marL="0" algn="ctr">
              <a:spcBef>
                <a:spcPts val="0"/>
              </a:spcBef>
              <a:spcAft>
                <a:spcPts val="0"/>
              </a:spcAft>
              <a:buClr>
                <a:schemeClr val="dk1"/>
              </a:buClr>
              <a:buSzPts val="1000"/>
              <a:buFont typeface="Garamond"/>
              <a:buNone/>
              <a:defRPr/>
            </a:lvl5pPr>
            <a:lvl6pPr indent="0" lvl="5" marL="0" algn="ctr">
              <a:spcBef>
                <a:spcPts val="0"/>
              </a:spcBef>
              <a:spcAft>
                <a:spcPts val="0"/>
              </a:spcAft>
              <a:buClr>
                <a:schemeClr val="dk1"/>
              </a:buClr>
              <a:buSzPts val="1000"/>
              <a:buFont typeface="Garamond"/>
              <a:buNone/>
              <a:defRPr/>
            </a:lvl6pPr>
            <a:lvl7pPr indent="0" lvl="6" marL="0" algn="ctr">
              <a:spcBef>
                <a:spcPts val="0"/>
              </a:spcBef>
              <a:spcAft>
                <a:spcPts val="0"/>
              </a:spcAft>
              <a:buClr>
                <a:schemeClr val="dk1"/>
              </a:buClr>
              <a:buSzPts val="1000"/>
              <a:buFont typeface="Garamond"/>
              <a:buNone/>
              <a:defRPr/>
            </a:lvl7pPr>
            <a:lvl8pPr indent="0" lvl="7" marL="0" algn="ctr">
              <a:spcBef>
                <a:spcPts val="0"/>
              </a:spcBef>
              <a:spcAft>
                <a:spcPts val="0"/>
              </a:spcAft>
              <a:buClr>
                <a:schemeClr val="dk1"/>
              </a:buClr>
              <a:buSzPts val="1000"/>
              <a:buFont typeface="Garamond"/>
              <a:buNone/>
              <a:defRPr/>
            </a:lvl8pPr>
            <a:lvl9pPr indent="0" lvl="8" marL="0" algn="ctr">
              <a:spcBef>
                <a:spcPts val="0"/>
              </a:spcBef>
              <a:spcAft>
                <a:spcPts val="0"/>
              </a:spcAft>
              <a:buClr>
                <a:schemeClr val="dk1"/>
              </a:buClr>
              <a:buSzPts val="1000"/>
              <a:buFont typeface="Garamond"/>
              <a:buNone/>
              <a:defRPr/>
            </a:lvl9pPr>
          </a:lstStyle>
          <a:p>
            <a:pPr indent="0" lvl="0" marL="0" rtl="0" algn="ctr">
              <a:spcBef>
                <a:spcPts val="0"/>
              </a:spcBef>
              <a:spcAft>
                <a:spcPts val="0"/>
              </a:spcAft>
              <a:buNone/>
            </a:pPr>
            <a:fld id="{00000000-1234-1234-1234-123412341234}" type="slidenum">
              <a:rPr lang="it-IT"/>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fronto" type="twoTxTwoObj">
  <p:cSld name="TWO_OBJECTS_WITH_TEXT">
    <p:spTree>
      <p:nvGrpSpPr>
        <p:cNvPr id="60" name="Shape 60"/>
        <p:cNvGrpSpPr/>
        <p:nvPr/>
      </p:nvGrpSpPr>
      <p:grpSpPr>
        <a:xfrm>
          <a:off x="0" y="0"/>
          <a:ext cx="0" cy="0"/>
          <a:chOff x="0" y="0"/>
          <a:chExt cx="0" cy="0"/>
        </a:xfrm>
      </p:grpSpPr>
      <p:sp>
        <p:nvSpPr>
          <p:cNvPr id="61" name="Google Shape;61;p8"/>
          <p:cNvSpPr txBox="1"/>
          <p:nvPr>
            <p:ph type="title"/>
          </p:nvPr>
        </p:nvSpPr>
        <p:spPr>
          <a:xfrm>
            <a:off x="1295402" y="982132"/>
            <a:ext cx="9601196" cy="1303867"/>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rgbClr val="262626"/>
              </a:buClr>
              <a:buSzPts val="4400"/>
              <a:buFont typeface="Garamond"/>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 type="body"/>
          </p:nvPr>
        </p:nvSpPr>
        <p:spPr>
          <a:xfrm>
            <a:off x="1295400" y="2658533"/>
            <a:ext cx="4718304" cy="576262"/>
          </a:xfrm>
          <a:prstGeom prst="rect">
            <a:avLst/>
          </a:prstGeom>
          <a:noFill/>
          <a:ln>
            <a:noFill/>
          </a:ln>
        </p:spPr>
        <p:txBody>
          <a:bodyPr anchorCtr="0" anchor="b" bIns="45700" lIns="91425" spcFirstLastPara="1" rIns="91425" wrap="square" tIns="45700">
            <a:noAutofit/>
          </a:bodyPr>
          <a:lstStyle>
            <a:lvl1pPr indent="-228600" lvl="0" marL="457200" algn="l">
              <a:spcBef>
                <a:spcPts val="672"/>
              </a:spcBef>
              <a:spcAft>
                <a:spcPts val="0"/>
              </a:spcAft>
              <a:buSzPts val="3220"/>
              <a:buNone/>
              <a:defRPr b="0" sz="2800">
                <a:solidFill>
                  <a:schemeClr val="accent1"/>
                </a:solidFill>
              </a:defRPr>
            </a:lvl1pPr>
            <a:lvl2pPr indent="-228600" lvl="1" marL="914400" algn="l">
              <a:spcBef>
                <a:spcPts val="600"/>
              </a:spcBef>
              <a:spcAft>
                <a:spcPts val="0"/>
              </a:spcAft>
              <a:buSzPts val="2300"/>
              <a:buNone/>
              <a:defRPr b="1" sz="2000"/>
            </a:lvl2pPr>
            <a:lvl3pPr indent="-228600" lvl="2" marL="1371600" algn="l">
              <a:spcBef>
                <a:spcPts val="600"/>
              </a:spcBef>
              <a:spcAft>
                <a:spcPts val="0"/>
              </a:spcAft>
              <a:buSzPts val="2070"/>
              <a:buNone/>
              <a:defRPr b="1" sz="1800"/>
            </a:lvl3pPr>
            <a:lvl4pPr indent="-228600" lvl="3" marL="1828800" algn="l">
              <a:spcBef>
                <a:spcPts val="600"/>
              </a:spcBef>
              <a:spcAft>
                <a:spcPts val="0"/>
              </a:spcAft>
              <a:buSzPts val="1840"/>
              <a:buNone/>
              <a:defRPr b="1" sz="1600"/>
            </a:lvl4pPr>
            <a:lvl5pPr indent="-228600" lvl="4" marL="2286000" algn="l">
              <a:spcBef>
                <a:spcPts val="600"/>
              </a:spcBef>
              <a:spcAft>
                <a:spcPts val="0"/>
              </a:spcAft>
              <a:buSzPts val="1840"/>
              <a:buNone/>
              <a:defRPr b="1" sz="1600"/>
            </a:lvl5pPr>
            <a:lvl6pPr indent="-228600" lvl="5" marL="2743200" algn="l">
              <a:spcBef>
                <a:spcPts val="600"/>
              </a:spcBef>
              <a:spcAft>
                <a:spcPts val="0"/>
              </a:spcAft>
              <a:buSzPts val="1840"/>
              <a:buNone/>
              <a:defRPr b="1" sz="1600"/>
            </a:lvl6pPr>
            <a:lvl7pPr indent="-228600" lvl="6" marL="3200400" algn="l">
              <a:spcBef>
                <a:spcPts val="600"/>
              </a:spcBef>
              <a:spcAft>
                <a:spcPts val="0"/>
              </a:spcAft>
              <a:buSzPts val="1840"/>
              <a:buNone/>
              <a:defRPr b="1" sz="1600"/>
            </a:lvl7pPr>
            <a:lvl8pPr indent="-228600" lvl="7" marL="3657600" algn="l">
              <a:spcBef>
                <a:spcPts val="600"/>
              </a:spcBef>
              <a:spcAft>
                <a:spcPts val="0"/>
              </a:spcAft>
              <a:buSzPts val="1840"/>
              <a:buNone/>
              <a:defRPr b="1" sz="1600"/>
            </a:lvl8pPr>
            <a:lvl9pPr indent="-228600" lvl="8" marL="4114800" algn="l">
              <a:spcBef>
                <a:spcPts val="600"/>
              </a:spcBef>
              <a:spcAft>
                <a:spcPts val="600"/>
              </a:spcAft>
              <a:buSzPts val="1840"/>
              <a:buNone/>
              <a:defRPr b="1" sz="1600"/>
            </a:lvl9pPr>
          </a:lstStyle>
          <a:p/>
        </p:txBody>
      </p:sp>
      <p:sp>
        <p:nvSpPr>
          <p:cNvPr id="63" name="Google Shape;63;p8"/>
          <p:cNvSpPr txBox="1"/>
          <p:nvPr>
            <p:ph idx="2" type="body"/>
          </p:nvPr>
        </p:nvSpPr>
        <p:spPr>
          <a:xfrm>
            <a:off x="1295400" y="3243262"/>
            <a:ext cx="4718304" cy="2632605"/>
          </a:xfrm>
          <a:prstGeom prst="rect">
            <a:avLst/>
          </a:prstGeom>
          <a:noFill/>
          <a:ln>
            <a:noFill/>
          </a:ln>
        </p:spPr>
        <p:txBody>
          <a:bodyPr anchorCtr="0" anchor="t" bIns="45700" lIns="91425" spcFirstLastPara="1" rIns="91425" wrap="square" tIns="45700">
            <a:normAutofit/>
          </a:bodyPr>
          <a:lstStyle>
            <a:lvl1pPr indent="-360045" lvl="0" marL="457200" algn="l">
              <a:spcBef>
                <a:spcPts val="360"/>
              </a:spcBef>
              <a:spcAft>
                <a:spcPts val="0"/>
              </a:spcAft>
              <a:buSzPts val="2070"/>
              <a:buChar char="•"/>
              <a:defRPr/>
            </a:lvl1pPr>
            <a:lvl2pPr indent="-360045" lvl="1" marL="914400" algn="l">
              <a:spcBef>
                <a:spcPts val="600"/>
              </a:spcBef>
              <a:spcAft>
                <a:spcPts val="0"/>
              </a:spcAft>
              <a:buSzPts val="2070"/>
              <a:buChar char="•"/>
              <a:defRPr/>
            </a:lvl2pPr>
            <a:lvl3pPr indent="-360045" lvl="2" marL="1371600" algn="l">
              <a:spcBef>
                <a:spcPts val="600"/>
              </a:spcBef>
              <a:spcAft>
                <a:spcPts val="0"/>
              </a:spcAft>
              <a:buSzPts val="2070"/>
              <a:buChar char="•"/>
              <a:defRPr/>
            </a:lvl3pPr>
            <a:lvl4pPr indent="-360045" lvl="3" marL="1828800" algn="l">
              <a:spcBef>
                <a:spcPts val="600"/>
              </a:spcBef>
              <a:spcAft>
                <a:spcPts val="0"/>
              </a:spcAft>
              <a:buSzPts val="2070"/>
              <a:buChar char="•"/>
              <a:defRPr/>
            </a:lvl4pPr>
            <a:lvl5pPr indent="-360045" lvl="4" marL="2286000" algn="l">
              <a:spcBef>
                <a:spcPts val="600"/>
              </a:spcBef>
              <a:spcAft>
                <a:spcPts val="0"/>
              </a:spcAft>
              <a:buSzPts val="2070"/>
              <a:buChar char="•"/>
              <a:defRPr/>
            </a:lvl5pPr>
            <a:lvl6pPr indent="-360045" lvl="5" marL="2743200" algn="l">
              <a:spcBef>
                <a:spcPts val="600"/>
              </a:spcBef>
              <a:spcAft>
                <a:spcPts val="0"/>
              </a:spcAft>
              <a:buSzPts val="2070"/>
              <a:buChar char="•"/>
              <a:defRPr/>
            </a:lvl6pPr>
            <a:lvl7pPr indent="-360045" lvl="6" marL="3200400" algn="l">
              <a:spcBef>
                <a:spcPts val="600"/>
              </a:spcBef>
              <a:spcAft>
                <a:spcPts val="0"/>
              </a:spcAft>
              <a:buSzPts val="2070"/>
              <a:buChar char="•"/>
              <a:defRPr/>
            </a:lvl7pPr>
            <a:lvl8pPr indent="-360045" lvl="7" marL="3657600" algn="l">
              <a:spcBef>
                <a:spcPts val="600"/>
              </a:spcBef>
              <a:spcAft>
                <a:spcPts val="0"/>
              </a:spcAft>
              <a:buSzPts val="2070"/>
              <a:buChar char="•"/>
              <a:defRPr/>
            </a:lvl8pPr>
            <a:lvl9pPr indent="-360045" lvl="8" marL="4114800" algn="l">
              <a:spcBef>
                <a:spcPts val="600"/>
              </a:spcBef>
              <a:spcAft>
                <a:spcPts val="600"/>
              </a:spcAft>
              <a:buSzPts val="2070"/>
              <a:buChar char="•"/>
              <a:defRPr/>
            </a:lvl9pPr>
          </a:lstStyle>
          <a:p/>
        </p:txBody>
      </p:sp>
      <p:sp>
        <p:nvSpPr>
          <p:cNvPr id="64" name="Google Shape;64;p8"/>
          <p:cNvSpPr txBox="1"/>
          <p:nvPr>
            <p:ph idx="3" type="body"/>
          </p:nvPr>
        </p:nvSpPr>
        <p:spPr>
          <a:xfrm>
            <a:off x="6180670" y="2658533"/>
            <a:ext cx="4718304" cy="576262"/>
          </a:xfrm>
          <a:prstGeom prst="rect">
            <a:avLst/>
          </a:prstGeom>
          <a:noFill/>
          <a:ln>
            <a:noFill/>
          </a:ln>
        </p:spPr>
        <p:txBody>
          <a:bodyPr anchorCtr="0" anchor="b" bIns="45700" lIns="91425" spcFirstLastPara="1" rIns="91425" wrap="square" tIns="45700">
            <a:noAutofit/>
          </a:bodyPr>
          <a:lstStyle>
            <a:lvl1pPr indent="-228600" lvl="0" marL="457200" algn="l">
              <a:spcBef>
                <a:spcPts val="672"/>
              </a:spcBef>
              <a:spcAft>
                <a:spcPts val="0"/>
              </a:spcAft>
              <a:buSzPts val="3220"/>
              <a:buNone/>
              <a:defRPr b="0" sz="2800">
                <a:solidFill>
                  <a:schemeClr val="accent1"/>
                </a:solidFill>
              </a:defRPr>
            </a:lvl1pPr>
            <a:lvl2pPr indent="-228600" lvl="1" marL="914400" algn="l">
              <a:spcBef>
                <a:spcPts val="600"/>
              </a:spcBef>
              <a:spcAft>
                <a:spcPts val="0"/>
              </a:spcAft>
              <a:buSzPts val="2300"/>
              <a:buNone/>
              <a:defRPr b="1" sz="2000"/>
            </a:lvl2pPr>
            <a:lvl3pPr indent="-228600" lvl="2" marL="1371600" algn="l">
              <a:spcBef>
                <a:spcPts val="600"/>
              </a:spcBef>
              <a:spcAft>
                <a:spcPts val="0"/>
              </a:spcAft>
              <a:buSzPts val="2070"/>
              <a:buNone/>
              <a:defRPr b="1" sz="1800"/>
            </a:lvl3pPr>
            <a:lvl4pPr indent="-228600" lvl="3" marL="1828800" algn="l">
              <a:spcBef>
                <a:spcPts val="600"/>
              </a:spcBef>
              <a:spcAft>
                <a:spcPts val="0"/>
              </a:spcAft>
              <a:buSzPts val="1840"/>
              <a:buNone/>
              <a:defRPr b="1" sz="1600"/>
            </a:lvl4pPr>
            <a:lvl5pPr indent="-228600" lvl="4" marL="2286000" algn="l">
              <a:spcBef>
                <a:spcPts val="600"/>
              </a:spcBef>
              <a:spcAft>
                <a:spcPts val="0"/>
              </a:spcAft>
              <a:buSzPts val="1840"/>
              <a:buNone/>
              <a:defRPr b="1" sz="1600"/>
            </a:lvl5pPr>
            <a:lvl6pPr indent="-228600" lvl="5" marL="2743200" algn="l">
              <a:spcBef>
                <a:spcPts val="600"/>
              </a:spcBef>
              <a:spcAft>
                <a:spcPts val="0"/>
              </a:spcAft>
              <a:buSzPts val="1840"/>
              <a:buNone/>
              <a:defRPr b="1" sz="1600"/>
            </a:lvl6pPr>
            <a:lvl7pPr indent="-228600" lvl="6" marL="3200400" algn="l">
              <a:spcBef>
                <a:spcPts val="600"/>
              </a:spcBef>
              <a:spcAft>
                <a:spcPts val="0"/>
              </a:spcAft>
              <a:buSzPts val="1840"/>
              <a:buNone/>
              <a:defRPr b="1" sz="1600"/>
            </a:lvl7pPr>
            <a:lvl8pPr indent="-228600" lvl="7" marL="3657600" algn="l">
              <a:spcBef>
                <a:spcPts val="600"/>
              </a:spcBef>
              <a:spcAft>
                <a:spcPts val="0"/>
              </a:spcAft>
              <a:buSzPts val="1840"/>
              <a:buNone/>
              <a:defRPr b="1" sz="1600"/>
            </a:lvl8pPr>
            <a:lvl9pPr indent="-228600" lvl="8" marL="4114800" algn="l">
              <a:spcBef>
                <a:spcPts val="600"/>
              </a:spcBef>
              <a:spcAft>
                <a:spcPts val="600"/>
              </a:spcAft>
              <a:buSzPts val="1840"/>
              <a:buNone/>
              <a:defRPr b="1" sz="1600"/>
            </a:lvl9pPr>
          </a:lstStyle>
          <a:p/>
        </p:txBody>
      </p:sp>
      <p:sp>
        <p:nvSpPr>
          <p:cNvPr id="65" name="Google Shape;65;p8"/>
          <p:cNvSpPr txBox="1"/>
          <p:nvPr>
            <p:ph idx="4" type="body"/>
          </p:nvPr>
        </p:nvSpPr>
        <p:spPr>
          <a:xfrm>
            <a:off x="6180670" y="3243262"/>
            <a:ext cx="4718304" cy="2632605"/>
          </a:xfrm>
          <a:prstGeom prst="rect">
            <a:avLst/>
          </a:prstGeom>
          <a:noFill/>
          <a:ln>
            <a:noFill/>
          </a:ln>
        </p:spPr>
        <p:txBody>
          <a:bodyPr anchorCtr="0" anchor="t" bIns="45700" lIns="91425" spcFirstLastPara="1" rIns="91425" wrap="square" tIns="45700">
            <a:normAutofit/>
          </a:bodyPr>
          <a:lstStyle>
            <a:lvl1pPr indent="-360045" lvl="0" marL="457200" algn="l">
              <a:spcBef>
                <a:spcPts val="360"/>
              </a:spcBef>
              <a:spcAft>
                <a:spcPts val="0"/>
              </a:spcAft>
              <a:buSzPts val="2070"/>
              <a:buChar char="•"/>
              <a:defRPr/>
            </a:lvl1pPr>
            <a:lvl2pPr indent="-360045" lvl="1" marL="914400" algn="l">
              <a:spcBef>
                <a:spcPts val="600"/>
              </a:spcBef>
              <a:spcAft>
                <a:spcPts val="0"/>
              </a:spcAft>
              <a:buSzPts val="2070"/>
              <a:buChar char="•"/>
              <a:defRPr/>
            </a:lvl2pPr>
            <a:lvl3pPr indent="-360045" lvl="2" marL="1371600" algn="l">
              <a:spcBef>
                <a:spcPts val="600"/>
              </a:spcBef>
              <a:spcAft>
                <a:spcPts val="0"/>
              </a:spcAft>
              <a:buSzPts val="2070"/>
              <a:buChar char="•"/>
              <a:defRPr/>
            </a:lvl3pPr>
            <a:lvl4pPr indent="-360045" lvl="3" marL="1828800" algn="l">
              <a:spcBef>
                <a:spcPts val="600"/>
              </a:spcBef>
              <a:spcAft>
                <a:spcPts val="0"/>
              </a:spcAft>
              <a:buSzPts val="2070"/>
              <a:buChar char="•"/>
              <a:defRPr/>
            </a:lvl4pPr>
            <a:lvl5pPr indent="-360045" lvl="4" marL="2286000" algn="l">
              <a:spcBef>
                <a:spcPts val="600"/>
              </a:spcBef>
              <a:spcAft>
                <a:spcPts val="0"/>
              </a:spcAft>
              <a:buSzPts val="2070"/>
              <a:buChar char="•"/>
              <a:defRPr/>
            </a:lvl5pPr>
            <a:lvl6pPr indent="-360045" lvl="5" marL="2743200" algn="l">
              <a:spcBef>
                <a:spcPts val="600"/>
              </a:spcBef>
              <a:spcAft>
                <a:spcPts val="0"/>
              </a:spcAft>
              <a:buSzPts val="2070"/>
              <a:buChar char="•"/>
              <a:defRPr/>
            </a:lvl6pPr>
            <a:lvl7pPr indent="-360045" lvl="6" marL="3200400" algn="l">
              <a:spcBef>
                <a:spcPts val="600"/>
              </a:spcBef>
              <a:spcAft>
                <a:spcPts val="0"/>
              </a:spcAft>
              <a:buSzPts val="2070"/>
              <a:buChar char="•"/>
              <a:defRPr/>
            </a:lvl7pPr>
            <a:lvl8pPr indent="-360045" lvl="7" marL="3657600" algn="l">
              <a:spcBef>
                <a:spcPts val="600"/>
              </a:spcBef>
              <a:spcAft>
                <a:spcPts val="0"/>
              </a:spcAft>
              <a:buSzPts val="2070"/>
              <a:buChar char="•"/>
              <a:defRPr/>
            </a:lvl8pPr>
            <a:lvl9pPr indent="-360045" lvl="8" marL="4114800" algn="l">
              <a:spcBef>
                <a:spcPts val="600"/>
              </a:spcBef>
              <a:spcAft>
                <a:spcPts val="600"/>
              </a:spcAft>
              <a:buSzPts val="2070"/>
              <a:buChar char="•"/>
              <a:defRPr/>
            </a:lvl9pPr>
          </a:lstStyle>
          <a:p/>
        </p:txBody>
      </p:sp>
      <p:sp>
        <p:nvSpPr>
          <p:cNvPr id="66" name="Google Shape;66;p8"/>
          <p:cNvSpPr txBox="1"/>
          <p:nvPr>
            <p:ph idx="10" type="dt"/>
          </p:nvPr>
        </p:nvSpPr>
        <p:spPr>
          <a:xfrm>
            <a:off x="8677501" y="5969000"/>
            <a:ext cx="1600200" cy="27940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7" name="Google Shape;67;p8"/>
          <p:cNvSpPr txBox="1"/>
          <p:nvPr>
            <p:ph idx="11" type="ftr"/>
          </p:nvPr>
        </p:nvSpPr>
        <p:spPr>
          <a:xfrm>
            <a:off x="1295401" y="5969000"/>
            <a:ext cx="7305900" cy="27940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8"/>
          <p:cNvSpPr txBox="1"/>
          <p:nvPr>
            <p:ph idx="12" type="sldNum"/>
          </p:nvPr>
        </p:nvSpPr>
        <p:spPr>
          <a:xfrm>
            <a:off x="10353901" y="5969000"/>
            <a:ext cx="542697" cy="279400"/>
          </a:xfrm>
          <a:prstGeom prst="rect">
            <a:avLst/>
          </a:prstGeom>
          <a:noFill/>
          <a:ln>
            <a:noFill/>
          </a:ln>
        </p:spPr>
        <p:txBody>
          <a:bodyPr anchorCtr="0" anchor="ctr" bIns="45700" lIns="91425" spcFirstLastPara="1" rIns="91425" wrap="square" tIns="45700">
            <a:noAutofit/>
          </a:bodyPr>
          <a:lstStyle>
            <a:lvl1pPr indent="0" lvl="0" marL="0" algn="ctr">
              <a:spcBef>
                <a:spcPts val="0"/>
              </a:spcBef>
              <a:spcAft>
                <a:spcPts val="0"/>
              </a:spcAft>
              <a:buClr>
                <a:schemeClr val="dk1"/>
              </a:buClr>
              <a:buSzPts val="1000"/>
              <a:buFont typeface="Garamond"/>
              <a:buNone/>
              <a:defRPr/>
            </a:lvl1pPr>
            <a:lvl2pPr indent="0" lvl="1" marL="0" algn="ctr">
              <a:spcBef>
                <a:spcPts val="0"/>
              </a:spcBef>
              <a:spcAft>
                <a:spcPts val="0"/>
              </a:spcAft>
              <a:buClr>
                <a:schemeClr val="dk1"/>
              </a:buClr>
              <a:buSzPts val="1000"/>
              <a:buFont typeface="Garamond"/>
              <a:buNone/>
              <a:defRPr/>
            </a:lvl2pPr>
            <a:lvl3pPr indent="0" lvl="2" marL="0" algn="ctr">
              <a:spcBef>
                <a:spcPts val="0"/>
              </a:spcBef>
              <a:spcAft>
                <a:spcPts val="0"/>
              </a:spcAft>
              <a:buClr>
                <a:schemeClr val="dk1"/>
              </a:buClr>
              <a:buSzPts val="1000"/>
              <a:buFont typeface="Garamond"/>
              <a:buNone/>
              <a:defRPr/>
            </a:lvl3pPr>
            <a:lvl4pPr indent="0" lvl="3" marL="0" algn="ctr">
              <a:spcBef>
                <a:spcPts val="0"/>
              </a:spcBef>
              <a:spcAft>
                <a:spcPts val="0"/>
              </a:spcAft>
              <a:buClr>
                <a:schemeClr val="dk1"/>
              </a:buClr>
              <a:buSzPts val="1000"/>
              <a:buFont typeface="Garamond"/>
              <a:buNone/>
              <a:defRPr/>
            </a:lvl4pPr>
            <a:lvl5pPr indent="0" lvl="4" marL="0" algn="ctr">
              <a:spcBef>
                <a:spcPts val="0"/>
              </a:spcBef>
              <a:spcAft>
                <a:spcPts val="0"/>
              </a:spcAft>
              <a:buClr>
                <a:schemeClr val="dk1"/>
              </a:buClr>
              <a:buSzPts val="1000"/>
              <a:buFont typeface="Garamond"/>
              <a:buNone/>
              <a:defRPr/>
            </a:lvl5pPr>
            <a:lvl6pPr indent="0" lvl="5" marL="0" algn="ctr">
              <a:spcBef>
                <a:spcPts val="0"/>
              </a:spcBef>
              <a:spcAft>
                <a:spcPts val="0"/>
              </a:spcAft>
              <a:buClr>
                <a:schemeClr val="dk1"/>
              </a:buClr>
              <a:buSzPts val="1000"/>
              <a:buFont typeface="Garamond"/>
              <a:buNone/>
              <a:defRPr/>
            </a:lvl6pPr>
            <a:lvl7pPr indent="0" lvl="6" marL="0" algn="ctr">
              <a:spcBef>
                <a:spcPts val="0"/>
              </a:spcBef>
              <a:spcAft>
                <a:spcPts val="0"/>
              </a:spcAft>
              <a:buClr>
                <a:schemeClr val="dk1"/>
              </a:buClr>
              <a:buSzPts val="1000"/>
              <a:buFont typeface="Garamond"/>
              <a:buNone/>
              <a:defRPr/>
            </a:lvl7pPr>
            <a:lvl8pPr indent="0" lvl="7" marL="0" algn="ctr">
              <a:spcBef>
                <a:spcPts val="0"/>
              </a:spcBef>
              <a:spcAft>
                <a:spcPts val="0"/>
              </a:spcAft>
              <a:buClr>
                <a:schemeClr val="dk1"/>
              </a:buClr>
              <a:buSzPts val="1000"/>
              <a:buFont typeface="Garamond"/>
              <a:buNone/>
              <a:defRPr/>
            </a:lvl8pPr>
            <a:lvl9pPr indent="0" lvl="8" marL="0" algn="ctr">
              <a:spcBef>
                <a:spcPts val="0"/>
              </a:spcBef>
              <a:spcAft>
                <a:spcPts val="0"/>
              </a:spcAft>
              <a:buClr>
                <a:schemeClr val="dk1"/>
              </a:buClr>
              <a:buSzPts val="1000"/>
              <a:buFont typeface="Garamond"/>
              <a:buNone/>
              <a:defRPr/>
            </a:lvl9pPr>
          </a:lstStyle>
          <a:p>
            <a:pPr indent="0" lvl="0" marL="0" rtl="0" algn="ctr">
              <a:spcBef>
                <a:spcPts val="0"/>
              </a:spcBef>
              <a:spcAft>
                <a:spcPts val="0"/>
              </a:spcAft>
              <a:buNone/>
            </a:pPr>
            <a:fld id="{00000000-1234-1234-1234-123412341234}" type="slidenum">
              <a:rPr lang="it-IT"/>
              <a:t>‹#›</a:t>
            </a:fld>
            <a:endParaRPr/>
          </a:p>
        </p:txBody>
      </p:sp>
      <p:cxnSp>
        <p:nvCxnSpPr>
          <p:cNvPr id="69" name="Google Shape;69;p8"/>
          <p:cNvCxnSpPr/>
          <p:nvPr/>
        </p:nvCxnSpPr>
        <p:spPr>
          <a:xfrm>
            <a:off x="1396169" y="2421466"/>
            <a:ext cx="9407298" cy="0"/>
          </a:xfrm>
          <a:prstGeom prst="straightConnector1">
            <a:avLst/>
          </a:prstGeom>
          <a:noFill/>
          <a:ln cap="flat" cmpd="sng" w="15875">
            <a:solidFill>
              <a:schemeClr val="accent1"/>
            </a:solidFill>
            <a:prstDash val="solid"/>
            <a:round/>
            <a:headEnd len="sm" w="sm" type="none"/>
            <a:tailEnd len="sm" w="sm" type="none"/>
          </a:ln>
        </p:spPr>
      </p:cxn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olo titolo" type="titleOnly">
  <p:cSld name="TITLE_ONLY">
    <p:spTree>
      <p:nvGrpSpPr>
        <p:cNvPr id="70" name="Shape 70"/>
        <p:cNvGrpSpPr/>
        <p:nvPr/>
      </p:nvGrpSpPr>
      <p:grpSpPr>
        <a:xfrm>
          <a:off x="0" y="0"/>
          <a:ext cx="0" cy="0"/>
          <a:chOff x="0" y="0"/>
          <a:chExt cx="0" cy="0"/>
        </a:xfrm>
      </p:grpSpPr>
      <p:sp>
        <p:nvSpPr>
          <p:cNvPr id="71" name="Google Shape;71;p9"/>
          <p:cNvSpPr txBox="1"/>
          <p:nvPr>
            <p:ph type="title"/>
          </p:nvPr>
        </p:nvSpPr>
        <p:spPr>
          <a:xfrm>
            <a:off x="1295402" y="982132"/>
            <a:ext cx="9601196" cy="1303867"/>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rgbClr val="262626"/>
              </a:buClr>
              <a:buSzPts val="18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9"/>
          <p:cNvSpPr txBox="1"/>
          <p:nvPr>
            <p:ph idx="10" type="dt"/>
          </p:nvPr>
        </p:nvSpPr>
        <p:spPr>
          <a:xfrm>
            <a:off x="8677501" y="5969000"/>
            <a:ext cx="1600200" cy="27940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9"/>
          <p:cNvSpPr txBox="1"/>
          <p:nvPr>
            <p:ph idx="11" type="ftr"/>
          </p:nvPr>
        </p:nvSpPr>
        <p:spPr>
          <a:xfrm>
            <a:off x="1295401" y="5969000"/>
            <a:ext cx="7305900" cy="27940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4" name="Google Shape;74;p9"/>
          <p:cNvSpPr txBox="1"/>
          <p:nvPr>
            <p:ph idx="12" type="sldNum"/>
          </p:nvPr>
        </p:nvSpPr>
        <p:spPr>
          <a:xfrm>
            <a:off x="10353901" y="5969000"/>
            <a:ext cx="542697" cy="279400"/>
          </a:xfrm>
          <a:prstGeom prst="rect">
            <a:avLst/>
          </a:prstGeom>
          <a:noFill/>
          <a:ln>
            <a:noFill/>
          </a:ln>
        </p:spPr>
        <p:txBody>
          <a:bodyPr anchorCtr="0" anchor="ctr" bIns="45700" lIns="91425" spcFirstLastPara="1" rIns="91425" wrap="square" tIns="45700">
            <a:noAutofit/>
          </a:bodyPr>
          <a:lstStyle>
            <a:lvl1pPr indent="0" lvl="0" marL="0" algn="ctr">
              <a:spcBef>
                <a:spcPts val="0"/>
              </a:spcBef>
              <a:spcAft>
                <a:spcPts val="0"/>
              </a:spcAft>
              <a:buClr>
                <a:schemeClr val="dk1"/>
              </a:buClr>
              <a:buSzPts val="1000"/>
              <a:buFont typeface="Garamond"/>
              <a:buNone/>
              <a:defRPr/>
            </a:lvl1pPr>
            <a:lvl2pPr indent="0" lvl="1" marL="0" algn="ctr">
              <a:spcBef>
                <a:spcPts val="0"/>
              </a:spcBef>
              <a:spcAft>
                <a:spcPts val="0"/>
              </a:spcAft>
              <a:buClr>
                <a:schemeClr val="dk1"/>
              </a:buClr>
              <a:buSzPts val="1000"/>
              <a:buFont typeface="Garamond"/>
              <a:buNone/>
              <a:defRPr/>
            </a:lvl2pPr>
            <a:lvl3pPr indent="0" lvl="2" marL="0" algn="ctr">
              <a:spcBef>
                <a:spcPts val="0"/>
              </a:spcBef>
              <a:spcAft>
                <a:spcPts val="0"/>
              </a:spcAft>
              <a:buClr>
                <a:schemeClr val="dk1"/>
              </a:buClr>
              <a:buSzPts val="1000"/>
              <a:buFont typeface="Garamond"/>
              <a:buNone/>
              <a:defRPr/>
            </a:lvl3pPr>
            <a:lvl4pPr indent="0" lvl="3" marL="0" algn="ctr">
              <a:spcBef>
                <a:spcPts val="0"/>
              </a:spcBef>
              <a:spcAft>
                <a:spcPts val="0"/>
              </a:spcAft>
              <a:buClr>
                <a:schemeClr val="dk1"/>
              </a:buClr>
              <a:buSzPts val="1000"/>
              <a:buFont typeface="Garamond"/>
              <a:buNone/>
              <a:defRPr/>
            </a:lvl4pPr>
            <a:lvl5pPr indent="0" lvl="4" marL="0" algn="ctr">
              <a:spcBef>
                <a:spcPts val="0"/>
              </a:spcBef>
              <a:spcAft>
                <a:spcPts val="0"/>
              </a:spcAft>
              <a:buClr>
                <a:schemeClr val="dk1"/>
              </a:buClr>
              <a:buSzPts val="1000"/>
              <a:buFont typeface="Garamond"/>
              <a:buNone/>
              <a:defRPr/>
            </a:lvl5pPr>
            <a:lvl6pPr indent="0" lvl="5" marL="0" algn="ctr">
              <a:spcBef>
                <a:spcPts val="0"/>
              </a:spcBef>
              <a:spcAft>
                <a:spcPts val="0"/>
              </a:spcAft>
              <a:buClr>
                <a:schemeClr val="dk1"/>
              </a:buClr>
              <a:buSzPts val="1000"/>
              <a:buFont typeface="Garamond"/>
              <a:buNone/>
              <a:defRPr/>
            </a:lvl6pPr>
            <a:lvl7pPr indent="0" lvl="6" marL="0" algn="ctr">
              <a:spcBef>
                <a:spcPts val="0"/>
              </a:spcBef>
              <a:spcAft>
                <a:spcPts val="0"/>
              </a:spcAft>
              <a:buClr>
                <a:schemeClr val="dk1"/>
              </a:buClr>
              <a:buSzPts val="1000"/>
              <a:buFont typeface="Garamond"/>
              <a:buNone/>
              <a:defRPr/>
            </a:lvl7pPr>
            <a:lvl8pPr indent="0" lvl="7" marL="0" algn="ctr">
              <a:spcBef>
                <a:spcPts val="0"/>
              </a:spcBef>
              <a:spcAft>
                <a:spcPts val="0"/>
              </a:spcAft>
              <a:buClr>
                <a:schemeClr val="dk1"/>
              </a:buClr>
              <a:buSzPts val="1000"/>
              <a:buFont typeface="Garamond"/>
              <a:buNone/>
              <a:defRPr/>
            </a:lvl8pPr>
            <a:lvl9pPr indent="0" lvl="8" marL="0" algn="ctr">
              <a:spcBef>
                <a:spcPts val="0"/>
              </a:spcBef>
              <a:spcAft>
                <a:spcPts val="0"/>
              </a:spcAft>
              <a:buClr>
                <a:schemeClr val="dk1"/>
              </a:buClr>
              <a:buSzPts val="1000"/>
              <a:buFont typeface="Garamond"/>
              <a:buNone/>
              <a:defRPr/>
            </a:lvl9pPr>
          </a:lstStyle>
          <a:p>
            <a:pPr indent="0" lvl="0" marL="0" rtl="0" algn="ctr">
              <a:spcBef>
                <a:spcPts val="0"/>
              </a:spcBef>
              <a:spcAft>
                <a:spcPts val="0"/>
              </a:spcAft>
              <a:buNone/>
            </a:pPr>
            <a:fld id="{00000000-1234-1234-1234-123412341234}" type="slidenum">
              <a:rPr lang="it-IT"/>
              <a:t>‹#›</a:t>
            </a:fld>
            <a:endParaRPr/>
          </a:p>
        </p:txBody>
      </p:sp>
      <p:cxnSp>
        <p:nvCxnSpPr>
          <p:cNvPr id="75" name="Google Shape;75;p9"/>
          <p:cNvCxnSpPr/>
          <p:nvPr/>
        </p:nvCxnSpPr>
        <p:spPr>
          <a:xfrm>
            <a:off x="1396169" y="2421466"/>
            <a:ext cx="9407298" cy="0"/>
          </a:xfrm>
          <a:prstGeom prst="straightConnector1">
            <a:avLst/>
          </a:prstGeom>
          <a:noFill/>
          <a:ln cap="flat" cmpd="sng" w="15875">
            <a:solidFill>
              <a:schemeClr val="accent1"/>
            </a:solidFill>
            <a:prstDash val="solid"/>
            <a:round/>
            <a:headEnd len="sm" w="sm" type="none"/>
            <a:tailEnd len="sm" w="sm" type="none"/>
          </a:ln>
        </p:spPr>
      </p:cxn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uto con didascalia" type="objTx">
  <p:cSld name="OBJECT_WITH_CAPTION_TEXT">
    <p:spTree>
      <p:nvGrpSpPr>
        <p:cNvPr id="76" name="Shape 76"/>
        <p:cNvGrpSpPr/>
        <p:nvPr/>
      </p:nvGrpSpPr>
      <p:grpSpPr>
        <a:xfrm>
          <a:off x="0" y="0"/>
          <a:ext cx="0" cy="0"/>
          <a:chOff x="0" y="0"/>
          <a:chExt cx="0" cy="0"/>
        </a:xfrm>
      </p:grpSpPr>
      <p:sp>
        <p:nvSpPr>
          <p:cNvPr id="77" name="Google Shape;77;p10"/>
          <p:cNvSpPr txBox="1"/>
          <p:nvPr>
            <p:ph type="title"/>
          </p:nvPr>
        </p:nvSpPr>
        <p:spPr>
          <a:xfrm>
            <a:off x="1293811" y="1388534"/>
            <a:ext cx="3718455" cy="1371600"/>
          </a:xfrm>
          <a:prstGeom prst="rect">
            <a:avLst/>
          </a:prstGeom>
          <a:noFill/>
          <a:ln>
            <a:noFill/>
          </a:ln>
        </p:spPr>
        <p:txBody>
          <a:bodyPr anchorCtr="0" anchor="b" bIns="45700" lIns="91425" spcFirstLastPara="1" rIns="91425" wrap="square" tIns="45700">
            <a:normAutofit/>
          </a:bodyPr>
          <a:lstStyle>
            <a:lvl1pPr lvl="0" algn="ctr">
              <a:spcBef>
                <a:spcPts val="0"/>
              </a:spcBef>
              <a:spcAft>
                <a:spcPts val="0"/>
              </a:spcAft>
              <a:buClr>
                <a:srgbClr val="262626"/>
              </a:buClr>
              <a:buSzPts val="2400"/>
              <a:buFont typeface="Garamond"/>
              <a:buNone/>
              <a:defRPr b="0" sz="2400"/>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10"/>
          <p:cNvSpPr txBox="1"/>
          <p:nvPr>
            <p:ph idx="1" type="body"/>
          </p:nvPr>
        </p:nvSpPr>
        <p:spPr>
          <a:xfrm>
            <a:off x="5418668" y="982131"/>
            <a:ext cx="5469466" cy="4893735"/>
          </a:xfrm>
          <a:prstGeom prst="rect">
            <a:avLst/>
          </a:prstGeom>
          <a:noFill/>
          <a:ln>
            <a:noFill/>
          </a:ln>
        </p:spPr>
        <p:txBody>
          <a:bodyPr anchorCtr="0" anchor="ctr" bIns="45700" lIns="91425" spcFirstLastPara="1" rIns="91425" wrap="square" tIns="45700">
            <a:normAutofit/>
          </a:bodyPr>
          <a:lstStyle>
            <a:lvl1pPr indent="-360045" lvl="0" marL="457200" algn="l">
              <a:spcBef>
                <a:spcPts val="360"/>
              </a:spcBef>
              <a:spcAft>
                <a:spcPts val="0"/>
              </a:spcAft>
              <a:buSzPts val="2070"/>
              <a:buChar char="•"/>
              <a:defRPr/>
            </a:lvl1pPr>
            <a:lvl2pPr indent="-360045" lvl="1" marL="914400" algn="l">
              <a:spcBef>
                <a:spcPts val="600"/>
              </a:spcBef>
              <a:spcAft>
                <a:spcPts val="0"/>
              </a:spcAft>
              <a:buSzPts val="2070"/>
              <a:buChar char="•"/>
              <a:defRPr/>
            </a:lvl2pPr>
            <a:lvl3pPr indent="-360045" lvl="2" marL="1371600" algn="l">
              <a:spcBef>
                <a:spcPts val="600"/>
              </a:spcBef>
              <a:spcAft>
                <a:spcPts val="0"/>
              </a:spcAft>
              <a:buSzPts val="2070"/>
              <a:buChar char="•"/>
              <a:defRPr/>
            </a:lvl3pPr>
            <a:lvl4pPr indent="-360045" lvl="3" marL="1828800" algn="l">
              <a:spcBef>
                <a:spcPts val="600"/>
              </a:spcBef>
              <a:spcAft>
                <a:spcPts val="0"/>
              </a:spcAft>
              <a:buSzPts val="2070"/>
              <a:buChar char="•"/>
              <a:defRPr/>
            </a:lvl4pPr>
            <a:lvl5pPr indent="-360045" lvl="4" marL="2286000" algn="l">
              <a:spcBef>
                <a:spcPts val="600"/>
              </a:spcBef>
              <a:spcAft>
                <a:spcPts val="0"/>
              </a:spcAft>
              <a:buSzPts val="2070"/>
              <a:buChar char="•"/>
              <a:defRPr/>
            </a:lvl5pPr>
            <a:lvl6pPr indent="-360045" lvl="5" marL="2743200" algn="l">
              <a:spcBef>
                <a:spcPts val="600"/>
              </a:spcBef>
              <a:spcAft>
                <a:spcPts val="0"/>
              </a:spcAft>
              <a:buSzPts val="2070"/>
              <a:buChar char="•"/>
              <a:defRPr/>
            </a:lvl6pPr>
            <a:lvl7pPr indent="-360045" lvl="6" marL="3200400" algn="l">
              <a:spcBef>
                <a:spcPts val="600"/>
              </a:spcBef>
              <a:spcAft>
                <a:spcPts val="0"/>
              </a:spcAft>
              <a:buSzPts val="2070"/>
              <a:buChar char="•"/>
              <a:defRPr/>
            </a:lvl7pPr>
            <a:lvl8pPr indent="-360045" lvl="7" marL="3657600" algn="l">
              <a:spcBef>
                <a:spcPts val="600"/>
              </a:spcBef>
              <a:spcAft>
                <a:spcPts val="0"/>
              </a:spcAft>
              <a:buSzPts val="2070"/>
              <a:buChar char="•"/>
              <a:defRPr/>
            </a:lvl8pPr>
            <a:lvl9pPr indent="-360045" lvl="8" marL="4114800" algn="l">
              <a:spcBef>
                <a:spcPts val="600"/>
              </a:spcBef>
              <a:spcAft>
                <a:spcPts val="600"/>
              </a:spcAft>
              <a:buSzPts val="2070"/>
              <a:buChar char="•"/>
              <a:defRPr/>
            </a:lvl9pPr>
          </a:lstStyle>
          <a:p/>
        </p:txBody>
      </p:sp>
      <p:sp>
        <p:nvSpPr>
          <p:cNvPr id="79" name="Google Shape;79;p10"/>
          <p:cNvSpPr txBox="1"/>
          <p:nvPr>
            <p:ph idx="2" type="body"/>
          </p:nvPr>
        </p:nvSpPr>
        <p:spPr>
          <a:xfrm>
            <a:off x="1293811" y="3031065"/>
            <a:ext cx="3718455" cy="2438404"/>
          </a:xfrm>
          <a:prstGeom prst="rect">
            <a:avLst/>
          </a:prstGeom>
          <a:noFill/>
          <a:ln>
            <a:noFill/>
          </a:ln>
        </p:spPr>
        <p:txBody>
          <a:bodyPr anchorCtr="0" anchor="t" bIns="45700" lIns="91425" spcFirstLastPara="1" rIns="91425" wrap="square" tIns="45700">
            <a:normAutofit/>
          </a:bodyPr>
          <a:lstStyle>
            <a:lvl1pPr indent="-228600" lvl="0" marL="457200" algn="ctr">
              <a:spcBef>
                <a:spcPts val="320"/>
              </a:spcBef>
              <a:spcAft>
                <a:spcPts val="0"/>
              </a:spcAft>
              <a:buSzPts val="1840"/>
              <a:buNone/>
              <a:defRPr sz="1600"/>
            </a:lvl1pPr>
            <a:lvl2pPr indent="-228600" lvl="1" marL="914400" algn="l">
              <a:spcBef>
                <a:spcPts val="600"/>
              </a:spcBef>
              <a:spcAft>
                <a:spcPts val="0"/>
              </a:spcAft>
              <a:buSzPts val="1380"/>
              <a:buNone/>
              <a:defRPr sz="1200"/>
            </a:lvl2pPr>
            <a:lvl3pPr indent="-228600" lvl="2" marL="1371600" algn="l">
              <a:spcBef>
                <a:spcPts val="600"/>
              </a:spcBef>
              <a:spcAft>
                <a:spcPts val="0"/>
              </a:spcAft>
              <a:buSzPts val="1150"/>
              <a:buNone/>
              <a:defRPr sz="1000"/>
            </a:lvl3pPr>
            <a:lvl4pPr indent="-228600" lvl="3" marL="1828800" algn="l">
              <a:spcBef>
                <a:spcPts val="600"/>
              </a:spcBef>
              <a:spcAft>
                <a:spcPts val="0"/>
              </a:spcAft>
              <a:buSzPts val="1035"/>
              <a:buNone/>
              <a:defRPr sz="900"/>
            </a:lvl4pPr>
            <a:lvl5pPr indent="-228600" lvl="4" marL="2286000" algn="l">
              <a:spcBef>
                <a:spcPts val="600"/>
              </a:spcBef>
              <a:spcAft>
                <a:spcPts val="0"/>
              </a:spcAft>
              <a:buSzPts val="1035"/>
              <a:buNone/>
              <a:defRPr sz="900"/>
            </a:lvl5pPr>
            <a:lvl6pPr indent="-228600" lvl="5" marL="2743200" algn="l">
              <a:spcBef>
                <a:spcPts val="600"/>
              </a:spcBef>
              <a:spcAft>
                <a:spcPts val="0"/>
              </a:spcAft>
              <a:buSzPts val="1035"/>
              <a:buNone/>
              <a:defRPr sz="900"/>
            </a:lvl6pPr>
            <a:lvl7pPr indent="-228600" lvl="6" marL="3200400" algn="l">
              <a:spcBef>
                <a:spcPts val="600"/>
              </a:spcBef>
              <a:spcAft>
                <a:spcPts val="0"/>
              </a:spcAft>
              <a:buSzPts val="1035"/>
              <a:buNone/>
              <a:defRPr sz="900"/>
            </a:lvl7pPr>
            <a:lvl8pPr indent="-228600" lvl="7" marL="3657600" algn="l">
              <a:spcBef>
                <a:spcPts val="600"/>
              </a:spcBef>
              <a:spcAft>
                <a:spcPts val="0"/>
              </a:spcAft>
              <a:buSzPts val="1035"/>
              <a:buNone/>
              <a:defRPr sz="900"/>
            </a:lvl8pPr>
            <a:lvl9pPr indent="-228600" lvl="8" marL="4114800" algn="l">
              <a:spcBef>
                <a:spcPts val="600"/>
              </a:spcBef>
              <a:spcAft>
                <a:spcPts val="600"/>
              </a:spcAft>
              <a:buSzPts val="1035"/>
              <a:buNone/>
              <a:defRPr sz="900"/>
            </a:lvl9pPr>
          </a:lstStyle>
          <a:p/>
        </p:txBody>
      </p:sp>
      <p:sp>
        <p:nvSpPr>
          <p:cNvPr id="80" name="Google Shape;80;p10"/>
          <p:cNvSpPr txBox="1"/>
          <p:nvPr>
            <p:ph idx="10" type="dt"/>
          </p:nvPr>
        </p:nvSpPr>
        <p:spPr>
          <a:xfrm>
            <a:off x="8677501" y="5969000"/>
            <a:ext cx="1600200" cy="27940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1" name="Google Shape;81;p10"/>
          <p:cNvSpPr txBox="1"/>
          <p:nvPr>
            <p:ph idx="11" type="ftr"/>
          </p:nvPr>
        </p:nvSpPr>
        <p:spPr>
          <a:xfrm>
            <a:off x="1295401" y="5969000"/>
            <a:ext cx="7305900" cy="27940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0"/>
          <p:cNvSpPr txBox="1"/>
          <p:nvPr>
            <p:ph idx="12" type="sldNum"/>
          </p:nvPr>
        </p:nvSpPr>
        <p:spPr>
          <a:xfrm>
            <a:off x="10353901" y="5969000"/>
            <a:ext cx="542697" cy="279400"/>
          </a:xfrm>
          <a:prstGeom prst="rect">
            <a:avLst/>
          </a:prstGeom>
          <a:noFill/>
          <a:ln>
            <a:noFill/>
          </a:ln>
        </p:spPr>
        <p:txBody>
          <a:bodyPr anchorCtr="0" anchor="ctr" bIns="45700" lIns="91425" spcFirstLastPara="1" rIns="91425" wrap="square" tIns="45700">
            <a:noAutofit/>
          </a:bodyPr>
          <a:lstStyle>
            <a:lvl1pPr indent="0" lvl="0" marL="0" algn="ctr">
              <a:spcBef>
                <a:spcPts val="0"/>
              </a:spcBef>
              <a:spcAft>
                <a:spcPts val="0"/>
              </a:spcAft>
              <a:buClr>
                <a:schemeClr val="dk1"/>
              </a:buClr>
              <a:buSzPts val="1000"/>
              <a:buFont typeface="Garamond"/>
              <a:buNone/>
              <a:defRPr/>
            </a:lvl1pPr>
            <a:lvl2pPr indent="0" lvl="1" marL="0" algn="ctr">
              <a:spcBef>
                <a:spcPts val="0"/>
              </a:spcBef>
              <a:spcAft>
                <a:spcPts val="0"/>
              </a:spcAft>
              <a:buClr>
                <a:schemeClr val="dk1"/>
              </a:buClr>
              <a:buSzPts val="1000"/>
              <a:buFont typeface="Garamond"/>
              <a:buNone/>
              <a:defRPr/>
            </a:lvl2pPr>
            <a:lvl3pPr indent="0" lvl="2" marL="0" algn="ctr">
              <a:spcBef>
                <a:spcPts val="0"/>
              </a:spcBef>
              <a:spcAft>
                <a:spcPts val="0"/>
              </a:spcAft>
              <a:buClr>
                <a:schemeClr val="dk1"/>
              </a:buClr>
              <a:buSzPts val="1000"/>
              <a:buFont typeface="Garamond"/>
              <a:buNone/>
              <a:defRPr/>
            </a:lvl3pPr>
            <a:lvl4pPr indent="0" lvl="3" marL="0" algn="ctr">
              <a:spcBef>
                <a:spcPts val="0"/>
              </a:spcBef>
              <a:spcAft>
                <a:spcPts val="0"/>
              </a:spcAft>
              <a:buClr>
                <a:schemeClr val="dk1"/>
              </a:buClr>
              <a:buSzPts val="1000"/>
              <a:buFont typeface="Garamond"/>
              <a:buNone/>
              <a:defRPr/>
            </a:lvl4pPr>
            <a:lvl5pPr indent="0" lvl="4" marL="0" algn="ctr">
              <a:spcBef>
                <a:spcPts val="0"/>
              </a:spcBef>
              <a:spcAft>
                <a:spcPts val="0"/>
              </a:spcAft>
              <a:buClr>
                <a:schemeClr val="dk1"/>
              </a:buClr>
              <a:buSzPts val="1000"/>
              <a:buFont typeface="Garamond"/>
              <a:buNone/>
              <a:defRPr/>
            </a:lvl5pPr>
            <a:lvl6pPr indent="0" lvl="5" marL="0" algn="ctr">
              <a:spcBef>
                <a:spcPts val="0"/>
              </a:spcBef>
              <a:spcAft>
                <a:spcPts val="0"/>
              </a:spcAft>
              <a:buClr>
                <a:schemeClr val="dk1"/>
              </a:buClr>
              <a:buSzPts val="1000"/>
              <a:buFont typeface="Garamond"/>
              <a:buNone/>
              <a:defRPr/>
            </a:lvl6pPr>
            <a:lvl7pPr indent="0" lvl="6" marL="0" algn="ctr">
              <a:spcBef>
                <a:spcPts val="0"/>
              </a:spcBef>
              <a:spcAft>
                <a:spcPts val="0"/>
              </a:spcAft>
              <a:buClr>
                <a:schemeClr val="dk1"/>
              </a:buClr>
              <a:buSzPts val="1000"/>
              <a:buFont typeface="Garamond"/>
              <a:buNone/>
              <a:defRPr/>
            </a:lvl7pPr>
            <a:lvl8pPr indent="0" lvl="7" marL="0" algn="ctr">
              <a:spcBef>
                <a:spcPts val="0"/>
              </a:spcBef>
              <a:spcAft>
                <a:spcPts val="0"/>
              </a:spcAft>
              <a:buClr>
                <a:schemeClr val="dk1"/>
              </a:buClr>
              <a:buSzPts val="1000"/>
              <a:buFont typeface="Garamond"/>
              <a:buNone/>
              <a:defRPr/>
            </a:lvl8pPr>
            <a:lvl9pPr indent="0" lvl="8" marL="0" algn="ctr">
              <a:spcBef>
                <a:spcPts val="0"/>
              </a:spcBef>
              <a:spcAft>
                <a:spcPts val="0"/>
              </a:spcAft>
              <a:buClr>
                <a:schemeClr val="dk1"/>
              </a:buClr>
              <a:buSzPts val="1000"/>
              <a:buFont typeface="Garamond"/>
              <a:buNone/>
              <a:defRPr/>
            </a:lvl9pPr>
          </a:lstStyle>
          <a:p>
            <a:pPr indent="0" lvl="0" marL="0" rtl="0" algn="ctr">
              <a:spcBef>
                <a:spcPts val="0"/>
              </a:spcBef>
              <a:spcAft>
                <a:spcPts val="0"/>
              </a:spcAft>
              <a:buNone/>
            </a:pPr>
            <a:fld id="{00000000-1234-1234-1234-123412341234}" type="slidenum">
              <a:rPr lang="it-IT"/>
              <a:t>‹#›</a:t>
            </a:fld>
            <a:endParaRPr/>
          </a:p>
        </p:txBody>
      </p:sp>
      <p:cxnSp>
        <p:nvCxnSpPr>
          <p:cNvPr id="83" name="Google Shape;83;p10"/>
          <p:cNvCxnSpPr/>
          <p:nvPr/>
        </p:nvCxnSpPr>
        <p:spPr>
          <a:xfrm>
            <a:off x="1396169" y="2912533"/>
            <a:ext cx="3514498" cy="0"/>
          </a:xfrm>
          <a:prstGeom prst="straightConnector1">
            <a:avLst/>
          </a:prstGeom>
          <a:noFill/>
          <a:ln cap="flat" cmpd="sng" w="15875">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mmagine con didascalia" type="picTx">
  <p:cSld name="PICTURE_WITH_CAPTION_TEXT">
    <p:spTree>
      <p:nvGrpSpPr>
        <p:cNvPr id="84" name="Shape 84"/>
        <p:cNvGrpSpPr/>
        <p:nvPr/>
      </p:nvGrpSpPr>
      <p:grpSpPr>
        <a:xfrm>
          <a:off x="0" y="0"/>
          <a:ext cx="0" cy="0"/>
          <a:chOff x="0" y="0"/>
          <a:chExt cx="0" cy="0"/>
        </a:xfrm>
      </p:grpSpPr>
      <p:sp>
        <p:nvSpPr>
          <p:cNvPr id="85" name="Google Shape;85;p11"/>
          <p:cNvSpPr txBox="1"/>
          <p:nvPr>
            <p:ph type="title"/>
          </p:nvPr>
        </p:nvSpPr>
        <p:spPr>
          <a:xfrm>
            <a:off x="1295399" y="1883832"/>
            <a:ext cx="6241816" cy="1371600"/>
          </a:xfrm>
          <a:prstGeom prst="rect">
            <a:avLst/>
          </a:prstGeom>
          <a:noFill/>
          <a:ln>
            <a:noFill/>
          </a:ln>
        </p:spPr>
        <p:txBody>
          <a:bodyPr anchorCtr="0" anchor="b" bIns="45700" lIns="91425" spcFirstLastPara="1" rIns="91425" wrap="square" tIns="45700">
            <a:normAutofit/>
          </a:bodyPr>
          <a:lstStyle>
            <a:lvl1pPr lvl="0" algn="ctr">
              <a:spcBef>
                <a:spcPts val="0"/>
              </a:spcBef>
              <a:spcAft>
                <a:spcPts val="0"/>
              </a:spcAft>
              <a:buClr>
                <a:srgbClr val="262626"/>
              </a:buClr>
              <a:buSzPts val="2800"/>
              <a:buFont typeface="Garamond"/>
              <a:buNone/>
              <a:defRPr b="0" sz="2800"/>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6" name="Google Shape;86;p11"/>
          <p:cNvSpPr/>
          <p:nvPr>
            <p:ph idx="2" type="pic"/>
          </p:nvPr>
        </p:nvSpPr>
        <p:spPr>
          <a:xfrm>
            <a:off x="8094831" y="1041400"/>
            <a:ext cx="3063347" cy="4775200"/>
          </a:xfrm>
          <a:prstGeom prst="roundRect">
            <a:avLst>
              <a:gd fmla="val 0" name="adj"/>
            </a:avLst>
          </a:prstGeom>
          <a:noFill/>
          <a:ln cap="flat" cmpd="thickThin" w="57150">
            <a:solidFill>
              <a:srgbClr val="7F7F7F"/>
            </a:solidFill>
            <a:prstDash val="solid"/>
            <a:miter lim="8000"/>
            <a:headEnd len="sm" w="sm" type="none"/>
            <a:tailEnd len="sm" w="sm" type="none"/>
          </a:ln>
        </p:spPr>
      </p:sp>
      <p:sp>
        <p:nvSpPr>
          <p:cNvPr id="87" name="Google Shape;87;p11"/>
          <p:cNvSpPr txBox="1"/>
          <p:nvPr>
            <p:ph idx="1" type="body"/>
          </p:nvPr>
        </p:nvSpPr>
        <p:spPr>
          <a:xfrm>
            <a:off x="1295399" y="3255432"/>
            <a:ext cx="6241816" cy="1828800"/>
          </a:xfrm>
          <a:prstGeom prst="rect">
            <a:avLst/>
          </a:prstGeom>
          <a:noFill/>
          <a:ln>
            <a:noFill/>
          </a:ln>
        </p:spPr>
        <p:txBody>
          <a:bodyPr anchorCtr="0" anchor="t" bIns="45700" lIns="91425" spcFirstLastPara="1" rIns="91425" wrap="square" tIns="45700">
            <a:normAutofit/>
          </a:bodyPr>
          <a:lstStyle>
            <a:lvl1pPr indent="-228600" lvl="0" marL="457200" algn="ctr">
              <a:spcBef>
                <a:spcPts val="360"/>
              </a:spcBef>
              <a:spcAft>
                <a:spcPts val="0"/>
              </a:spcAft>
              <a:buSzPts val="2070"/>
              <a:buNone/>
              <a:defRPr sz="1800"/>
            </a:lvl1pPr>
            <a:lvl2pPr indent="-228600" lvl="1" marL="914400" algn="l">
              <a:spcBef>
                <a:spcPts val="600"/>
              </a:spcBef>
              <a:spcAft>
                <a:spcPts val="0"/>
              </a:spcAft>
              <a:buSzPts val="1380"/>
              <a:buNone/>
              <a:defRPr sz="1200"/>
            </a:lvl2pPr>
            <a:lvl3pPr indent="-228600" lvl="2" marL="1371600" algn="l">
              <a:spcBef>
                <a:spcPts val="600"/>
              </a:spcBef>
              <a:spcAft>
                <a:spcPts val="0"/>
              </a:spcAft>
              <a:buSzPts val="1150"/>
              <a:buNone/>
              <a:defRPr sz="1000"/>
            </a:lvl3pPr>
            <a:lvl4pPr indent="-228600" lvl="3" marL="1828800" algn="l">
              <a:spcBef>
                <a:spcPts val="600"/>
              </a:spcBef>
              <a:spcAft>
                <a:spcPts val="0"/>
              </a:spcAft>
              <a:buSzPts val="1035"/>
              <a:buNone/>
              <a:defRPr sz="900"/>
            </a:lvl4pPr>
            <a:lvl5pPr indent="-228600" lvl="4" marL="2286000" algn="l">
              <a:spcBef>
                <a:spcPts val="600"/>
              </a:spcBef>
              <a:spcAft>
                <a:spcPts val="0"/>
              </a:spcAft>
              <a:buSzPts val="1035"/>
              <a:buNone/>
              <a:defRPr sz="900"/>
            </a:lvl5pPr>
            <a:lvl6pPr indent="-228600" lvl="5" marL="2743200" algn="l">
              <a:spcBef>
                <a:spcPts val="600"/>
              </a:spcBef>
              <a:spcAft>
                <a:spcPts val="0"/>
              </a:spcAft>
              <a:buSzPts val="1035"/>
              <a:buNone/>
              <a:defRPr sz="900"/>
            </a:lvl6pPr>
            <a:lvl7pPr indent="-228600" lvl="6" marL="3200400" algn="l">
              <a:spcBef>
                <a:spcPts val="600"/>
              </a:spcBef>
              <a:spcAft>
                <a:spcPts val="0"/>
              </a:spcAft>
              <a:buSzPts val="1035"/>
              <a:buNone/>
              <a:defRPr sz="900"/>
            </a:lvl7pPr>
            <a:lvl8pPr indent="-228600" lvl="7" marL="3657600" algn="l">
              <a:spcBef>
                <a:spcPts val="600"/>
              </a:spcBef>
              <a:spcAft>
                <a:spcPts val="0"/>
              </a:spcAft>
              <a:buSzPts val="1035"/>
              <a:buNone/>
              <a:defRPr sz="900"/>
            </a:lvl8pPr>
            <a:lvl9pPr indent="-228600" lvl="8" marL="4114800" algn="l">
              <a:spcBef>
                <a:spcPts val="600"/>
              </a:spcBef>
              <a:spcAft>
                <a:spcPts val="600"/>
              </a:spcAft>
              <a:buSzPts val="1035"/>
              <a:buNone/>
              <a:defRPr sz="900"/>
            </a:lvl9pPr>
          </a:lstStyle>
          <a:p/>
        </p:txBody>
      </p:sp>
      <p:sp>
        <p:nvSpPr>
          <p:cNvPr id="88" name="Google Shape;88;p11"/>
          <p:cNvSpPr txBox="1"/>
          <p:nvPr>
            <p:ph idx="10" type="dt"/>
          </p:nvPr>
        </p:nvSpPr>
        <p:spPr>
          <a:xfrm>
            <a:off x="8677501" y="5969000"/>
            <a:ext cx="1600200" cy="27940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1"/>
          <p:cNvSpPr txBox="1"/>
          <p:nvPr>
            <p:ph idx="11" type="ftr"/>
          </p:nvPr>
        </p:nvSpPr>
        <p:spPr>
          <a:xfrm>
            <a:off x="1295401" y="5969000"/>
            <a:ext cx="7305900" cy="27940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90" name="Google Shape;90;p11"/>
          <p:cNvSpPr txBox="1"/>
          <p:nvPr>
            <p:ph idx="12" type="sldNum"/>
          </p:nvPr>
        </p:nvSpPr>
        <p:spPr>
          <a:xfrm>
            <a:off x="10353901" y="5969000"/>
            <a:ext cx="542697" cy="279400"/>
          </a:xfrm>
          <a:prstGeom prst="rect">
            <a:avLst/>
          </a:prstGeom>
          <a:noFill/>
          <a:ln>
            <a:noFill/>
          </a:ln>
        </p:spPr>
        <p:txBody>
          <a:bodyPr anchorCtr="0" anchor="ctr" bIns="45700" lIns="91425" spcFirstLastPara="1" rIns="91425" wrap="square" tIns="45700">
            <a:noAutofit/>
          </a:bodyPr>
          <a:lstStyle>
            <a:lvl1pPr indent="0" lvl="0" marL="0" algn="ctr">
              <a:spcBef>
                <a:spcPts val="0"/>
              </a:spcBef>
              <a:spcAft>
                <a:spcPts val="0"/>
              </a:spcAft>
              <a:buClr>
                <a:schemeClr val="dk1"/>
              </a:buClr>
              <a:buSzPts val="1000"/>
              <a:buFont typeface="Garamond"/>
              <a:buNone/>
              <a:defRPr/>
            </a:lvl1pPr>
            <a:lvl2pPr indent="0" lvl="1" marL="0" algn="ctr">
              <a:spcBef>
                <a:spcPts val="0"/>
              </a:spcBef>
              <a:spcAft>
                <a:spcPts val="0"/>
              </a:spcAft>
              <a:buClr>
                <a:schemeClr val="dk1"/>
              </a:buClr>
              <a:buSzPts val="1000"/>
              <a:buFont typeface="Garamond"/>
              <a:buNone/>
              <a:defRPr/>
            </a:lvl2pPr>
            <a:lvl3pPr indent="0" lvl="2" marL="0" algn="ctr">
              <a:spcBef>
                <a:spcPts val="0"/>
              </a:spcBef>
              <a:spcAft>
                <a:spcPts val="0"/>
              </a:spcAft>
              <a:buClr>
                <a:schemeClr val="dk1"/>
              </a:buClr>
              <a:buSzPts val="1000"/>
              <a:buFont typeface="Garamond"/>
              <a:buNone/>
              <a:defRPr/>
            </a:lvl3pPr>
            <a:lvl4pPr indent="0" lvl="3" marL="0" algn="ctr">
              <a:spcBef>
                <a:spcPts val="0"/>
              </a:spcBef>
              <a:spcAft>
                <a:spcPts val="0"/>
              </a:spcAft>
              <a:buClr>
                <a:schemeClr val="dk1"/>
              </a:buClr>
              <a:buSzPts val="1000"/>
              <a:buFont typeface="Garamond"/>
              <a:buNone/>
              <a:defRPr/>
            </a:lvl4pPr>
            <a:lvl5pPr indent="0" lvl="4" marL="0" algn="ctr">
              <a:spcBef>
                <a:spcPts val="0"/>
              </a:spcBef>
              <a:spcAft>
                <a:spcPts val="0"/>
              </a:spcAft>
              <a:buClr>
                <a:schemeClr val="dk1"/>
              </a:buClr>
              <a:buSzPts val="1000"/>
              <a:buFont typeface="Garamond"/>
              <a:buNone/>
              <a:defRPr/>
            </a:lvl5pPr>
            <a:lvl6pPr indent="0" lvl="5" marL="0" algn="ctr">
              <a:spcBef>
                <a:spcPts val="0"/>
              </a:spcBef>
              <a:spcAft>
                <a:spcPts val="0"/>
              </a:spcAft>
              <a:buClr>
                <a:schemeClr val="dk1"/>
              </a:buClr>
              <a:buSzPts val="1000"/>
              <a:buFont typeface="Garamond"/>
              <a:buNone/>
              <a:defRPr/>
            </a:lvl6pPr>
            <a:lvl7pPr indent="0" lvl="6" marL="0" algn="ctr">
              <a:spcBef>
                <a:spcPts val="0"/>
              </a:spcBef>
              <a:spcAft>
                <a:spcPts val="0"/>
              </a:spcAft>
              <a:buClr>
                <a:schemeClr val="dk1"/>
              </a:buClr>
              <a:buSzPts val="1000"/>
              <a:buFont typeface="Garamond"/>
              <a:buNone/>
              <a:defRPr/>
            </a:lvl7pPr>
            <a:lvl8pPr indent="0" lvl="7" marL="0" algn="ctr">
              <a:spcBef>
                <a:spcPts val="0"/>
              </a:spcBef>
              <a:spcAft>
                <a:spcPts val="0"/>
              </a:spcAft>
              <a:buClr>
                <a:schemeClr val="dk1"/>
              </a:buClr>
              <a:buSzPts val="1000"/>
              <a:buFont typeface="Garamond"/>
              <a:buNone/>
              <a:defRPr/>
            </a:lvl8pPr>
            <a:lvl9pPr indent="0" lvl="8" marL="0" algn="ctr">
              <a:spcBef>
                <a:spcPts val="0"/>
              </a:spcBef>
              <a:spcAft>
                <a:spcPts val="0"/>
              </a:spcAft>
              <a:buClr>
                <a:schemeClr val="dk1"/>
              </a:buClr>
              <a:buSzPts val="1000"/>
              <a:buFont typeface="Garamond"/>
              <a:buNone/>
              <a:defRPr/>
            </a:lvl9pPr>
          </a:lstStyle>
          <a:p>
            <a:pPr indent="0" lvl="0" marL="0" rtl="0" algn="ctr">
              <a:spcBef>
                <a:spcPts val="0"/>
              </a:spcBef>
              <a:spcAft>
                <a:spcPts val="0"/>
              </a:spcAft>
              <a:buNone/>
            </a:pPr>
            <a:fld id="{00000000-1234-1234-1234-123412341234}" type="slidenum">
              <a:rPr lang="it-IT"/>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mmagine panoramica con didascalia">
  <p:cSld name="Immagine panoramica con didascalia">
    <p:spTree>
      <p:nvGrpSpPr>
        <p:cNvPr id="91" name="Shape 91"/>
        <p:cNvGrpSpPr/>
        <p:nvPr/>
      </p:nvGrpSpPr>
      <p:grpSpPr>
        <a:xfrm>
          <a:off x="0" y="0"/>
          <a:ext cx="0" cy="0"/>
          <a:chOff x="0" y="0"/>
          <a:chExt cx="0" cy="0"/>
        </a:xfrm>
      </p:grpSpPr>
      <p:sp>
        <p:nvSpPr>
          <p:cNvPr id="92" name="Google Shape;92;p12"/>
          <p:cNvSpPr txBox="1"/>
          <p:nvPr>
            <p:ph type="title"/>
          </p:nvPr>
        </p:nvSpPr>
        <p:spPr>
          <a:xfrm>
            <a:off x="1295401" y="4815415"/>
            <a:ext cx="9609666" cy="566738"/>
          </a:xfrm>
          <a:prstGeom prst="rect">
            <a:avLst/>
          </a:prstGeom>
          <a:noFill/>
          <a:ln>
            <a:noFill/>
          </a:ln>
        </p:spPr>
        <p:txBody>
          <a:bodyPr anchorCtr="0" anchor="b" bIns="45700" lIns="91425" spcFirstLastPara="1" rIns="91425" wrap="square" tIns="45700">
            <a:normAutofit/>
          </a:bodyPr>
          <a:lstStyle>
            <a:lvl1pPr lvl="0" algn="ctr">
              <a:spcBef>
                <a:spcPts val="0"/>
              </a:spcBef>
              <a:spcAft>
                <a:spcPts val="0"/>
              </a:spcAft>
              <a:buClr>
                <a:srgbClr val="262626"/>
              </a:buClr>
              <a:buSzPts val="2400"/>
              <a:buFont typeface="Garamond"/>
              <a:buNone/>
              <a:defRPr b="0" sz="2400"/>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93" name="Google Shape;93;p12"/>
          <p:cNvSpPr/>
          <p:nvPr>
            <p:ph idx="2" type="pic"/>
          </p:nvPr>
        </p:nvSpPr>
        <p:spPr>
          <a:xfrm>
            <a:off x="1041427" y="1041399"/>
            <a:ext cx="10105972" cy="3335869"/>
          </a:xfrm>
          <a:prstGeom prst="roundRect">
            <a:avLst>
              <a:gd fmla="val 0" name="adj"/>
            </a:avLst>
          </a:prstGeom>
          <a:noFill/>
          <a:ln cap="flat" cmpd="thickThin" w="57150">
            <a:solidFill>
              <a:srgbClr val="7F7F7F"/>
            </a:solidFill>
            <a:prstDash val="solid"/>
            <a:miter lim="8000"/>
            <a:headEnd len="sm" w="sm" type="none"/>
            <a:tailEnd len="sm" w="sm" type="none"/>
          </a:ln>
        </p:spPr>
      </p:sp>
      <p:sp>
        <p:nvSpPr>
          <p:cNvPr id="94" name="Google Shape;94;p12"/>
          <p:cNvSpPr txBox="1"/>
          <p:nvPr>
            <p:ph idx="1" type="body"/>
          </p:nvPr>
        </p:nvSpPr>
        <p:spPr>
          <a:xfrm>
            <a:off x="1295401" y="5382153"/>
            <a:ext cx="9609666" cy="493712"/>
          </a:xfrm>
          <a:prstGeom prst="rect">
            <a:avLst/>
          </a:prstGeom>
          <a:noFill/>
          <a:ln>
            <a:noFill/>
          </a:ln>
        </p:spPr>
        <p:txBody>
          <a:bodyPr anchorCtr="0" anchor="t" bIns="45700" lIns="91425" spcFirstLastPara="1" rIns="91425" wrap="square" tIns="45700">
            <a:normAutofit/>
          </a:bodyPr>
          <a:lstStyle>
            <a:lvl1pPr indent="-228600" lvl="0" marL="457200" algn="ctr">
              <a:spcBef>
                <a:spcPts val="280"/>
              </a:spcBef>
              <a:spcAft>
                <a:spcPts val="0"/>
              </a:spcAft>
              <a:buSzPts val="1610"/>
              <a:buNone/>
              <a:defRPr sz="1400"/>
            </a:lvl1pPr>
            <a:lvl2pPr indent="-228600" lvl="1" marL="914400" algn="l">
              <a:spcBef>
                <a:spcPts val="600"/>
              </a:spcBef>
              <a:spcAft>
                <a:spcPts val="0"/>
              </a:spcAft>
              <a:buSzPts val="1380"/>
              <a:buNone/>
              <a:defRPr sz="1200"/>
            </a:lvl2pPr>
            <a:lvl3pPr indent="-228600" lvl="2" marL="1371600" algn="l">
              <a:spcBef>
                <a:spcPts val="600"/>
              </a:spcBef>
              <a:spcAft>
                <a:spcPts val="0"/>
              </a:spcAft>
              <a:buSzPts val="1150"/>
              <a:buNone/>
              <a:defRPr sz="1000"/>
            </a:lvl3pPr>
            <a:lvl4pPr indent="-228600" lvl="3" marL="1828800" algn="l">
              <a:spcBef>
                <a:spcPts val="600"/>
              </a:spcBef>
              <a:spcAft>
                <a:spcPts val="0"/>
              </a:spcAft>
              <a:buSzPts val="1035"/>
              <a:buNone/>
              <a:defRPr sz="900"/>
            </a:lvl4pPr>
            <a:lvl5pPr indent="-228600" lvl="4" marL="2286000" algn="l">
              <a:spcBef>
                <a:spcPts val="600"/>
              </a:spcBef>
              <a:spcAft>
                <a:spcPts val="0"/>
              </a:spcAft>
              <a:buSzPts val="1035"/>
              <a:buNone/>
              <a:defRPr sz="900"/>
            </a:lvl5pPr>
            <a:lvl6pPr indent="-228600" lvl="5" marL="2743200" algn="l">
              <a:spcBef>
                <a:spcPts val="600"/>
              </a:spcBef>
              <a:spcAft>
                <a:spcPts val="0"/>
              </a:spcAft>
              <a:buSzPts val="1035"/>
              <a:buNone/>
              <a:defRPr sz="900"/>
            </a:lvl6pPr>
            <a:lvl7pPr indent="-228600" lvl="6" marL="3200400" algn="l">
              <a:spcBef>
                <a:spcPts val="600"/>
              </a:spcBef>
              <a:spcAft>
                <a:spcPts val="0"/>
              </a:spcAft>
              <a:buSzPts val="1035"/>
              <a:buNone/>
              <a:defRPr sz="900"/>
            </a:lvl7pPr>
            <a:lvl8pPr indent="-228600" lvl="7" marL="3657600" algn="l">
              <a:spcBef>
                <a:spcPts val="600"/>
              </a:spcBef>
              <a:spcAft>
                <a:spcPts val="0"/>
              </a:spcAft>
              <a:buSzPts val="1035"/>
              <a:buNone/>
              <a:defRPr sz="900"/>
            </a:lvl8pPr>
            <a:lvl9pPr indent="-228600" lvl="8" marL="4114800" algn="l">
              <a:spcBef>
                <a:spcPts val="600"/>
              </a:spcBef>
              <a:spcAft>
                <a:spcPts val="600"/>
              </a:spcAft>
              <a:buSzPts val="1035"/>
              <a:buNone/>
              <a:defRPr sz="900"/>
            </a:lvl9pPr>
          </a:lstStyle>
          <a:p/>
        </p:txBody>
      </p:sp>
      <p:sp>
        <p:nvSpPr>
          <p:cNvPr id="95" name="Google Shape;95;p12"/>
          <p:cNvSpPr txBox="1"/>
          <p:nvPr>
            <p:ph idx="10" type="dt"/>
          </p:nvPr>
        </p:nvSpPr>
        <p:spPr>
          <a:xfrm>
            <a:off x="8677501" y="5969000"/>
            <a:ext cx="1600200" cy="27940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96" name="Google Shape;96;p12"/>
          <p:cNvSpPr txBox="1"/>
          <p:nvPr>
            <p:ph idx="11" type="ftr"/>
          </p:nvPr>
        </p:nvSpPr>
        <p:spPr>
          <a:xfrm>
            <a:off x="1295401" y="5969000"/>
            <a:ext cx="7305900" cy="27940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97" name="Google Shape;97;p12"/>
          <p:cNvSpPr txBox="1"/>
          <p:nvPr>
            <p:ph idx="12" type="sldNum"/>
          </p:nvPr>
        </p:nvSpPr>
        <p:spPr>
          <a:xfrm>
            <a:off x="10353901" y="5969000"/>
            <a:ext cx="542697" cy="279400"/>
          </a:xfrm>
          <a:prstGeom prst="rect">
            <a:avLst/>
          </a:prstGeom>
          <a:noFill/>
          <a:ln>
            <a:noFill/>
          </a:ln>
        </p:spPr>
        <p:txBody>
          <a:bodyPr anchorCtr="0" anchor="ctr" bIns="45700" lIns="91425" spcFirstLastPara="1" rIns="91425" wrap="square" tIns="45700">
            <a:noAutofit/>
          </a:bodyPr>
          <a:lstStyle>
            <a:lvl1pPr indent="0" lvl="0" marL="0" algn="ctr">
              <a:spcBef>
                <a:spcPts val="0"/>
              </a:spcBef>
              <a:spcAft>
                <a:spcPts val="0"/>
              </a:spcAft>
              <a:buClr>
                <a:schemeClr val="dk1"/>
              </a:buClr>
              <a:buSzPts val="1000"/>
              <a:buFont typeface="Garamond"/>
              <a:buNone/>
              <a:defRPr/>
            </a:lvl1pPr>
            <a:lvl2pPr indent="0" lvl="1" marL="0" algn="ctr">
              <a:spcBef>
                <a:spcPts val="0"/>
              </a:spcBef>
              <a:spcAft>
                <a:spcPts val="0"/>
              </a:spcAft>
              <a:buClr>
                <a:schemeClr val="dk1"/>
              </a:buClr>
              <a:buSzPts val="1000"/>
              <a:buFont typeface="Garamond"/>
              <a:buNone/>
              <a:defRPr/>
            </a:lvl2pPr>
            <a:lvl3pPr indent="0" lvl="2" marL="0" algn="ctr">
              <a:spcBef>
                <a:spcPts val="0"/>
              </a:spcBef>
              <a:spcAft>
                <a:spcPts val="0"/>
              </a:spcAft>
              <a:buClr>
                <a:schemeClr val="dk1"/>
              </a:buClr>
              <a:buSzPts val="1000"/>
              <a:buFont typeface="Garamond"/>
              <a:buNone/>
              <a:defRPr/>
            </a:lvl3pPr>
            <a:lvl4pPr indent="0" lvl="3" marL="0" algn="ctr">
              <a:spcBef>
                <a:spcPts val="0"/>
              </a:spcBef>
              <a:spcAft>
                <a:spcPts val="0"/>
              </a:spcAft>
              <a:buClr>
                <a:schemeClr val="dk1"/>
              </a:buClr>
              <a:buSzPts val="1000"/>
              <a:buFont typeface="Garamond"/>
              <a:buNone/>
              <a:defRPr/>
            </a:lvl4pPr>
            <a:lvl5pPr indent="0" lvl="4" marL="0" algn="ctr">
              <a:spcBef>
                <a:spcPts val="0"/>
              </a:spcBef>
              <a:spcAft>
                <a:spcPts val="0"/>
              </a:spcAft>
              <a:buClr>
                <a:schemeClr val="dk1"/>
              </a:buClr>
              <a:buSzPts val="1000"/>
              <a:buFont typeface="Garamond"/>
              <a:buNone/>
              <a:defRPr/>
            </a:lvl5pPr>
            <a:lvl6pPr indent="0" lvl="5" marL="0" algn="ctr">
              <a:spcBef>
                <a:spcPts val="0"/>
              </a:spcBef>
              <a:spcAft>
                <a:spcPts val="0"/>
              </a:spcAft>
              <a:buClr>
                <a:schemeClr val="dk1"/>
              </a:buClr>
              <a:buSzPts val="1000"/>
              <a:buFont typeface="Garamond"/>
              <a:buNone/>
              <a:defRPr/>
            </a:lvl6pPr>
            <a:lvl7pPr indent="0" lvl="6" marL="0" algn="ctr">
              <a:spcBef>
                <a:spcPts val="0"/>
              </a:spcBef>
              <a:spcAft>
                <a:spcPts val="0"/>
              </a:spcAft>
              <a:buClr>
                <a:schemeClr val="dk1"/>
              </a:buClr>
              <a:buSzPts val="1000"/>
              <a:buFont typeface="Garamond"/>
              <a:buNone/>
              <a:defRPr/>
            </a:lvl7pPr>
            <a:lvl8pPr indent="0" lvl="7" marL="0" algn="ctr">
              <a:spcBef>
                <a:spcPts val="0"/>
              </a:spcBef>
              <a:spcAft>
                <a:spcPts val="0"/>
              </a:spcAft>
              <a:buClr>
                <a:schemeClr val="dk1"/>
              </a:buClr>
              <a:buSzPts val="1000"/>
              <a:buFont typeface="Garamond"/>
              <a:buNone/>
              <a:defRPr/>
            </a:lvl8pPr>
            <a:lvl9pPr indent="0" lvl="8" marL="0" algn="ctr">
              <a:spcBef>
                <a:spcPts val="0"/>
              </a:spcBef>
              <a:spcAft>
                <a:spcPts val="0"/>
              </a:spcAft>
              <a:buClr>
                <a:schemeClr val="dk1"/>
              </a:buClr>
              <a:buSzPts val="1000"/>
              <a:buFont typeface="Garamond"/>
              <a:buNone/>
              <a:defRPr/>
            </a:lvl9pPr>
          </a:lstStyle>
          <a:p>
            <a:pPr indent="0" lvl="0" marL="0" rtl="0" algn="ctr">
              <a:spcBef>
                <a:spcPts val="0"/>
              </a:spcBef>
              <a:spcAft>
                <a:spcPts val="0"/>
              </a:spcAft>
              <a:buNone/>
            </a:pPr>
            <a:fld id="{00000000-1234-1234-1234-123412341234}" type="slidenum">
              <a:rPr lang="it-IT"/>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olo e sottotitolo">
  <p:cSld name="Titolo e sottotitolo">
    <p:spTree>
      <p:nvGrpSpPr>
        <p:cNvPr id="98" name="Shape 98"/>
        <p:cNvGrpSpPr/>
        <p:nvPr/>
      </p:nvGrpSpPr>
      <p:grpSpPr>
        <a:xfrm>
          <a:off x="0" y="0"/>
          <a:ext cx="0" cy="0"/>
          <a:chOff x="0" y="0"/>
          <a:chExt cx="0" cy="0"/>
        </a:xfrm>
      </p:grpSpPr>
      <p:sp>
        <p:nvSpPr>
          <p:cNvPr id="99" name="Google Shape;99;p13"/>
          <p:cNvSpPr txBox="1"/>
          <p:nvPr>
            <p:ph type="title"/>
          </p:nvPr>
        </p:nvSpPr>
        <p:spPr>
          <a:xfrm>
            <a:off x="1303868" y="982132"/>
            <a:ext cx="9592732" cy="2954868"/>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rgbClr val="262626"/>
              </a:buClr>
              <a:buSzPts val="3200"/>
              <a:buFont typeface="Garamond"/>
              <a:buNone/>
              <a:defRPr b="0" sz="3200" cap="none"/>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00" name="Google Shape;100;p13"/>
          <p:cNvSpPr txBox="1"/>
          <p:nvPr>
            <p:ph idx="1" type="body"/>
          </p:nvPr>
        </p:nvSpPr>
        <p:spPr>
          <a:xfrm>
            <a:off x="1303868" y="4343399"/>
            <a:ext cx="9592732" cy="1532467"/>
          </a:xfrm>
          <a:prstGeom prst="rect">
            <a:avLst/>
          </a:prstGeom>
          <a:noFill/>
          <a:ln>
            <a:noFill/>
          </a:ln>
        </p:spPr>
        <p:txBody>
          <a:bodyPr anchorCtr="0" anchor="ctr" bIns="45700" lIns="91425" spcFirstLastPara="1" rIns="91425" wrap="square" tIns="45700">
            <a:normAutofit/>
          </a:bodyPr>
          <a:lstStyle>
            <a:lvl1pPr indent="-228600" lvl="0" marL="457200" algn="ctr">
              <a:spcBef>
                <a:spcPts val="400"/>
              </a:spcBef>
              <a:spcAft>
                <a:spcPts val="0"/>
              </a:spcAft>
              <a:buSzPts val="2300"/>
              <a:buNone/>
              <a:defRPr sz="2000">
                <a:solidFill>
                  <a:schemeClr val="dk1"/>
                </a:solidFill>
              </a:defRPr>
            </a:lvl1pPr>
            <a:lvl2pPr indent="-228600" lvl="1" marL="914400" algn="l">
              <a:spcBef>
                <a:spcPts val="600"/>
              </a:spcBef>
              <a:spcAft>
                <a:spcPts val="0"/>
              </a:spcAft>
              <a:buSzPts val="2070"/>
              <a:buNone/>
              <a:defRPr sz="1800">
                <a:solidFill>
                  <a:srgbClr val="888888"/>
                </a:solidFill>
              </a:defRPr>
            </a:lvl2pPr>
            <a:lvl3pPr indent="-228600" lvl="2" marL="1371600" algn="l">
              <a:spcBef>
                <a:spcPts val="600"/>
              </a:spcBef>
              <a:spcAft>
                <a:spcPts val="0"/>
              </a:spcAft>
              <a:buSzPts val="1840"/>
              <a:buNone/>
              <a:defRPr sz="1600">
                <a:solidFill>
                  <a:srgbClr val="888888"/>
                </a:solidFill>
              </a:defRPr>
            </a:lvl3pPr>
            <a:lvl4pPr indent="-228600" lvl="3" marL="1828800" algn="l">
              <a:spcBef>
                <a:spcPts val="600"/>
              </a:spcBef>
              <a:spcAft>
                <a:spcPts val="0"/>
              </a:spcAft>
              <a:buSzPts val="1610"/>
              <a:buNone/>
              <a:defRPr sz="1400">
                <a:solidFill>
                  <a:srgbClr val="888888"/>
                </a:solidFill>
              </a:defRPr>
            </a:lvl4pPr>
            <a:lvl5pPr indent="-228600" lvl="4" marL="2286000" algn="l">
              <a:spcBef>
                <a:spcPts val="600"/>
              </a:spcBef>
              <a:spcAft>
                <a:spcPts val="0"/>
              </a:spcAft>
              <a:buSzPts val="1610"/>
              <a:buNone/>
              <a:defRPr sz="1400">
                <a:solidFill>
                  <a:srgbClr val="888888"/>
                </a:solidFill>
              </a:defRPr>
            </a:lvl5pPr>
            <a:lvl6pPr indent="-228600" lvl="5" marL="2743200" algn="l">
              <a:spcBef>
                <a:spcPts val="600"/>
              </a:spcBef>
              <a:spcAft>
                <a:spcPts val="0"/>
              </a:spcAft>
              <a:buSzPts val="1610"/>
              <a:buNone/>
              <a:defRPr sz="1400">
                <a:solidFill>
                  <a:srgbClr val="888888"/>
                </a:solidFill>
              </a:defRPr>
            </a:lvl6pPr>
            <a:lvl7pPr indent="-228600" lvl="6" marL="3200400" algn="l">
              <a:spcBef>
                <a:spcPts val="600"/>
              </a:spcBef>
              <a:spcAft>
                <a:spcPts val="0"/>
              </a:spcAft>
              <a:buSzPts val="1610"/>
              <a:buNone/>
              <a:defRPr sz="1400">
                <a:solidFill>
                  <a:srgbClr val="888888"/>
                </a:solidFill>
              </a:defRPr>
            </a:lvl7pPr>
            <a:lvl8pPr indent="-228600" lvl="7" marL="3657600" algn="l">
              <a:spcBef>
                <a:spcPts val="600"/>
              </a:spcBef>
              <a:spcAft>
                <a:spcPts val="0"/>
              </a:spcAft>
              <a:buSzPts val="1610"/>
              <a:buNone/>
              <a:defRPr sz="1400">
                <a:solidFill>
                  <a:srgbClr val="888888"/>
                </a:solidFill>
              </a:defRPr>
            </a:lvl8pPr>
            <a:lvl9pPr indent="-228600" lvl="8" marL="4114800" algn="l">
              <a:spcBef>
                <a:spcPts val="600"/>
              </a:spcBef>
              <a:spcAft>
                <a:spcPts val="600"/>
              </a:spcAft>
              <a:buSzPts val="1610"/>
              <a:buNone/>
              <a:defRPr sz="1400">
                <a:solidFill>
                  <a:srgbClr val="888888"/>
                </a:solidFill>
              </a:defRPr>
            </a:lvl9pPr>
          </a:lstStyle>
          <a:p/>
        </p:txBody>
      </p:sp>
      <p:sp>
        <p:nvSpPr>
          <p:cNvPr id="101" name="Google Shape;101;p13"/>
          <p:cNvSpPr txBox="1"/>
          <p:nvPr>
            <p:ph idx="10" type="dt"/>
          </p:nvPr>
        </p:nvSpPr>
        <p:spPr>
          <a:xfrm>
            <a:off x="8677501" y="5969000"/>
            <a:ext cx="1600200" cy="27940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02" name="Google Shape;102;p13"/>
          <p:cNvSpPr txBox="1"/>
          <p:nvPr>
            <p:ph idx="11" type="ftr"/>
          </p:nvPr>
        </p:nvSpPr>
        <p:spPr>
          <a:xfrm>
            <a:off x="1295401" y="5969000"/>
            <a:ext cx="7305900" cy="27940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03" name="Google Shape;103;p13"/>
          <p:cNvSpPr txBox="1"/>
          <p:nvPr>
            <p:ph idx="12" type="sldNum"/>
          </p:nvPr>
        </p:nvSpPr>
        <p:spPr>
          <a:xfrm>
            <a:off x="10353901" y="5969000"/>
            <a:ext cx="542697" cy="279400"/>
          </a:xfrm>
          <a:prstGeom prst="rect">
            <a:avLst/>
          </a:prstGeom>
          <a:noFill/>
          <a:ln>
            <a:noFill/>
          </a:ln>
        </p:spPr>
        <p:txBody>
          <a:bodyPr anchorCtr="0" anchor="ctr" bIns="45700" lIns="91425" spcFirstLastPara="1" rIns="91425" wrap="square" tIns="45700">
            <a:noAutofit/>
          </a:bodyPr>
          <a:lstStyle>
            <a:lvl1pPr indent="0" lvl="0" marL="0" algn="ctr">
              <a:spcBef>
                <a:spcPts val="0"/>
              </a:spcBef>
              <a:spcAft>
                <a:spcPts val="0"/>
              </a:spcAft>
              <a:buClr>
                <a:schemeClr val="dk1"/>
              </a:buClr>
              <a:buSzPts val="1000"/>
              <a:buFont typeface="Garamond"/>
              <a:buNone/>
              <a:defRPr/>
            </a:lvl1pPr>
            <a:lvl2pPr indent="0" lvl="1" marL="0" algn="ctr">
              <a:spcBef>
                <a:spcPts val="0"/>
              </a:spcBef>
              <a:spcAft>
                <a:spcPts val="0"/>
              </a:spcAft>
              <a:buClr>
                <a:schemeClr val="dk1"/>
              </a:buClr>
              <a:buSzPts val="1000"/>
              <a:buFont typeface="Garamond"/>
              <a:buNone/>
              <a:defRPr/>
            </a:lvl2pPr>
            <a:lvl3pPr indent="0" lvl="2" marL="0" algn="ctr">
              <a:spcBef>
                <a:spcPts val="0"/>
              </a:spcBef>
              <a:spcAft>
                <a:spcPts val="0"/>
              </a:spcAft>
              <a:buClr>
                <a:schemeClr val="dk1"/>
              </a:buClr>
              <a:buSzPts val="1000"/>
              <a:buFont typeface="Garamond"/>
              <a:buNone/>
              <a:defRPr/>
            </a:lvl3pPr>
            <a:lvl4pPr indent="0" lvl="3" marL="0" algn="ctr">
              <a:spcBef>
                <a:spcPts val="0"/>
              </a:spcBef>
              <a:spcAft>
                <a:spcPts val="0"/>
              </a:spcAft>
              <a:buClr>
                <a:schemeClr val="dk1"/>
              </a:buClr>
              <a:buSzPts val="1000"/>
              <a:buFont typeface="Garamond"/>
              <a:buNone/>
              <a:defRPr/>
            </a:lvl4pPr>
            <a:lvl5pPr indent="0" lvl="4" marL="0" algn="ctr">
              <a:spcBef>
                <a:spcPts val="0"/>
              </a:spcBef>
              <a:spcAft>
                <a:spcPts val="0"/>
              </a:spcAft>
              <a:buClr>
                <a:schemeClr val="dk1"/>
              </a:buClr>
              <a:buSzPts val="1000"/>
              <a:buFont typeface="Garamond"/>
              <a:buNone/>
              <a:defRPr/>
            </a:lvl5pPr>
            <a:lvl6pPr indent="0" lvl="5" marL="0" algn="ctr">
              <a:spcBef>
                <a:spcPts val="0"/>
              </a:spcBef>
              <a:spcAft>
                <a:spcPts val="0"/>
              </a:spcAft>
              <a:buClr>
                <a:schemeClr val="dk1"/>
              </a:buClr>
              <a:buSzPts val="1000"/>
              <a:buFont typeface="Garamond"/>
              <a:buNone/>
              <a:defRPr/>
            </a:lvl6pPr>
            <a:lvl7pPr indent="0" lvl="6" marL="0" algn="ctr">
              <a:spcBef>
                <a:spcPts val="0"/>
              </a:spcBef>
              <a:spcAft>
                <a:spcPts val="0"/>
              </a:spcAft>
              <a:buClr>
                <a:schemeClr val="dk1"/>
              </a:buClr>
              <a:buSzPts val="1000"/>
              <a:buFont typeface="Garamond"/>
              <a:buNone/>
              <a:defRPr/>
            </a:lvl7pPr>
            <a:lvl8pPr indent="0" lvl="7" marL="0" algn="ctr">
              <a:spcBef>
                <a:spcPts val="0"/>
              </a:spcBef>
              <a:spcAft>
                <a:spcPts val="0"/>
              </a:spcAft>
              <a:buClr>
                <a:schemeClr val="dk1"/>
              </a:buClr>
              <a:buSzPts val="1000"/>
              <a:buFont typeface="Garamond"/>
              <a:buNone/>
              <a:defRPr/>
            </a:lvl8pPr>
            <a:lvl9pPr indent="0" lvl="8" marL="0" algn="ctr">
              <a:spcBef>
                <a:spcPts val="0"/>
              </a:spcBef>
              <a:spcAft>
                <a:spcPts val="0"/>
              </a:spcAft>
              <a:buClr>
                <a:schemeClr val="dk1"/>
              </a:buClr>
              <a:buSzPts val="1000"/>
              <a:buFont typeface="Garamond"/>
              <a:buNone/>
              <a:defRPr/>
            </a:lvl9pPr>
          </a:lstStyle>
          <a:p>
            <a:pPr indent="0" lvl="0" marL="0" rtl="0" algn="ctr">
              <a:spcBef>
                <a:spcPts val="0"/>
              </a:spcBef>
              <a:spcAft>
                <a:spcPts val="0"/>
              </a:spcAft>
              <a:buNone/>
            </a:pPr>
            <a:fld id="{00000000-1234-1234-1234-123412341234}" type="slidenum">
              <a:rPr lang="it-IT"/>
              <a:t>‹#›</a:t>
            </a:fld>
            <a:endParaRPr/>
          </a:p>
        </p:txBody>
      </p:sp>
      <p:cxnSp>
        <p:nvCxnSpPr>
          <p:cNvPr id="104" name="Google Shape;104;p13"/>
          <p:cNvCxnSpPr/>
          <p:nvPr/>
        </p:nvCxnSpPr>
        <p:spPr>
          <a:xfrm>
            <a:off x="1396169" y="4140199"/>
            <a:ext cx="9407298" cy="0"/>
          </a:xfrm>
          <a:prstGeom prst="straightConnector1">
            <a:avLst/>
          </a:prstGeom>
          <a:noFill/>
          <a:ln cap="flat" cmpd="sng" w="15875">
            <a:solidFill>
              <a:schemeClr val="accent1"/>
            </a:solidFill>
            <a:prstDash val="solid"/>
            <a:round/>
            <a:headEnd len="sm" w="sm" type="none"/>
            <a:tailEnd len="sm" w="sm" type="none"/>
          </a:ln>
        </p:spPr>
      </p:cxn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itazione con didascalia">
  <p:cSld name="Citazione con didascalia">
    <p:spTree>
      <p:nvGrpSpPr>
        <p:cNvPr id="105" name="Shape 105"/>
        <p:cNvGrpSpPr/>
        <p:nvPr/>
      </p:nvGrpSpPr>
      <p:grpSpPr>
        <a:xfrm>
          <a:off x="0" y="0"/>
          <a:ext cx="0" cy="0"/>
          <a:chOff x="0" y="0"/>
          <a:chExt cx="0" cy="0"/>
        </a:xfrm>
      </p:grpSpPr>
      <p:sp>
        <p:nvSpPr>
          <p:cNvPr id="106" name="Google Shape;106;p14"/>
          <p:cNvSpPr txBox="1"/>
          <p:nvPr>
            <p:ph type="title"/>
          </p:nvPr>
        </p:nvSpPr>
        <p:spPr>
          <a:xfrm>
            <a:off x="1446213" y="982132"/>
            <a:ext cx="9296398" cy="2370668"/>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3200"/>
              <a:buFont typeface="Garamond"/>
              <a:buNone/>
              <a:defRPr b="0" sz="3200" cap="none">
                <a:solidFill>
                  <a:schemeClr val="dk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07" name="Google Shape;107;p14"/>
          <p:cNvSpPr txBox="1"/>
          <p:nvPr>
            <p:ph idx="1" type="body"/>
          </p:nvPr>
        </p:nvSpPr>
        <p:spPr>
          <a:xfrm>
            <a:off x="1674812" y="3352800"/>
            <a:ext cx="8839202" cy="584200"/>
          </a:xfrm>
          <a:prstGeom prst="rect">
            <a:avLst/>
          </a:prstGeom>
          <a:noFill/>
          <a:ln>
            <a:noFill/>
          </a:ln>
        </p:spPr>
        <p:txBody>
          <a:bodyPr anchorCtr="0" anchor="ctr" bIns="45700" lIns="91425" spcFirstLastPara="1" rIns="91425" wrap="square" tIns="45700">
            <a:normAutofit/>
          </a:bodyPr>
          <a:lstStyle>
            <a:lvl1pPr indent="-228600" lvl="0" marL="457200" algn="r">
              <a:spcBef>
                <a:spcPts val="400"/>
              </a:spcBef>
              <a:spcAft>
                <a:spcPts val="0"/>
              </a:spcAft>
              <a:buSzPts val="2300"/>
              <a:buFont typeface="Garamond"/>
              <a:buNone/>
              <a:defRPr sz="2000"/>
            </a:lvl1pPr>
            <a:lvl2pPr indent="-228600" lvl="1" marL="914400" algn="l">
              <a:spcBef>
                <a:spcPts val="600"/>
              </a:spcBef>
              <a:spcAft>
                <a:spcPts val="0"/>
              </a:spcAft>
              <a:buSzPts val="2300"/>
              <a:buFont typeface="Garamond"/>
              <a:buNone/>
              <a:defRPr/>
            </a:lvl2pPr>
            <a:lvl3pPr indent="-228600" lvl="2" marL="1371600" algn="l">
              <a:spcBef>
                <a:spcPts val="600"/>
              </a:spcBef>
              <a:spcAft>
                <a:spcPts val="0"/>
              </a:spcAft>
              <a:buSzPts val="2070"/>
              <a:buFont typeface="Garamond"/>
              <a:buNone/>
              <a:defRPr/>
            </a:lvl3pPr>
            <a:lvl4pPr indent="-228600" lvl="3" marL="1828800" algn="l">
              <a:spcBef>
                <a:spcPts val="600"/>
              </a:spcBef>
              <a:spcAft>
                <a:spcPts val="0"/>
              </a:spcAft>
              <a:buSzPts val="1840"/>
              <a:buFont typeface="Garamond"/>
              <a:buNone/>
              <a:defRPr/>
            </a:lvl4pPr>
            <a:lvl5pPr indent="-228600" lvl="4" marL="2286000" algn="l">
              <a:spcBef>
                <a:spcPts val="600"/>
              </a:spcBef>
              <a:spcAft>
                <a:spcPts val="0"/>
              </a:spcAft>
              <a:buSzPts val="1610"/>
              <a:buFont typeface="Garamond"/>
              <a:buNone/>
              <a:defRPr/>
            </a:lvl5pPr>
            <a:lvl6pPr indent="-360045" lvl="5" marL="2743200" algn="l">
              <a:spcBef>
                <a:spcPts val="600"/>
              </a:spcBef>
              <a:spcAft>
                <a:spcPts val="0"/>
              </a:spcAft>
              <a:buSzPts val="2070"/>
              <a:buChar char="•"/>
              <a:defRPr/>
            </a:lvl6pPr>
            <a:lvl7pPr indent="-360045" lvl="6" marL="3200400" algn="l">
              <a:spcBef>
                <a:spcPts val="600"/>
              </a:spcBef>
              <a:spcAft>
                <a:spcPts val="0"/>
              </a:spcAft>
              <a:buSzPts val="2070"/>
              <a:buChar char="•"/>
              <a:defRPr/>
            </a:lvl7pPr>
            <a:lvl8pPr indent="-360045" lvl="7" marL="3657600" algn="l">
              <a:spcBef>
                <a:spcPts val="600"/>
              </a:spcBef>
              <a:spcAft>
                <a:spcPts val="0"/>
              </a:spcAft>
              <a:buSzPts val="2070"/>
              <a:buChar char="•"/>
              <a:defRPr/>
            </a:lvl8pPr>
            <a:lvl9pPr indent="-360045" lvl="8" marL="4114800" algn="l">
              <a:spcBef>
                <a:spcPts val="600"/>
              </a:spcBef>
              <a:spcAft>
                <a:spcPts val="600"/>
              </a:spcAft>
              <a:buSzPts val="2070"/>
              <a:buChar char="•"/>
              <a:defRPr/>
            </a:lvl9pPr>
          </a:lstStyle>
          <a:p/>
        </p:txBody>
      </p:sp>
      <p:sp>
        <p:nvSpPr>
          <p:cNvPr id="108" name="Google Shape;108;p14"/>
          <p:cNvSpPr txBox="1"/>
          <p:nvPr>
            <p:ph idx="2" type="body"/>
          </p:nvPr>
        </p:nvSpPr>
        <p:spPr>
          <a:xfrm>
            <a:off x="1295401" y="4343399"/>
            <a:ext cx="9609666" cy="1532467"/>
          </a:xfrm>
          <a:prstGeom prst="rect">
            <a:avLst/>
          </a:prstGeom>
          <a:noFill/>
          <a:ln>
            <a:noFill/>
          </a:ln>
        </p:spPr>
        <p:txBody>
          <a:bodyPr anchorCtr="0" anchor="ctr" bIns="45700" lIns="91425" spcFirstLastPara="1" rIns="91425" wrap="square" tIns="45700">
            <a:normAutofit/>
          </a:bodyPr>
          <a:lstStyle>
            <a:lvl1pPr indent="-228600" lvl="0" marL="457200" algn="ctr">
              <a:spcBef>
                <a:spcPts val="400"/>
              </a:spcBef>
              <a:spcAft>
                <a:spcPts val="0"/>
              </a:spcAft>
              <a:buSzPts val="2300"/>
              <a:buNone/>
              <a:defRPr sz="2000">
                <a:solidFill>
                  <a:schemeClr val="dk1"/>
                </a:solidFill>
              </a:defRPr>
            </a:lvl1pPr>
            <a:lvl2pPr indent="-228600" lvl="1" marL="914400" algn="l">
              <a:spcBef>
                <a:spcPts val="600"/>
              </a:spcBef>
              <a:spcAft>
                <a:spcPts val="0"/>
              </a:spcAft>
              <a:buSzPts val="2070"/>
              <a:buNone/>
              <a:defRPr sz="1800">
                <a:solidFill>
                  <a:srgbClr val="888888"/>
                </a:solidFill>
              </a:defRPr>
            </a:lvl2pPr>
            <a:lvl3pPr indent="-228600" lvl="2" marL="1371600" algn="l">
              <a:spcBef>
                <a:spcPts val="600"/>
              </a:spcBef>
              <a:spcAft>
                <a:spcPts val="0"/>
              </a:spcAft>
              <a:buSzPts val="1840"/>
              <a:buNone/>
              <a:defRPr sz="1600">
                <a:solidFill>
                  <a:srgbClr val="888888"/>
                </a:solidFill>
              </a:defRPr>
            </a:lvl3pPr>
            <a:lvl4pPr indent="-228600" lvl="3" marL="1828800" algn="l">
              <a:spcBef>
                <a:spcPts val="600"/>
              </a:spcBef>
              <a:spcAft>
                <a:spcPts val="0"/>
              </a:spcAft>
              <a:buSzPts val="1610"/>
              <a:buNone/>
              <a:defRPr sz="1400">
                <a:solidFill>
                  <a:srgbClr val="888888"/>
                </a:solidFill>
              </a:defRPr>
            </a:lvl4pPr>
            <a:lvl5pPr indent="-228600" lvl="4" marL="2286000" algn="l">
              <a:spcBef>
                <a:spcPts val="600"/>
              </a:spcBef>
              <a:spcAft>
                <a:spcPts val="0"/>
              </a:spcAft>
              <a:buSzPts val="1610"/>
              <a:buNone/>
              <a:defRPr sz="1400">
                <a:solidFill>
                  <a:srgbClr val="888888"/>
                </a:solidFill>
              </a:defRPr>
            </a:lvl5pPr>
            <a:lvl6pPr indent="-228600" lvl="5" marL="2743200" algn="l">
              <a:spcBef>
                <a:spcPts val="600"/>
              </a:spcBef>
              <a:spcAft>
                <a:spcPts val="0"/>
              </a:spcAft>
              <a:buSzPts val="1610"/>
              <a:buNone/>
              <a:defRPr sz="1400">
                <a:solidFill>
                  <a:srgbClr val="888888"/>
                </a:solidFill>
              </a:defRPr>
            </a:lvl6pPr>
            <a:lvl7pPr indent="-228600" lvl="6" marL="3200400" algn="l">
              <a:spcBef>
                <a:spcPts val="600"/>
              </a:spcBef>
              <a:spcAft>
                <a:spcPts val="0"/>
              </a:spcAft>
              <a:buSzPts val="1610"/>
              <a:buNone/>
              <a:defRPr sz="1400">
                <a:solidFill>
                  <a:srgbClr val="888888"/>
                </a:solidFill>
              </a:defRPr>
            </a:lvl7pPr>
            <a:lvl8pPr indent="-228600" lvl="7" marL="3657600" algn="l">
              <a:spcBef>
                <a:spcPts val="600"/>
              </a:spcBef>
              <a:spcAft>
                <a:spcPts val="0"/>
              </a:spcAft>
              <a:buSzPts val="1610"/>
              <a:buNone/>
              <a:defRPr sz="1400">
                <a:solidFill>
                  <a:srgbClr val="888888"/>
                </a:solidFill>
              </a:defRPr>
            </a:lvl8pPr>
            <a:lvl9pPr indent="-228600" lvl="8" marL="4114800" algn="l">
              <a:spcBef>
                <a:spcPts val="600"/>
              </a:spcBef>
              <a:spcAft>
                <a:spcPts val="600"/>
              </a:spcAft>
              <a:buSzPts val="1610"/>
              <a:buNone/>
              <a:defRPr sz="1400">
                <a:solidFill>
                  <a:srgbClr val="888888"/>
                </a:solidFill>
              </a:defRPr>
            </a:lvl9pPr>
          </a:lstStyle>
          <a:p/>
        </p:txBody>
      </p:sp>
      <p:sp>
        <p:nvSpPr>
          <p:cNvPr id="109" name="Google Shape;109;p14"/>
          <p:cNvSpPr txBox="1"/>
          <p:nvPr>
            <p:ph idx="10" type="dt"/>
          </p:nvPr>
        </p:nvSpPr>
        <p:spPr>
          <a:xfrm>
            <a:off x="8677501" y="5969000"/>
            <a:ext cx="1600200" cy="27940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10" name="Google Shape;110;p14"/>
          <p:cNvSpPr txBox="1"/>
          <p:nvPr>
            <p:ph idx="11" type="ftr"/>
          </p:nvPr>
        </p:nvSpPr>
        <p:spPr>
          <a:xfrm>
            <a:off x="1295401" y="5969000"/>
            <a:ext cx="7305900" cy="27940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11" name="Google Shape;111;p14"/>
          <p:cNvSpPr txBox="1"/>
          <p:nvPr>
            <p:ph idx="12" type="sldNum"/>
          </p:nvPr>
        </p:nvSpPr>
        <p:spPr>
          <a:xfrm>
            <a:off x="10353901" y="5969000"/>
            <a:ext cx="542697" cy="279400"/>
          </a:xfrm>
          <a:prstGeom prst="rect">
            <a:avLst/>
          </a:prstGeom>
          <a:noFill/>
          <a:ln>
            <a:noFill/>
          </a:ln>
        </p:spPr>
        <p:txBody>
          <a:bodyPr anchorCtr="0" anchor="ctr" bIns="45700" lIns="91425" spcFirstLastPara="1" rIns="91425" wrap="square" tIns="45700">
            <a:noAutofit/>
          </a:bodyPr>
          <a:lstStyle>
            <a:lvl1pPr indent="0" lvl="0" marL="0" algn="ctr">
              <a:spcBef>
                <a:spcPts val="0"/>
              </a:spcBef>
              <a:spcAft>
                <a:spcPts val="0"/>
              </a:spcAft>
              <a:buClr>
                <a:schemeClr val="dk1"/>
              </a:buClr>
              <a:buSzPts val="1000"/>
              <a:buFont typeface="Garamond"/>
              <a:buNone/>
              <a:defRPr/>
            </a:lvl1pPr>
            <a:lvl2pPr indent="0" lvl="1" marL="0" algn="ctr">
              <a:spcBef>
                <a:spcPts val="0"/>
              </a:spcBef>
              <a:spcAft>
                <a:spcPts val="0"/>
              </a:spcAft>
              <a:buClr>
                <a:schemeClr val="dk1"/>
              </a:buClr>
              <a:buSzPts val="1000"/>
              <a:buFont typeface="Garamond"/>
              <a:buNone/>
              <a:defRPr/>
            </a:lvl2pPr>
            <a:lvl3pPr indent="0" lvl="2" marL="0" algn="ctr">
              <a:spcBef>
                <a:spcPts val="0"/>
              </a:spcBef>
              <a:spcAft>
                <a:spcPts val="0"/>
              </a:spcAft>
              <a:buClr>
                <a:schemeClr val="dk1"/>
              </a:buClr>
              <a:buSzPts val="1000"/>
              <a:buFont typeface="Garamond"/>
              <a:buNone/>
              <a:defRPr/>
            </a:lvl3pPr>
            <a:lvl4pPr indent="0" lvl="3" marL="0" algn="ctr">
              <a:spcBef>
                <a:spcPts val="0"/>
              </a:spcBef>
              <a:spcAft>
                <a:spcPts val="0"/>
              </a:spcAft>
              <a:buClr>
                <a:schemeClr val="dk1"/>
              </a:buClr>
              <a:buSzPts val="1000"/>
              <a:buFont typeface="Garamond"/>
              <a:buNone/>
              <a:defRPr/>
            </a:lvl4pPr>
            <a:lvl5pPr indent="0" lvl="4" marL="0" algn="ctr">
              <a:spcBef>
                <a:spcPts val="0"/>
              </a:spcBef>
              <a:spcAft>
                <a:spcPts val="0"/>
              </a:spcAft>
              <a:buClr>
                <a:schemeClr val="dk1"/>
              </a:buClr>
              <a:buSzPts val="1000"/>
              <a:buFont typeface="Garamond"/>
              <a:buNone/>
              <a:defRPr/>
            </a:lvl5pPr>
            <a:lvl6pPr indent="0" lvl="5" marL="0" algn="ctr">
              <a:spcBef>
                <a:spcPts val="0"/>
              </a:spcBef>
              <a:spcAft>
                <a:spcPts val="0"/>
              </a:spcAft>
              <a:buClr>
                <a:schemeClr val="dk1"/>
              </a:buClr>
              <a:buSzPts val="1000"/>
              <a:buFont typeface="Garamond"/>
              <a:buNone/>
              <a:defRPr/>
            </a:lvl6pPr>
            <a:lvl7pPr indent="0" lvl="6" marL="0" algn="ctr">
              <a:spcBef>
                <a:spcPts val="0"/>
              </a:spcBef>
              <a:spcAft>
                <a:spcPts val="0"/>
              </a:spcAft>
              <a:buClr>
                <a:schemeClr val="dk1"/>
              </a:buClr>
              <a:buSzPts val="1000"/>
              <a:buFont typeface="Garamond"/>
              <a:buNone/>
              <a:defRPr/>
            </a:lvl7pPr>
            <a:lvl8pPr indent="0" lvl="7" marL="0" algn="ctr">
              <a:spcBef>
                <a:spcPts val="0"/>
              </a:spcBef>
              <a:spcAft>
                <a:spcPts val="0"/>
              </a:spcAft>
              <a:buClr>
                <a:schemeClr val="dk1"/>
              </a:buClr>
              <a:buSzPts val="1000"/>
              <a:buFont typeface="Garamond"/>
              <a:buNone/>
              <a:defRPr/>
            </a:lvl8pPr>
            <a:lvl9pPr indent="0" lvl="8" marL="0" algn="ctr">
              <a:spcBef>
                <a:spcPts val="0"/>
              </a:spcBef>
              <a:spcAft>
                <a:spcPts val="0"/>
              </a:spcAft>
              <a:buClr>
                <a:schemeClr val="dk1"/>
              </a:buClr>
              <a:buSzPts val="1000"/>
              <a:buFont typeface="Garamond"/>
              <a:buNone/>
              <a:defRPr/>
            </a:lvl9pPr>
          </a:lstStyle>
          <a:p>
            <a:pPr indent="0" lvl="0" marL="0" rtl="0" algn="ctr">
              <a:spcBef>
                <a:spcPts val="0"/>
              </a:spcBef>
              <a:spcAft>
                <a:spcPts val="0"/>
              </a:spcAft>
              <a:buNone/>
            </a:pPr>
            <a:fld id="{00000000-1234-1234-1234-123412341234}" type="slidenum">
              <a:rPr lang="it-IT"/>
              <a:t>‹#›</a:t>
            </a:fld>
            <a:endParaRPr/>
          </a:p>
        </p:txBody>
      </p:sp>
      <p:sp>
        <p:nvSpPr>
          <p:cNvPr id="112" name="Google Shape;112;p14"/>
          <p:cNvSpPr txBox="1"/>
          <p:nvPr/>
        </p:nvSpPr>
        <p:spPr>
          <a:xfrm>
            <a:off x="862013" y="879961"/>
            <a:ext cx="609600" cy="58477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rPr lang="it-IT" sz="8000">
                <a:solidFill>
                  <a:schemeClr val="dk1"/>
                </a:solidFill>
                <a:latin typeface="Garamond"/>
                <a:ea typeface="Garamond"/>
                <a:cs typeface="Garamond"/>
                <a:sym typeface="Garamond"/>
              </a:rPr>
              <a:t>“</a:t>
            </a:r>
            <a:endParaRPr/>
          </a:p>
        </p:txBody>
      </p:sp>
      <p:sp>
        <p:nvSpPr>
          <p:cNvPr id="113" name="Google Shape;113;p14"/>
          <p:cNvSpPr txBox="1"/>
          <p:nvPr/>
        </p:nvSpPr>
        <p:spPr>
          <a:xfrm>
            <a:off x="10600267" y="2827870"/>
            <a:ext cx="609600" cy="584776"/>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None/>
            </a:pPr>
            <a:r>
              <a:rPr lang="it-IT" sz="8000">
                <a:solidFill>
                  <a:schemeClr val="dk1"/>
                </a:solidFill>
                <a:latin typeface="Garamond"/>
                <a:ea typeface="Garamond"/>
                <a:cs typeface="Garamond"/>
                <a:sym typeface="Garamond"/>
              </a:rPr>
              <a:t>”</a:t>
            </a:r>
            <a:endParaRPr/>
          </a:p>
        </p:txBody>
      </p:sp>
      <p:cxnSp>
        <p:nvCxnSpPr>
          <p:cNvPr id="114" name="Google Shape;114;p14"/>
          <p:cNvCxnSpPr/>
          <p:nvPr/>
        </p:nvCxnSpPr>
        <p:spPr>
          <a:xfrm>
            <a:off x="1396169" y="4140199"/>
            <a:ext cx="9407298" cy="0"/>
          </a:xfrm>
          <a:prstGeom prst="straightConnector1">
            <a:avLst/>
          </a:prstGeom>
          <a:noFill/>
          <a:ln cap="flat" cmpd="sng" w="15875">
            <a:solidFill>
              <a:schemeClr val="accent1"/>
            </a:solidFill>
            <a:prstDash val="solid"/>
            <a:round/>
            <a:headEnd len="sm" w="sm" type="none"/>
            <a:tailEnd len="sm" w="sm" type="none"/>
          </a:ln>
        </p:spPr>
      </p:cxn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cheda nome">
  <p:cSld name="Scheda nome">
    <p:spTree>
      <p:nvGrpSpPr>
        <p:cNvPr id="115" name="Shape 115"/>
        <p:cNvGrpSpPr/>
        <p:nvPr/>
      </p:nvGrpSpPr>
      <p:grpSpPr>
        <a:xfrm>
          <a:off x="0" y="0"/>
          <a:ext cx="0" cy="0"/>
          <a:chOff x="0" y="0"/>
          <a:chExt cx="0" cy="0"/>
        </a:xfrm>
      </p:grpSpPr>
      <p:sp>
        <p:nvSpPr>
          <p:cNvPr id="116" name="Google Shape;116;p15"/>
          <p:cNvSpPr txBox="1"/>
          <p:nvPr>
            <p:ph type="title"/>
          </p:nvPr>
        </p:nvSpPr>
        <p:spPr>
          <a:xfrm>
            <a:off x="1295402" y="3308581"/>
            <a:ext cx="9609668" cy="1468800"/>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rgbClr val="262626"/>
              </a:buClr>
              <a:buSzPts val="3200"/>
              <a:buFont typeface="Garamond"/>
              <a:buNone/>
              <a:defRPr b="0" sz="3200" cap="none"/>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17" name="Google Shape;117;p15"/>
          <p:cNvSpPr txBox="1"/>
          <p:nvPr>
            <p:ph idx="1" type="body"/>
          </p:nvPr>
        </p:nvSpPr>
        <p:spPr>
          <a:xfrm>
            <a:off x="1295401" y="4777381"/>
            <a:ext cx="9609668" cy="860400"/>
          </a:xfrm>
          <a:prstGeom prst="rect">
            <a:avLst/>
          </a:prstGeom>
          <a:noFill/>
          <a:ln>
            <a:noFill/>
          </a:ln>
        </p:spPr>
        <p:txBody>
          <a:bodyPr anchorCtr="0" anchor="t" bIns="45700" lIns="91425" spcFirstLastPara="1" rIns="91425" wrap="square" tIns="45700">
            <a:normAutofit/>
          </a:bodyPr>
          <a:lstStyle>
            <a:lvl1pPr indent="-228600" lvl="0" marL="457200" algn="l">
              <a:spcBef>
                <a:spcPts val="400"/>
              </a:spcBef>
              <a:spcAft>
                <a:spcPts val="0"/>
              </a:spcAft>
              <a:buSzPts val="2300"/>
              <a:buNone/>
              <a:defRPr sz="2000">
                <a:solidFill>
                  <a:schemeClr val="dk1"/>
                </a:solidFill>
              </a:defRPr>
            </a:lvl1pPr>
            <a:lvl2pPr indent="-228600" lvl="1" marL="914400" algn="l">
              <a:spcBef>
                <a:spcPts val="600"/>
              </a:spcBef>
              <a:spcAft>
                <a:spcPts val="0"/>
              </a:spcAft>
              <a:buSzPts val="2070"/>
              <a:buNone/>
              <a:defRPr sz="1800">
                <a:solidFill>
                  <a:srgbClr val="888888"/>
                </a:solidFill>
              </a:defRPr>
            </a:lvl2pPr>
            <a:lvl3pPr indent="-228600" lvl="2" marL="1371600" algn="l">
              <a:spcBef>
                <a:spcPts val="600"/>
              </a:spcBef>
              <a:spcAft>
                <a:spcPts val="0"/>
              </a:spcAft>
              <a:buSzPts val="1840"/>
              <a:buNone/>
              <a:defRPr sz="1600">
                <a:solidFill>
                  <a:srgbClr val="888888"/>
                </a:solidFill>
              </a:defRPr>
            </a:lvl3pPr>
            <a:lvl4pPr indent="-228600" lvl="3" marL="1828800" algn="l">
              <a:spcBef>
                <a:spcPts val="600"/>
              </a:spcBef>
              <a:spcAft>
                <a:spcPts val="0"/>
              </a:spcAft>
              <a:buSzPts val="1610"/>
              <a:buNone/>
              <a:defRPr sz="1400">
                <a:solidFill>
                  <a:srgbClr val="888888"/>
                </a:solidFill>
              </a:defRPr>
            </a:lvl4pPr>
            <a:lvl5pPr indent="-228600" lvl="4" marL="2286000" algn="l">
              <a:spcBef>
                <a:spcPts val="600"/>
              </a:spcBef>
              <a:spcAft>
                <a:spcPts val="0"/>
              </a:spcAft>
              <a:buSzPts val="1610"/>
              <a:buNone/>
              <a:defRPr sz="1400">
                <a:solidFill>
                  <a:srgbClr val="888888"/>
                </a:solidFill>
              </a:defRPr>
            </a:lvl5pPr>
            <a:lvl6pPr indent="-228600" lvl="5" marL="2743200" algn="l">
              <a:spcBef>
                <a:spcPts val="600"/>
              </a:spcBef>
              <a:spcAft>
                <a:spcPts val="0"/>
              </a:spcAft>
              <a:buSzPts val="1610"/>
              <a:buNone/>
              <a:defRPr sz="1400">
                <a:solidFill>
                  <a:srgbClr val="888888"/>
                </a:solidFill>
              </a:defRPr>
            </a:lvl6pPr>
            <a:lvl7pPr indent="-228600" lvl="6" marL="3200400" algn="l">
              <a:spcBef>
                <a:spcPts val="600"/>
              </a:spcBef>
              <a:spcAft>
                <a:spcPts val="0"/>
              </a:spcAft>
              <a:buSzPts val="1610"/>
              <a:buNone/>
              <a:defRPr sz="1400">
                <a:solidFill>
                  <a:srgbClr val="888888"/>
                </a:solidFill>
              </a:defRPr>
            </a:lvl7pPr>
            <a:lvl8pPr indent="-228600" lvl="7" marL="3657600" algn="l">
              <a:spcBef>
                <a:spcPts val="600"/>
              </a:spcBef>
              <a:spcAft>
                <a:spcPts val="0"/>
              </a:spcAft>
              <a:buSzPts val="1610"/>
              <a:buNone/>
              <a:defRPr sz="1400">
                <a:solidFill>
                  <a:srgbClr val="888888"/>
                </a:solidFill>
              </a:defRPr>
            </a:lvl8pPr>
            <a:lvl9pPr indent="-228600" lvl="8" marL="4114800" algn="l">
              <a:spcBef>
                <a:spcPts val="600"/>
              </a:spcBef>
              <a:spcAft>
                <a:spcPts val="600"/>
              </a:spcAft>
              <a:buSzPts val="1610"/>
              <a:buNone/>
              <a:defRPr sz="1400">
                <a:solidFill>
                  <a:srgbClr val="888888"/>
                </a:solidFill>
              </a:defRPr>
            </a:lvl9pPr>
          </a:lstStyle>
          <a:p/>
        </p:txBody>
      </p:sp>
      <p:sp>
        <p:nvSpPr>
          <p:cNvPr id="118" name="Google Shape;118;p15"/>
          <p:cNvSpPr txBox="1"/>
          <p:nvPr>
            <p:ph idx="10" type="dt"/>
          </p:nvPr>
        </p:nvSpPr>
        <p:spPr>
          <a:xfrm>
            <a:off x="8677501" y="5969000"/>
            <a:ext cx="1600200" cy="27940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19" name="Google Shape;119;p15"/>
          <p:cNvSpPr txBox="1"/>
          <p:nvPr>
            <p:ph idx="11" type="ftr"/>
          </p:nvPr>
        </p:nvSpPr>
        <p:spPr>
          <a:xfrm>
            <a:off x="1295401" y="5969000"/>
            <a:ext cx="7305900" cy="27940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20" name="Google Shape;120;p15"/>
          <p:cNvSpPr txBox="1"/>
          <p:nvPr>
            <p:ph idx="12" type="sldNum"/>
          </p:nvPr>
        </p:nvSpPr>
        <p:spPr>
          <a:xfrm>
            <a:off x="10353901" y="5969000"/>
            <a:ext cx="542697" cy="279400"/>
          </a:xfrm>
          <a:prstGeom prst="rect">
            <a:avLst/>
          </a:prstGeom>
          <a:noFill/>
          <a:ln>
            <a:noFill/>
          </a:ln>
        </p:spPr>
        <p:txBody>
          <a:bodyPr anchorCtr="0" anchor="ctr" bIns="45700" lIns="91425" spcFirstLastPara="1" rIns="91425" wrap="square" tIns="45700">
            <a:noAutofit/>
          </a:bodyPr>
          <a:lstStyle>
            <a:lvl1pPr indent="0" lvl="0" marL="0" algn="ctr">
              <a:spcBef>
                <a:spcPts val="0"/>
              </a:spcBef>
              <a:spcAft>
                <a:spcPts val="0"/>
              </a:spcAft>
              <a:buClr>
                <a:schemeClr val="dk1"/>
              </a:buClr>
              <a:buSzPts val="1000"/>
              <a:buFont typeface="Garamond"/>
              <a:buNone/>
              <a:defRPr/>
            </a:lvl1pPr>
            <a:lvl2pPr indent="0" lvl="1" marL="0" algn="ctr">
              <a:spcBef>
                <a:spcPts val="0"/>
              </a:spcBef>
              <a:spcAft>
                <a:spcPts val="0"/>
              </a:spcAft>
              <a:buClr>
                <a:schemeClr val="dk1"/>
              </a:buClr>
              <a:buSzPts val="1000"/>
              <a:buFont typeface="Garamond"/>
              <a:buNone/>
              <a:defRPr/>
            </a:lvl2pPr>
            <a:lvl3pPr indent="0" lvl="2" marL="0" algn="ctr">
              <a:spcBef>
                <a:spcPts val="0"/>
              </a:spcBef>
              <a:spcAft>
                <a:spcPts val="0"/>
              </a:spcAft>
              <a:buClr>
                <a:schemeClr val="dk1"/>
              </a:buClr>
              <a:buSzPts val="1000"/>
              <a:buFont typeface="Garamond"/>
              <a:buNone/>
              <a:defRPr/>
            </a:lvl3pPr>
            <a:lvl4pPr indent="0" lvl="3" marL="0" algn="ctr">
              <a:spcBef>
                <a:spcPts val="0"/>
              </a:spcBef>
              <a:spcAft>
                <a:spcPts val="0"/>
              </a:spcAft>
              <a:buClr>
                <a:schemeClr val="dk1"/>
              </a:buClr>
              <a:buSzPts val="1000"/>
              <a:buFont typeface="Garamond"/>
              <a:buNone/>
              <a:defRPr/>
            </a:lvl4pPr>
            <a:lvl5pPr indent="0" lvl="4" marL="0" algn="ctr">
              <a:spcBef>
                <a:spcPts val="0"/>
              </a:spcBef>
              <a:spcAft>
                <a:spcPts val="0"/>
              </a:spcAft>
              <a:buClr>
                <a:schemeClr val="dk1"/>
              </a:buClr>
              <a:buSzPts val="1000"/>
              <a:buFont typeface="Garamond"/>
              <a:buNone/>
              <a:defRPr/>
            </a:lvl5pPr>
            <a:lvl6pPr indent="0" lvl="5" marL="0" algn="ctr">
              <a:spcBef>
                <a:spcPts val="0"/>
              </a:spcBef>
              <a:spcAft>
                <a:spcPts val="0"/>
              </a:spcAft>
              <a:buClr>
                <a:schemeClr val="dk1"/>
              </a:buClr>
              <a:buSzPts val="1000"/>
              <a:buFont typeface="Garamond"/>
              <a:buNone/>
              <a:defRPr/>
            </a:lvl6pPr>
            <a:lvl7pPr indent="0" lvl="6" marL="0" algn="ctr">
              <a:spcBef>
                <a:spcPts val="0"/>
              </a:spcBef>
              <a:spcAft>
                <a:spcPts val="0"/>
              </a:spcAft>
              <a:buClr>
                <a:schemeClr val="dk1"/>
              </a:buClr>
              <a:buSzPts val="1000"/>
              <a:buFont typeface="Garamond"/>
              <a:buNone/>
              <a:defRPr/>
            </a:lvl7pPr>
            <a:lvl8pPr indent="0" lvl="7" marL="0" algn="ctr">
              <a:spcBef>
                <a:spcPts val="0"/>
              </a:spcBef>
              <a:spcAft>
                <a:spcPts val="0"/>
              </a:spcAft>
              <a:buClr>
                <a:schemeClr val="dk1"/>
              </a:buClr>
              <a:buSzPts val="1000"/>
              <a:buFont typeface="Garamond"/>
              <a:buNone/>
              <a:defRPr/>
            </a:lvl8pPr>
            <a:lvl9pPr indent="0" lvl="8" marL="0" algn="ctr">
              <a:spcBef>
                <a:spcPts val="0"/>
              </a:spcBef>
              <a:spcAft>
                <a:spcPts val="0"/>
              </a:spcAft>
              <a:buClr>
                <a:schemeClr val="dk1"/>
              </a:buClr>
              <a:buSzPts val="1000"/>
              <a:buFont typeface="Garamond"/>
              <a:buNone/>
              <a:defRPr/>
            </a:lvl9pPr>
          </a:lstStyle>
          <a:p>
            <a:pPr indent="0" lvl="0" marL="0" rtl="0" algn="ctr">
              <a:spcBef>
                <a:spcPts val="0"/>
              </a:spcBef>
              <a:spcAft>
                <a:spcPts val="0"/>
              </a:spcAft>
              <a:buNone/>
            </a:pPr>
            <a:fld id="{00000000-1234-1234-1234-123412341234}" type="slidenum">
              <a:rPr lang="it-IT"/>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cheda nome citazione">
  <p:cSld name="Scheda nome citazione">
    <p:spTree>
      <p:nvGrpSpPr>
        <p:cNvPr id="121" name="Shape 121"/>
        <p:cNvGrpSpPr/>
        <p:nvPr/>
      </p:nvGrpSpPr>
      <p:grpSpPr>
        <a:xfrm>
          <a:off x="0" y="0"/>
          <a:ext cx="0" cy="0"/>
          <a:chOff x="0" y="0"/>
          <a:chExt cx="0" cy="0"/>
        </a:xfrm>
      </p:grpSpPr>
      <p:sp>
        <p:nvSpPr>
          <p:cNvPr id="122" name="Google Shape;122;p16"/>
          <p:cNvSpPr txBox="1"/>
          <p:nvPr>
            <p:ph type="title"/>
          </p:nvPr>
        </p:nvSpPr>
        <p:spPr>
          <a:xfrm>
            <a:off x="1446213" y="982132"/>
            <a:ext cx="9296398" cy="2243668"/>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3200"/>
              <a:buFont typeface="Garamond"/>
              <a:buNone/>
              <a:defRPr b="0" sz="3200" cap="none">
                <a:solidFill>
                  <a:schemeClr val="dk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23" name="Google Shape;123;p16"/>
          <p:cNvSpPr txBox="1"/>
          <p:nvPr>
            <p:ph idx="1" type="body"/>
          </p:nvPr>
        </p:nvSpPr>
        <p:spPr>
          <a:xfrm>
            <a:off x="1295401" y="3639312"/>
            <a:ext cx="9609668" cy="886968"/>
          </a:xfrm>
          <a:prstGeom prst="rect">
            <a:avLst/>
          </a:prstGeom>
          <a:noFill/>
          <a:ln>
            <a:noFill/>
          </a:ln>
        </p:spPr>
        <p:txBody>
          <a:bodyPr anchorCtr="0" anchor="b" bIns="45700" lIns="91425" spcFirstLastPara="1" rIns="91425" wrap="square" tIns="45700">
            <a:normAutofit/>
          </a:bodyPr>
          <a:lstStyle>
            <a:lvl1pPr indent="-228600" lvl="0" marL="457200" algn="l">
              <a:spcBef>
                <a:spcPts val="0"/>
              </a:spcBef>
              <a:spcAft>
                <a:spcPts val="0"/>
              </a:spcAft>
              <a:buSzPts val="2760"/>
              <a:buNone/>
              <a:defRPr sz="2400">
                <a:solidFill>
                  <a:schemeClr val="dk1"/>
                </a:solidFill>
              </a:defRPr>
            </a:lvl1pPr>
            <a:lvl2pPr indent="-228600" lvl="1" marL="914400" algn="l">
              <a:spcBef>
                <a:spcPts val="600"/>
              </a:spcBef>
              <a:spcAft>
                <a:spcPts val="0"/>
              </a:spcAft>
              <a:buSzPts val="2070"/>
              <a:buNone/>
              <a:defRPr sz="1800">
                <a:solidFill>
                  <a:srgbClr val="888888"/>
                </a:solidFill>
              </a:defRPr>
            </a:lvl2pPr>
            <a:lvl3pPr indent="-228600" lvl="2" marL="1371600" algn="l">
              <a:spcBef>
                <a:spcPts val="600"/>
              </a:spcBef>
              <a:spcAft>
                <a:spcPts val="0"/>
              </a:spcAft>
              <a:buSzPts val="1840"/>
              <a:buNone/>
              <a:defRPr sz="1600">
                <a:solidFill>
                  <a:srgbClr val="888888"/>
                </a:solidFill>
              </a:defRPr>
            </a:lvl3pPr>
            <a:lvl4pPr indent="-228600" lvl="3" marL="1828800" algn="l">
              <a:spcBef>
                <a:spcPts val="600"/>
              </a:spcBef>
              <a:spcAft>
                <a:spcPts val="0"/>
              </a:spcAft>
              <a:buSzPts val="1610"/>
              <a:buNone/>
              <a:defRPr sz="1400">
                <a:solidFill>
                  <a:srgbClr val="888888"/>
                </a:solidFill>
              </a:defRPr>
            </a:lvl4pPr>
            <a:lvl5pPr indent="-228600" lvl="4" marL="2286000" algn="l">
              <a:spcBef>
                <a:spcPts val="600"/>
              </a:spcBef>
              <a:spcAft>
                <a:spcPts val="0"/>
              </a:spcAft>
              <a:buSzPts val="1610"/>
              <a:buNone/>
              <a:defRPr sz="1400">
                <a:solidFill>
                  <a:srgbClr val="888888"/>
                </a:solidFill>
              </a:defRPr>
            </a:lvl5pPr>
            <a:lvl6pPr indent="-228600" lvl="5" marL="2743200" algn="l">
              <a:spcBef>
                <a:spcPts val="600"/>
              </a:spcBef>
              <a:spcAft>
                <a:spcPts val="0"/>
              </a:spcAft>
              <a:buSzPts val="1610"/>
              <a:buNone/>
              <a:defRPr sz="1400">
                <a:solidFill>
                  <a:srgbClr val="888888"/>
                </a:solidFill>
              </a:defRPr>
            </a:lvl6pPr>
            <a:lvl7pPr indent="-228600" lvl="6" marL="3200400" algn="l">
              <a:spcBef>
                <a:spcPts val="600"/>
              </a:spcBef>
              <a:spcAft>
                <a:spcPts val="0"/>
              </a:spcAft>
              <a:buSzPts val="1610"/>
              <a:buNone/>
              <a:defRPr sz="1400">
                <a:solidFill>
                  <a:srgbClr val="888888"/>
                </a:solidFill>
              </a:defRPr>
            </a:lvl7pPr>
            <a:lvl8pPr indent="-228600" lvl="7" marL="3657600" algn="l">
              <a:spcBef>
                <a:spcPts val="600"/>
              </a:spcBef>
              <a:spcAft>
                <a:spcPts val="0"/>
              </a:spcAft>
              <a:buSzPts val="1610"/>
              <a:buNone/>
              <a:defRPr sz="1400">
                <a:solidFill>
                  <a:srgbClr val="888888"/>
                </a:solidFill>
              </a:defRPr>
            </a:lvl8pPr>
            <a:lvl9pPr indent="-228600" lvl="8" marL="4114800" algn="l">
              <a:spcBef>
                <a:spcPts val="600"/>
              </a:spcBef>
              <a:spcAft>
                <a:spcPts val="600"/>
              </a:spcAft>
              <a:buSzPts val="1610"/>
              <a:buNone/>
              <a:defRPr sz="1400">
                <a:solidFill>
                  <a:srgbClr val="888888"/>
                </a:solidFill>
              </a:defRPr>
            </a:lvl9pPr>
          </a:lstStyle>
          <a:p/>
        </p:txBody>
      </p:sp>
      <p:sp>
        <p:nvSpPr>
          <p:cNvPr id="124" name="Google Shape;124;p16"/>
          <p:cNvSpPr txBox="1"/>
          <p:nvPr>
            <p:ph idx="2" type="body"/>
          </p:nvPr>
        </p:nvSpPr>
        <p:spPr>
          <a:xfrm>
            <a:off x="1295401" y="4529667"/>
            <a:ext cx="9609668" cy="1346200"/>
          </a:xfrm>
          <a:prstGeom prst="rect">
            <a:avLst/>
          </a:prstGeom>
          <a:noFill/>
          <a:ln>
            <a:noFill/>
          </a:ln>
        </p:spPr>
        <p:txBody>
          <a:bodyPr anchorCtr="0" anchor="t" bIns="45700" lIns="91425" spcFirstLastPara="1" rIns="91425" wrap="square" tIns="45700">
            <a:normAutofit/>
          </a:bodyPr>
          <a:lstStyle>
            <a:lvl1pPr indent="-228600" lvl="0" marL="457200" algn="l">
              <a:spcBef>
                <a:spcPts val="360"/>
              </a:spcBef>
              <a:spcAft>
                <a:spcPts val="0"/>
              </a:spcAft>
              <a:buSzPts val="2070"/>
              <a:buNone/>
              <a:defRPr sz="1800">
                <a:solidFill>
                  <a:schemeClr val="dk1"/>
                </a:solidFill>
              </a:defRPr>
            </a:lvl1pPr>
            <a:lvl2pPr indent="-228600" lvl="1" marL="914400" algn="l">
              <a:spcBef>
                <a:spcPts val="600"/>
              </a:spcBef>
              <a:spcAft>
                <a:spcPts val="0"/>
              </a:spcAft>
              <a:buSzPts val="2070"/>
              <a:buNone/>
              <a:defRPr sz="1800">
                <a:solidFill>
                  <a:srgbClr val="888888"/>
                </a:solidFill>
              </a:defRPr>
            </a:lvl2pPr>
            <a:lvl3pPr indent="-228600" lvl="2" marL="1371600" algn="l">
              <a:spcBef>
                <a:spcPts val="600"/>
              </a:spcBef>
              <a:spcAft>
                <a:spcPts val="0"/>
              </a:spcAft>
              <a:buSzPts val="1840"/>
              <a:buNone/>
              <a:defRPr sz="1600">
                <a:solidFill>
                  <a:srgbClr val="888888"/>
                </a:solidFill>
              </a:defRPr>
            </a:lvl3pPr>
            <a:lvl4pPr indent="-228600" lvl="3" marL="1828800" algn="l">
              <a:spcBef>
                <a:spcPts val="600"/>
              </a:spcBef>
              <a:spcAft>
                <a:spcPts val="0"/>
              </a:spcAft>
              <a:buSzPts val="1610"/>
              <a:buNone/>
              <a:defRPr sz="1400">
                <a:solidFill>
                  <a:srgbClr val="888888"/>
                </a:solidFill>
              </a:defRPr>
            </a:lvl4pPr>
            <a:lvl5pPr indent="-228600" lvl="4" marL="2286000" algn="l">
              <a:spcBef>
                <a:spcPts val="600"/>
              </a:spcBef>
              <a:spcAft>
                <a:spcPts val="0"/>
              </a:spcAft>
              <a:buSzPts val="1610"/>
              <a:buNone/>
              <a:defRPr sz="1400">
                <a:solidFill>
                  <a:srgbClr val="888888"/>
                </a:solidFill>
              </a:defRPr>
            </a:lvl5pPr>
            <a:lvl6pPr indent="-228600" lvl="5" marL="2743200" algn="l">
              <a:spcBef>
                <a:spcPts val="600"/>
              </a:spcBef>
              <a:spcAft>
                <a:spcPts val="0"/>
              </a:spcAft>
              <a:buSzPts val="1610"/>
              <a:buNone/>
              <a:defRPr sz="1400">
                <a:solidFill>
                  <a:srgbClr val="888888"/>
                </a:solidFill>
              </a:defRPr>
            </a:lvl6pPr>
            <a:lvl7pPr indent="-228600" lvl="6" marL="3200400" algn="l">
              <a:spcBef>
                <a:spcPts val="600"/>
              </a:spcBef>
              <a:spcAft>
                <a:spcPts val="0"/>
              </a:spcAft>
              <a:buSzPts val="1610"/>
              <a:buNone/>
              <a:defRPr sz="1400">
                <a:solidFill>
                  <a:srgbClr val="888888"/>
                </a:solidFill>
              </a:defRPr>
            </a:lvl7pPr>
            <a:lvl8pPr indent="-228600" lvl="7" marL="3657600" algn="l">
              <a:spcBef>
                <a:spcPts val="600"/>
              </a:spcBef>
              <a:spcAft>
                <a:spcPts val="0"/>
              </a:spcAft>
              <a:buSzPts val="1610"/>
              <a:buNone/>
              <a:defRPr sz="1400">
                <a:solidFill>
                  <a:srgbClr val="888888"/>
                </a:solidFill>
              </a:defRPr>
            </a:lvl8pPr>
            <a:lvl9pPr indent="-228600" lvl="8" marL="4114800" algn="l">
              <a:spcBef>
                <a:spcPts val="600"/>
              </a:spcBef>
              <a:spcAft>
                <a:spcPts val="600"/>
              </a:spcAft>
              <a:buSzPts val="1610"/>
              <a:buNone/>
              <a:defRPr sz="1400">
                <a:solidFill>
                  <a:srgbClr val="888888"/>
                </a:solidFill>
              </a:defRPr>
            </a:lvl9pPr>
          </a:lstStyle>
          <a:p/>
        </p:txBody>
      </p:sp>
      <p:sp>
        <p:nvSpPr>
          <p:cNvPr id="125" name="Google Shape;125;p16"/>
          <p:cNvSpPr txBox="1"/>
          <p:nvPr>
            <p:ph idx="10" type="dt"/>
          </p:nvPr>
        </p:nvSpPr>
        <p:spPr>
          <a:xfrm>
            <a:off x="8677501" y="5969000"/>
            <a:ext cx="1600200" cy="27940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26" name="Google Shape;126;p16"/>
          <p:cNvSpPr txBox="1"/>
          <p:nvPr>
            <p:ph idx="11" type="ftr"/>
          </p:nvPr>
        </p:nvSpPr>
        <p:spPr>
          <a:xfrm>
            <a:off x="1295401" y="5969000"/>
            <a:ext cx="7305900" cy="27940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27" name="Google Shape;127;p16"/>
          <p:cNvSpPr txBox="1"/>
          <p:nvPr>
            <p:ph idx="12" type="sldNum"/>
          </p:nvPr>
        </p:nvSpPr>
        <p:spPr>
          <a:xfrm>
            <a:off x="10353901" y="5969000"/>
            <a:ext cx="542697" cy="279400"/>
          </a:xfrm>
          <a:prstGeom prst="rect">
            <a:avLst/>
          </a:prstGeom>
          <a:noFill/>
          <a:ln>
            <a:noFill/>
          </a:ln>
        </p:spPr>
        <p:txBody>
          <a:bodyPr anchorCtr="0" anchor="ctr" bIns="45700" lIns="91425" spcFirstLastPara="1" rIns="91425" wrap="square" tIns="45700">
            <a:noAutofit/>
          </a:bodyPr>
          <a:lstStyle>
            <a:lvl1pPr indent="0" lvl="0" marL="0" algn="ctr">
              <a:spcBef>
                <a:spcPts val="0"/>
              </a:spcBef>
              <a:spcAft>
                <a:spcPts val="0"/>
              </a:spcAft>
              <a:buClr>
                <a:schemeClr val="dk1"/>
              </a:buClr>
              <a:buSzPts val="1000"/>
              <a:buFont typeface="Garamond"/>
              <a:buNone/>
              <a:defRPr/>
            </a:lvl1pPr>
            <a:lvl2pPr indent="0" lvl="1" marL="0" algn="ctr">
              <a:spcBef>
                <a:spcPts val="0"/>
              </a:spcBef>
              <a:spcAft>
                <a:spcPts val="0"/>
              </a:spcAft>
              <a:buClr>
                <a:schemeClr val="dk1"/>
              </a:buClr>
              <a:buSzPts val="1000"/>
              <a:buFont typeface="Garamond"/>
              <a:buNone/>
              <a:defRPr/>
            </a:lvl2pPr>
            <a:lvl3pPr indent="0" lvl="2" marL="0" algn="ctr">
              <a:spcBef>
                <a:spcPts val="0"/>
              </a:spcBef>
              <a:spcAft>
                <a:spcPts val="0"/>
              </a:spcAft>
              <a:buClr>
                <a:schemeClr val="dk1"/>
              </a:buClr>
              <a:buSzPts val="1000"/>
              <a:buFont typeface="Garamond"/>
              <a:buNone/>
              <a:defRPr/>
            </a:lvl3pPr>
            <a:lvl4pPr indent="0" lvl="3" marL="0" algn="ctr">
              <a:spcBef>
                <a:spcPts val="0"/>
              </a:spcBef>
              <a:spcAft>
                <a:spcPts val="0"/>
              </a:spcAft>
              <a:buClr>
                <a:schemeClr val="dk1"/>
              </a:buClr>
              <a:buSzPts val="1000"/>
              <a:buFont typeface="Garamond"/>
              <a:buNone/>
              <a:defRPr/>
            </a:lvl4pPr>
            <a:lvl5pPr indent="0" lvl="4" marL="0" algn="ctr">
              <a:spcBef>
                <a:spcPts val="0"/>
              </a:spcBef>
              <a:spcAft>
                <a:spcPts val="0"/>
              </a:spcAft>
              <a:buClr>
                <a:schemeClr val="dk1"/>
              </a:buClr>
              <a:buSzPts val="1000"/>
              <a:buFont typeface="Garamond"/>
              <a:buNone/>
              <a:defRPr/>
            </a:lvl5pPr>
            <a:lvl6pPr indent="0" lvl="5" marL="0" algn="ctr">
              <a:spcBef>
                <a:spcPts val="0"/>
              </a:spcBef>
              <a:spcAft>
                <a:spcPts val="0"/>
              </a:spcAft>
              <a:buClr>
                <a:schemeClr val="dk1"/>
              </a:buClr>
              <a:buSzPts val="1000"/>
              <a:buFont typeface="Garamond"/>
              <a:buNone/>
              <a:defRPr/>
            </a:lvl6pPr>
            <a:lvl7pPr indent="0" lvl="6" marL="0" algn="ctr">
              <a:spcBef>
                <a:spcPts val="0"/>
              </a:spcBef>
              <a:spcAft>
                <a:spcPts val="0"/>
              </a:spcAft>
              <a:buClr>
                <a:schemeClr val="dk1"/>
              </a:buClr>
              <a:buSzPts val="1000"/>
              <a:buFont typeface="Garamond"/>
              <a:buNone/>
              <a:defRPr/>
            </a:lvl7pPr>
            <a:lvl8pPr indent="0" lvl="7" marL="0" algn="ctr">
              <a:spcBef>
                <a:spcPts val="0"/>
              </a:spcBef>
              <a:spcAft>
                <a:spcPts val="0"/>
              </a:spcAft>
              <a:buClr>
                <a:schemeClr val="dk1"/>
              </a:buClr>
              <a:buSzPts val="1000"/>
              <a:buFont typeface="Garamond"/>
              <a:buNone/>
              <a:defRPr/>
            </a:lvl8pPr>
            <a:lvl9pPr indent="0" lvl="8" marL="0" algn="ctr">
              <a:spcBef>
                <a:spcPts val="0"/>
              </a:spcBef>
              <a:spcAft>
                <a:spcPts val="0"/>
              </a:spcAft>
              <a:buClr>
                <a:schemeClr val="dk1"/>
              </a:buClr>
              <a:buSzPts val="1000"/>
              <a:buFont typeface="Garamond"/>
              <a:buNone/>
              <a:defRPr/>
            </a:lvl9pPr>
          </a:lstStyle>
          <a:p>
            <a:pPr indent="0" lvl="0" marL="0" rtl="0" algn="ctr">
              <a:spcBef>
                <a:spcPts val="0"/>
              </a:spcBef>
              <a:spcAft>
                <a:spcPts val="0"/>
              </a:spcAft>
              <a:buNone/>
            </a:pPr>
            <a:fld id="{00000000-1234-1234-1234-123412341234}" type="slidenum">
              <a:rPr lang="it-IT"/>
              <a:t>‹#›</a:t>
            </a:fld>
            <a:endParaRPr/>
          </a:p>
        </p:txBody>
      </p:sp>
      <p:sp>
        <p:nvSpPr>
          <p:cNvPr id="128" name="Google Shape;128;p16"/>
          <p:cNvSpPr txBox="1"/>
          <p:nvPr/>
        </p:nvSpPr>
        <p:spPr>
          <a:xfrm>
            <a:off x="862013" y="879961"/>
            <a:ext cx="609600" cy="58477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rPr lang="it-IT" sz="8000">
                <a:solidFill>
                  <a:schemeClr val="dk1"/>
                </a:solidFill>
                <a:latin typeface="Garamond"/>
                <a:ea typeface="Garamond"/>
                <a:cs typeface="Garamond"/>
                <a:sym typeface="Garamond"/>
              </a:rPr>
              <a:t>“</a:t>
            </a:r>
            <a:endParaRPr/>
          </a:p>
        </p:txBody>
      </p:sp>
      <p:sp>
        <p:nvSpPr>
          <p:cNvPr id="129" name="Google Shape;129;p16"/>
          <p:cNvSpPr txBox="1"/>
          <p:nvPr/>
        </p:nvSpPr>
        <p:spPr>
          <a:xfrm>
            <a:off x="10600267" y="2599261"/>
            <a:ext cx="609600" cy="584776"/>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None/>
            </a:pPr>
            <a:r>
              <a:rPr lang="it-IT" sz="8000">
                <a:solidFill>
                  <a:schemeClr val="dk1"/>
                </a:solidFill>
                <a:latin typeface="Garamond"/>
                <a:ea typeface="Garamond"/>
                <a:cs typeface="Garamond"/>
                <a:sym typeface="Garamond"/>
              </a:rPr>
              <a:t>”</a:t>
            </a:r>
            <a:endParaRPr/>
          </a:p>
        </p:txBody>
      </p:sp>
      <p:cxnSp>
        <p:nvCxnSpPr>
          <p:cNvPr id="130" name="Google Shape;130;p16"/>
          <p:cNvCxnSpPr/>
          <p:nvPr/>
        </p:nvCxnSpPr>
        <p:spPr>
          <a:xfrm>
            <a:off x="1396169" y="3429000"/>
            <a:ext cx="9407298" cy="0"/>
          </a:xfrm>
          <a:prstGeom prst="straightConnector1">
            <a:avLst/>
          </a:prstGeom>
          <a:noFill/>
          <a:ln cap="flat" cmpd="sng" w="15875">
            <a:solidFill>
              <a:schemeClr val="accent1"/>
            </a:solidFill>
            <a:prstDash val="solid"/>
            <a:round/>
            <a:headEnd len="sm" w="sm" type="none"/>
            <a:tailEnd len="sm" w="sm" type="none"/>
          </a:ln>
        </p:spPr>
      </p:cxn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o o falso">
  <p:cSld name="Vero o falso">
    <p:spTree>
      <p:nvGrpSpPr>
        <p:cNvPr id="131" name="Shape 131"/>
        <p:cNvGrpSpPr/>
        <p:nvPr/>
      </p:nvGrpSpPr>
      <p:grpSpPr>
        <a:xfrm>
          <a:off x="0" y="0"/>
          <a:ext cx="0" cy="0"/>
          <a:chOff x="0" y="0"/>
          <a:chExt cx="0" cy="0"/>
        </a:xfrm>
      </p:grpSpPr>
      <p:sp>
        <p:nvSpPr>
          <p:cNvPr id="132" name="Google Shape;132;p17"/>
          <p:cNvSpPr txBox="1"/>
          <p:nvPr>
            <p:ph type="title"/>
          </p:nvPr>
        </p:nvSpPr>
        <p:spPr>
          <a:xfrm>
            <a:off x="1295401" y="982132"/>
            <a:ext cx="9609666" cy="2243668"/>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rgbClr val="262626"/>
              </a:buClr>
              <a:buSzPts val="4400"/>
              <a:buFont typeface="Garamond"/>
              <a:buNone/>
              <a:defRPr b="0"/>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3" name="Google Shape;133;p17"/>
          <p:cNvSpPr txBox="1"/>
          <p:nvPr>
            <p:ph idx="1" type="body"/>
          </p:nvPr>
        </p:nvSpPr>
        <p:spPr>
          <a:xfrm>
            <a:off x="1295401" y="3630168"/>
            <a:ext cx="9609668" cy="841248"/>
          </a:xfrm>
          <a:prstGeom prst="rect">
            <a:avLst/>
          </a:prstGeom>
          <a:noFill/>
          <a:ln>
            <a:noFill/>
          </a:ln>
        </p:spPr>
        <p:txBody>
          <a:bodyPr anchorCtr="0" anchor="b" bIns="45700" lIns="91425" spcFirstLastPara="1" rIns="91425" wrap="square" tIns="45700">
            <a:normAutofit/>
          </a:bodyPr>
          <a:lstStyle>
            <a:lvl1pPr indent="-228600" lvl="0" marL="457200" algn="l">
              <a:spcBef>
                <a:spcPts val="0"/>
              </a:spcBef>
              <a:spcAft>
                <a:spcPts val="0"/>
              </a:spcAft>
              <a:buSzPts val="3220"/>
              <a:buNone/>
              <a:defRPr sz="2800">
                <a:solidFill>
                  <a:schemeClr val="dk1"/>
                </a:solidFill>
              </a:defRPr>
            </a:lvl1pPr>
            <a:lvl2pPr indent="-228600" lvl="1" marL="914400" algn="l">
              <a:spcBef>
                <a:spcPts val="600"/>
              </a:spcBef>
              <a:spcAft>
                <a:spcPts val="0"/>
              </a:spcAft>
              <a:buSzPts val="2070"/>
              <a:buNone/>
              <a:defRPr sz="1800">
                <a:solidFill>
                  <a:srgbClr val="888888"/>
                </a:solidFill>
              </a:defRPr>
            </a:lvl2pPr>
            <a:lvl3pPr indent="-228600" lvl="2" marL="1371600" algn="l">
              <a:spcBef>
                <a:spcPts val="600"/>
              </a:spcBef>
              <a:spcAft>
                <a:spcPts val="0"/>
              </a:spcAft>
              <a:buSzPts val="1840"/>
              <a:buNone/>
              <a:defRPr sz="1600">
                <a:solidFill>
                  <a:srgbClr val="888888"/>
                </a:solidFill>
              </a:defRPr>
            </a:lvl3pPr>
            <a:lvl4pPr indent="-228600" lvl="3" marL="1828800" algn="l">
              <a:spcBef>
                <a:spcPts val="600"/>
              </a:spcBef>
              <a:spcAft>
                <a:spcPts val="0"/>
              </a:spcAft>
              <a:buSzPts val="1610"/>
              <a:buNone/>
              <a:defRPr sz="1400">
                <a:solidFill>
                  <a:srgbClr val="888888"/>
                </a:solidFill>
              </a:defRPr>
            </a:lvl4pPr>
            <a:lvl5pPr indent="-228600" lvl="4" marL="2286000" algn="l">
              <a:spcBef>
                <a:spcPts val="600"/>
              </a:spcBef>
              <a:spcAft>
                <a:spcPts val="0"/>
              </a:spcAft>
              <a:buSzPts val="1610"/>
              <a:buNone/>
              <a:defRPr sz="1400">
                <a:solidFill>
                  <a:srgbClr val="888888"/>
                </a:solidFill>
              </a:defRPr>
            </a:lvl5pPr>
            <a:lvl6pPr indent="-228600" lvl="5" marL="2743200" algn="l">
              <a:spcBef>
                <a:spcPts val="600"/>
              </a:spcBef>
              <a:spcAft>
                <a:spcPts val="0"/>
              </a:spcAft>
              <a:buSzPts val="1610"/>
              <a:buNone/>
              <a:defRPr sz="1400">
                <a:solidFill>
                  <a:srgbClr val="888888"/>
                </a:solidFill>
              </a:defRPr>
            </a:lvl6pPr>
            <a:lvl7pPr indent="-228600" lvl="6" marL="3200400" algn="l">
              <a:spcBef>
                <a:spcPts val="600"/>
              </a:spcBef>
              <a:spcAft>
                <a:spcPts val="0"/>
              </a:spcAft>
              <a:buSzPts val="1610"/>
              <a:buNone/>
              <a:defRPr sz="1400">
                <a:solidFill>
                  <a:srgbClr val="888888"/>
                </a:solidFill>
              </a:defRPr>
            </a:lvl7pPr>
            <a:lvl8pPr indent="-228600" lvl="7" marL="3657600" algn="l">
              <a:spcBef>
                <a:spcPts val="600"/>
              </a:spcBef>
              <a:spcAft>
                <a:spcPts val="0"/>
              </a:spcAft>
              <a:buSzPts val="1610"/>
              <a:buNone/>
              <a:defRPr sz="1400">
                <a:solidFill>
                  <a:srgbClr val="888888"/>
                </a:solidFill>
              </a:defRPr>
            </a:lvl8pPr>
            <a:lvl9pPr indent="-228600" lvl="8" marL="4114800" algn="l">
              <a:spcBef>
                <a:spcPts val="600"/>
              </a:spcBef>
              <a:spcAft>
                <a:spcPts val="600"/>
              </a:spcAft>
              <a:buSzPts val="1610"/>
              <a:buNone/>
              <a:defRPr sz="1400">
                <a:solidFill>
                  <a:srgbClr val="888888"/>
                </a:solidFill>
              </a:defRPr>
            </a:lvl9pPr>
          </a:lstStyle>
          <a:p/>
        </p:txBody>
      </p:sp>
      <p:sp>
        <p:nvSpPr>
          <p:cNvPr id="134" name="Google Shape;134;p17"/>
          <p:cNvSpPr txBox="1"/>
          <p:nvPr>
            <p:ph idx="2" type="body"/>
          </p:nvPr>
        </p:nvSpPr>
        <p:spPr>
          <a:xfrm>
            <a:off x="1295400" y="4470399"/>
            <a:ext cx="9609670" cy="1405467"/>
          </a:xfrm>
          <a:prstGeom prst="rect">
            <a:avLst/>
          </a:prstGeom>
          <a:noFill/>
          <a:ln>
            <a:noFill/>
          </a:ln>
        </p:spPr>
        <p:txBody>
          <a:bodyPr anchorCtr="0" anchor="t" bIns="45700" lIns="91425" spcFirstLastPara="1" rIns="91425" wrap="square" tIns="45700">
            <a:normAutofit/>
          </a:bodyPr>
          <a:lstStyle>
            <a:lvl1pPr indent="-228600" lvl="0" marL="457200" algn="l">
              <a:spcBef>
                <a:spcPts val="360"/>
              </a:spcBef>
              <a:spcAft>
                <a:spcPts val="0"/>
              </a:spcAft>
              <a:buSzPts val="2070"/>
              <a:buNone/>
              <a:defRPr sz="1800">
                <a:solidFill>
                  <a:schemeClr val="dk1"/>
                </a:solidFill>
              </a:defRPr>
            </a:lvl1pPr>
            <a:lvl2pPr indent="-228600" lvl="1" marL="914400" algn="l">
              <a:spcBef>
                <a:spcPts val="600"/>
              </a:spcBef>
              <a:spcAft>
                <a:spcPts val="0"/>
              </a:spcAft>
              <a:buSzPts val="2070"/>
              <a:buNone/>
              <a:defRPr sz="1800">
                <a:solidFill>
                  <a:srgbClr val="888888"/>
                </a:solidFill>
              </a:defRPr>
            </a:lvl2pPr>
            <a:lvl3pPr indent="-228600" lvl="2" marL="1371600" algn="l">
              <a:spcBef>
                <a:spcPts val="600"/>
              </a:spcBef>
              <a:spcAft>
                <a:spcPts val="0"/>
              </a:spcAft>
              <a:buSzPts val="1840"/>
              <a:buNone/>
              <a:defRPr sz="1600">
                <a:solidFill>
                  <a:srgbClr val="888888"/>
                </a:solidFill>
              </a:defRPr>
            </a:lvl3pPr>
            <a:lvl4pPr indent="-228600" lvl="3" marL="1828800" algn="l">
              <a:spcBef>
                <a:spcPts val="600"/>
              </a:spcBef>
              <a:spcAft>
                <a:spcPts val="0"/>
              </a:spcAft>
              <a:buSzPts val="1610"/>
              <a:buNone/>
              <a:defRPr sz="1400">
                <a:solidFill>
                  <a:srgbClr val="888888"/>
                </a:solidFill>
              </a:defRPr>
            </a:lvl4pPr>
            <a:lvl5pPr indent="-228600" lvl="4" marL="2286000" algn="l">
              <a:spcBef>
                <a:spcPts val="600"/>
              </a:spcBef>
              <a:spcAft>
                <a:spcPts val="0"/>
              </a:spcAft>
              <a:buSzPts val="1610"/>
              <a:buNone/>
              <a:defRPr sz="1400">
                <a:solidFill>
                  <a:srgbClr val="888888"/>
                </a:solidFill>
              </a:defRPr>
            </a:lvl5pPr>
            <a:lvl6pPr indent="-228600" lvl="5" marL="2743200" algn="l">
              <a:spcBef>
                <a:spcPts val="600"/>
              </a:spcBef>
              <a:spcAft>
                <a:spcPts val="0"/>
              </a:spcAft>
              <a:buSzPts val="1610"/>
              <a:buNone/>
              <a:defRPr sz="1400">
                <a:solidFill>
                  <a:srgbClr val="888888"/>
                </a:solidFill>
              </a:defRPr>
            </a:lvl6pPr>
            <a:lvl7pPr indent="-228600" lvl="6" marL="3200400" algn="l">
              <a:spcBef>
                <a:spcPts val="600"/>
              </a:spcBef>
              <a:spcAft>
                <a:spcPts val="0"/>
              </a:spcAft>
              <a:buSzPts val="1610"/>
              <a:buNone/>
              <a:defRPr sz="1400">
                <a:solidFill>
                  <a:srgbClr val="888888"/>
                </a:solidFill>
              </a:defRPr>
            </a:lvl7pPr>
            <a:lvl8pPr indent="-228600" lvl="7" marL="3657600" algn="l">
              <a:spcBef>
                <a:spcPts val="600"/>
              </a:spcBef>
              <a:spcAft>
                <a:spcPts val="0"/>
              </a:spcAft>
              <a:buSzPts val="1610"/>
              <a:buNone/>
              <a:defRPr sz="1400">
                <a:solidFill>
                  <a:srgbClr val="888888"/>
                </a:solidFill>
              </a:defRPr>
            </a:lvl8pPr>
            <a:lvl9pPr indent="-228600" lvl="8" marL="4114800" algn="l">
              <a:spcBef>
                <a:spcPts val="600"/>
              </a:spcBef>
              <a:spcAft>
                <a:spcPts val="600"/>
              </a:spcAft>
              <a:buSzPts val="1610"/>
              <a:buNone/>
              <a:defRPr sz="1400">
                <a:solidFill>
                  <a:srgbClr val="888888"/>
                </a:solidFill>
              </a:defRPr>
            </a:lvl9pPr>
          </a:lstStyle>
          <a:p/>
        </p:txBody>
      </p:sp>
      <p:sp>
        <p:nvSpPr>
          <p:cNvPr id="135" name="Google Shape;135;p17"/>
          <p:cNvSpPr txBox="1"/>
          <p:nvPr>
            <p:ph idx="10" type="dt"/>
          </p:nvPr>
        </p:nvSpPr>
        <p:spPr>
          <a:xfrm>
            <a:off x="8677501" y="5969000"/>
            <a:ext cx="1600200" cy="27940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6" name="Google Shape;136;p17"/>
          <p:cNvSpPr txBox="1"/>
          <p:nvPr>
            <p:ph idx="11" type="ftr"/>
          </p:nvPr>
        </p:nvSpPr>
        <p:spPr>
          <a:xfrm>
            <a:off x="1295401" y="5969000"/>
            <a:ext cx="7305900" cy="27940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7" name="Google Shape;137;p17"/>
          <p:cNvSpPr txBox="1"/>
          <p:nvPr>
            <p:ph idx="12" type="sldNum"/>
          </p:nvPr>
        </p:nvSpPr>
        <p:spPr>
          <a:xfrm>
            <a:off x="10353901" y="5969000"/>
            <a:ext cx="542697" cy="279400"/>
          </a:xfrm>
          <a:prstGeom prst="rect">
            <a:avLst/>
          </a:prstGeom>
          <a:noFill/>
          <a:ln>
            <a:noFill/>
          </a:ln>
        </p:spPr>
        <p:txBody>
          <a:bodyPr anchorCtr="0" anchor="ctr" bIns="45700" lIns="91425" spcFirstLastPara="1" rIns="91425" wrap="square" tIns="45700">
            <a:noAutofit/>
          </a:bodyPr>
          <a:lstStyle>
            <a:lvl1pPr indent="0" lvl="0" marL="0" algn="ctr">
              <a:spcBef>
                <a:spcPts val="0"/>
              </a:spcBef>
              <a:spcAft>
                <a:spcPts val="0"/>
              </a:spcAft>
              <a:buClr>
                <a:schemeClr val="dk1"/>
              </a:buClr>
              <a:buSzPts val="1000"/>
              <a:buFont typeface="Garamond"/>
              <a:buNone/>
              <a:defRPr/>
            </a:lvl1pPr>
            <a:lvl2pPr indent="0" lvl="1" marL="0" algn="ctr">
              <a:spcBef>
                <a:spcPts val="0"/>
              </a:spcBef>
              <a:spcAft>
                <a:spcPts val="0"/>
              </a:spcAft>
              <a:buClr>
                <a:schemeClr val="dk1"/>
              </a:buClr>
              <a:buSzPts val="1000"/>
              <a:buFont typeface="Garamond"/>
              <a:buNone/>
              <a:defRPr/>
            </a:lvl2pPr>
            <a:lvl3pPr indent="0" lvl="2" marL="0" algn="ctr">
              <a:spcBef>
                <a:spcPts val="0"/>
              </a:spcBef>
              <a:spcAft>
                <a:spcPts val="0"/>
              </a:spcAft>
              <a:buClr>
                <a:schemeClr val="dk1"/>
              </a:buClr>
              <a:buSzPts val="1000"/>
              <a:buFont typeface="Garamond"/>
              <a:buNone/>
              <a:defRPr/>
            </a:lvl3pPr>
            <a:lvl4pPr indent="0" lvl="3" marL="0" algn="ctr">
              <a:spcBef>
                <a:spcPts val="0"/>
              </a:spcBef>
              <a:spcAft>
                <a:spcPts val="0"/>
              </a:spcAft>
              <a:buClr>
                <a:schemeClr val="dk1"/>
              </a:buClr>
              <a:buSzPts val="1000"/>
              <a:buFont typeface="Garamond"/>
              <a:buNone/>
              <a:defRPr/>
            </a:lvl4pPr>
            <a:lvl5pPr indent="0" lvl="4" marL="0" algn="ctr">
              <a:spcBef>
                <a:spcPts val="0"/>
              </a:spcBef>
              <a:spcAft>
                <a:spcPts val="0"/>
              </a:spcAft>
              <a:buClr>
                <a:schemeClr val="dk1"/>
              </a:buClr>
              <a:buSzPts val="1000"/>
              <a:buFont typeface="Garamond"/>
              <a:buNone/>
              <a:defRPr/>
            </a:lvl5pPr>
            <a:lvl6pPr indent="0" lvl="5" marL="0" algn="ctr">
              <a:spcBef>
                <a:spcPts val="0"/>
              </a:spcBef>
              <a:spcAft>
                <a:spcPts val="0"/>
              </a:spcAft>
              <a:buClr>
                <a:schemeClr val="dk1"/>
              </a:buClr>
              <a:buSzPts val="1000"/>
              <a:buFont typeface="Garamond"/>
              <a:buNone/>
              <a:defRPr/>
            </a:lvl6pPr>
            <a:lvl7pPr indent="0" lvl="6" marL="0" algn="ctr">
              <a:spcBef>
                <a:spcPts val="0"/>
              </a:spcBef>
              <a:spcAft>
                <a:spcPts val="0"/>
              </a:spcAft>
              <a:buClr>
                <a:schemeClr val="dk1"/>
              </a:buClr>
              <a:buSzPts val="1000"/>
              <a:buFont typeface="Garamond"/>
              <a:buNone/>
              <a:defRPr/>
            </a:lvl7pPr>
            <a:lvl8pPr indent="0" lvl="7" marL="0" algn="ctr">
              <a:spcBef>
                <a:spcPts val="0"/>
              </a:spcBef>
              <a:spcAft>
                <a:spcPts val="0"/>
              </a:spcAft>
              <a:buClr>
                <a:schemeClr val="dk1"/>
              </a:buClr>
              <a:buSzPts val="1000"/>
              <a:buFont typeface="Garamond"/>
              <a:buNone/>
              <a:defRPr/>
            </a:lvl8pPr>
            <a:lvl9pPr indent="0" lvl="8" marL="0" algn="ctr">
              <a:spcBef>
                <a:spcPts val="0"/>
              </a:spcBef>
              <a:spcAft>
                <a:spcPts val="0"/>
              </a:spcAft>
              <a:buClr>
                <a:schemeClr val="dk1"/>
              </a:buClr>
              <a:buSzPts val="1000"/>
              <a:buFont typeface="Garamond"/>
              <a:buNone/>
              <a:defRPr/>
            </a:lvl9pPr>
          </a:lstStyle>
          <a:p>
            <a:pPr indent="0" lvl="0" marL="0" rtl="0" algn="ctr">
              <a:spcBef>
                <a:spcPts val="0"/>
              </a:spcBef>
              <a:spcAft>
                <a:spcPts val="0"/>
              </a:spcAft>
              <a:buNone/>
            </a:pPr>
            <a:fld id="{00000000-1234-1234-1234-123412341234}" type="slidenum">
              <a:rPr lang="it-IT"/>
              <a:t>‹#›</a:t>
            </a:fld>
            <a:endParaRPr/>
          </a:p>
        </p:txBody>
      </p:sp>
      <p:cxnSp>
        <p:nvCxnSpPr>
          <p:cNvPr id="138" name="Google Shape;138;p17"/>
          <p:cNvCxnSpPr/>
          <p:nvPr/>
        </p:nvCxnSpPr>
        <p:spPr>
          <a:xfrm>
            <a:off x="1396169" y="3429000"/>
            <a:ext cx="9407298" cy="0"/>
          </a:xfrm>
          <a:prstGeom prst="straightConnector1">
            <a:avLst/>
          </a:prstGeom>
          <a:noFill/>
          <a:ln cap="flat" cmpd="sng" w="15875">
            <a:solidFill>
              <a:schemeClr val="accent1"/>
            </a:solidFill>
            <a:prstDash val="solid"/>
            <a:round/>
            <a:headEnd len="sm" w="sm" type="none"/>
            <a:tailEnd len="sm" w="sm" type="none"/>
          </a:ln>
        </p:spPr>
      </p:cxn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olo e testo verticale" type="vertTx">
  <p:cSld name="VERTICAL_TEXT">
    <p:spTree>
      <p:nvGrpSpPr>
        <p:cNvPr id="139" name="Shape 139"/>
        <p:cNvGrpSpPr/>
        <p:nvPr/>
      </p:nvGrpSpPr>
      <p:grpSpPr>
        <a:xfrm>
          <a:off x="0" y="0"/>
          <a:ext cx="0" cy="0"/>
          <a:chOff x="0" y="0"/>
          <a:chExt cx="0" cy="0"/>
        </a:xfrm>
      </p:grpSpPr>
      <p:sp>
        <p:nvSpPr>
          <p:cNvPr id="140" name="Google Shape;140;p18"/>
          <p:cNvSpPr txBox="1"/>
          <p:nvPr>
            <p:ph type="title"/>
          </p:nvPr>
        </p:nvSpPr>
        <p:spPr>
          <a:xfrm>
            <a:off x="1295402" y="982132"/>
            <a:ext cx="9601196" cy="1303867"/>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rgbClr val="262626"/>
              </a:buClr>
              <a:buSzPts val="4400"/>
              <a:buFont typeface="Garamond"/>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1" name="Google Shape;141;p18"/>
          <p:cNvSpPr txBox="1"/>
          <p:nvPr>
            <p:ph idx="1" type="body"/>
          </p:nvPr>
        </p:nvSpPr>
        <p:spPr>
          <a:xfrm rot="5400000">
            <a:off x="4436531" y="-584198"/>
            <a:ext cx="3318936" cy="9601196"/>
          </a:xfrm>
          <a:prstGeom prst="rect">
            <a:avLst/>
          </a:prstGeom>
          <a:noFill/>
          <a:ln>
            <a:noFill/>
          </a:ln>
        </p:spPr>
        <p:txBody>
          <a:bodyPr anchorCtr="0" anchor="t" bIns="45700" lIns="91425" spcFirstLastPara="1" rIns="91425" wrap="square" tIns="45700">
            <a:normAutofit/>
          </a:bodyPr>
          <a:lstStyle>
            <a:lvl1pPr indent="-360045" lvl="0" marL="457200" algn="l">
              <a:spcBef>
                <a:spcPts val="360"/>
              </a:spcBef>
              <a:spcAft>
                <a:spcPts val="0"/>
              </a:spcAft>
              <a:buSzPts val="2070"/>
              <a:buChar char="•"/>
              <a:defRPr/>
            </a:lvl1pPr>
            <a:lvl2pPr indent="-360045" lvl="1" marL="914400" algn="l">
              <a:spcBef>
                <a:spcPts val="600"/>
              </a:spcBef>
              <a:spcAft>
                <a:spcPts val="0"/>
              </a:spcAft>
              <a:buSzPts val="2070"/>
              <a:buChar char="•"/>
              <a:defRPr/>
            </a:lvl2pPr>
            <a:lvl3pPr indent="-360045" lvl="2" marL="1371600" algn="l">
              <a:spcBef>
                <a:spcPts val="600"/>
              </a:spcBef>
              <a:spcAft>
                <a:spcPts val="0"/>
              </a:spcAft>
              <a:buSzPts val="2070"/>
              <a:buChar char="•"/>
              <a:defRPr/>
            </a:lvl3pPr>
            <a:lvl4pPr indent="-360045" lvl="3" marL="1828800" algn="l">
              <a:spcBef>
                <a:spcPts val="600"/>
              </a:spcBef>
              <a:spcAft>
                <a:spcPts val="0"/>
              </a:spcAft>
              <a:buSzPts val="2070"/>
              <a:buChar char="•"/>
              <a:defRPr/>
            </a:lvl4pPr>
            <a:lvl5pPr indent="-360045" lvl="4" marL="2286000" algn="l">
              <a:spcBef>
                <a:spcPts val="600"/>
              </a:spcBef>
              <a:spcAft>
                <a:spcPts val="0"/>
              </a:spcAft>
              <a:buSzPts val="2070"/>
              <a:buChar char="•"/>
              <a:defRPr/>
            </a:lvl5pPr>
            <a:lvl6pPr indent="-360045" lvl="5" marL="2743200" algn="l">
              <a:spcBef>
                <a:spcPts val="600"/>
              </a:spcBef>
              <a:spcAft>
                <a:spcPts val="0"/>
              </a:spcAft>
              <a:buSzPts val="2070"/>
              <a:buChar char="•"/>
              <a:defRPr/>
            </a:lvl6pPr>
            <a:lvl7pPr indent="-360045" lvl="6" marL="3200400" algn="l">
              <a:spcBef>
                <a:spcPts val="600"/>
              </a:spcBef>
              <a:spcAft>
                <a:spcPts val="0"/>
              </a:spcAft>
              <a:buSzPts val="2070"/>
              <a:buChar char="•"/>
              <a:defRPr/>
            </a:lvl7pPr>
            <a:lvl8pPr indent="-360045" lvl="7" marL="3657600" algn="l">
              <a:spcBef>
                <a:spcPts val="600"/>
              </a:spcBef>
              <a:spcAft>
                <a:spcPts val="0"/>
              </a:spcAft>
              <a:buSzPts val="2070"/>
              <a:buChar char="•"/>
              <a:defRPr/>
            </a:lvl8pPr>
            <a:lvl9pPr indent="-360045" lvl="8" marL="4114800" algn="l">
              <a:spcBef>
                <a:spcPts val="600"/>
              </a:spcBef>
              <a:spcAft>
                <a:spcPts val="600"/>
              </a:spcAft>
              <a:buSzPts val="2070"/>
              <a:buChar char="•"/>
              <a:defRPr/>
            </a:lvl9pPr>
          </a:lstStyle>
          <a:p/>
        </p:txBody>
      </p:sp>
      <p:sp>
        <p:nvSpPr>
          <p:cNvPr id="142" name="Google Shape;142;p18"/>
          <p:cNvSpPr txBox="1"/>
          <p:nvPr>
            <p:ph idx="10" type="dt"/>
          </p:nvPr>
        </p:nvSpPr>
        <p:spPr>
          <a:xfrm>
            <a:off x="8677501" y="5969000"/>
            <a:ext cx="1600200" cy="27940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3" name="Google Shape;143;p18"/>
          <p:cNvSpPr txBox="1"/>
          <p:nvPr>
            <p:ph idx="11" type="ftr"/>
          </p:nvPr>
        </p:nvSpPr>
        <p:spPr>
          <a:xfrm>
            <a:off x="1295401" y="5969000"/>
            <a:ext cx="7305900" cy="27940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4" name="Google Shape;144;p18"/>
          <p:cNvSpPr txBox="1"/>
          <p:nvPr>
            <p:ph idx="12" type="sldNum"/>
          </p:nvPr>
        </p:nvSpPr>
        <p:spPr>
          <a:xfrm>
            <a:off x="10353901" y="5969000"/>
            <a:ext cx="542697" cy="279400"/>
          </a:xfrm>
          <a:prstGeom prst="rect">
            <a:avLst/>
          </a:prstGeom>
          <a:noFill/>
          <a:ln>
            <a:noFill/>
          </a:ln>
        </p:spPr>
        <p:txBody>
          <a:bodyPr anchorCtr="0" anchor="ctr" bIns="45700" lIns="91425" spcFirstLastPara="1" rIns="91425" wrap="square" tIns="45700">
            <a:noAutofit/>
          </a:bodyPr>
          <a:lstStyle>
            <a:lvl1pPr indent="0" lvl="0" marL="0" algn="ctr">
              <a:spcBef>
                <a:spcPts val="0"/>
              </a:spcBef>
              <a:spcAft>
                <a:spcPts val="0"/>
              </a:spcAft>
              <a:buClr>
                <a:schemeClr val="dk1"/>
              </a:buClr>
              <a:buSzPts val="1000"/>
              <a:buFont typeface="Garamond"/>
              <a:buNone/>
              <a:defRPr/>
            </a:lvl1pPr>
            <a:lvl2pPr indent="0" lvl="1" marL="0" algn="ctr">
              <a:spcBef>
                <a:spcPts val="0"/>
              </a:spcBef>
              <a:spcAft>
                <a:spcPts val="0"/>
              </a:spcAft>
              <a:buClr>
                <a:schemeClr val="dk1"/>
              </a:buClr>
              <a:buSzPts val="1000"/>
              <a:buFont typeface="Garamond"/>
              <a:buNone/>
              <a:defRPr/>
            </a:lvl2pPr>
            <a:lvl3pPr indent="0" lvl="2" marL="0" algn="ctr">
              <a:spcBef>
                <a:spcPts val="0"/>
              </a:spcBef>
              <a:spcAft>
                <a:spcPts val="0"/>
              </a:spcAft>
              <a:buClr>
                <a:schemeClr val="dk1"/>
              </a:buClr>
              <a:buSzPts val="1000"/>
              <a:buFont typeface="Garamond"/>
              <a:buNone/>
              <a:defRPr/>
            </a:lvl3pPr>
            <a:lvl4pPr indent="0" lvl="3" marL="0" algn="ctr">
              <a:spcBef>
                <a:spcPts val="0"/>
              </a:spcBef>
              <a:spcAft>
                <a:spcPts val="0"/>
              </a:spcAft>
              <a:buClr>
                <a:schemeClr val="dk1"/>
              </a:buClr>
              <a:buSzPts val="1000"/>
              <a:buFont typeface="Garamond"/>
              <a:buNone/>
              <a:defRPr/>
            </a:lvl4pPr>
            <a:lvl5pPr indent="0" lvl="4" marL="0" algn="ctr">
              <a:spcBef>
                <a:spcPts val="0"/>
              </a:spcBef>
              <a:spcAft>
                <a:spcPts val="0"/>
              </a:spcAft>
              <a:buClr>
                <a:schemeClr val="dk1"/>
              </a:buClr>
              <a:buSzPts val="1000"/>
              <a:buFont typeface="Garamond"/>
              <a:buNone/>
              <a:defRPr/>
            </a:lvl5pPr>
            <a:lvl6pPr indent="0" lvl="5" marL="0" algn="ctr">
              <a:spcBef>
                <a:spcPts val="0"/>
              </a:spcBef>
              <a:spcAft>
                <a:spcPts val="0"/>
              </a:spcAft>
              <a:buClr>
                <a:schemeClr val="dk1"/>
              </a:buClr>
              <a:buSzPts val="1000"/>
              <a:buFont typeface="Garamond"/>
              <a:buNone/>
              <a:defRPr/>
            </a:lvl6pPr>
            <a:lvl7pPr indent="0" lvl="6" marL="0" algn="ctr">
              <a:spcBef>
                <a:spcPts val="0"/>
              </a:spcBef>
              <a:spcAft>
                <a:spcPts val="0"/>
              </a:spcAft>
              <a:buClr>
                <a:schemeClr val="dk1"/>
              </a:buClr>
              <a:buSzPts val="1000"/>
              <a:buFont typeface="Garamond"/>
              <a:buNone/>
              <a:defRPr/>
            </a:lvl7pPr>
            <a:lvl8pPr indent="0" lvl="7" marL="0" algn="ctr">
              <a:spcBef>
                <a:spcPts val="0"/>
              </a:spcBef>
              <a:spcAft>
                <a:spcPts val="0"/>
              </a:spcAft>
              <a:buClr>
                <a:schemeClr val="dk1"/>
              </a:buClr>
              <a:buSzPts val="1000"/>
              <a:buFont typeface="Garamond"/>
              <a:buNone/>
              <a:defRPr/>
            </a:lvl8pPr>
            <a:lvl9pPr indent="0" lvl="8" marL="0" algn="ctr">
              <a:spcBef>
                <a:spcPts val="0"/>
              </a:spcBef>
              <a:spcAft>
                <a:spcPts val="0"/>
              </a:spcAft>
              <a:buClr>
                <a:schemeClr val="dk1"/>
              </a:buClr>
              <a:buSzPts val="1000"/>
              <a:buFont typeface="Garamond"/>
              <a:buNone/>
              <a:defRPr/>
            </a:lvl9pPr>
          </a:lstStyle>
          <a:p>
            <a:pPr indent="0" lvl="0" marL="0" rtl="0" algn="ctr">
              <a:spcBef>
                <a:spcPts val="0"/>
              </a:spcBef>
              <a:spcAft>
                <a:spcPts val="0"/>
              </a:spcAft>
              <a:buNone/>
            </a:pPr>
            <a:fld id="{00000000-1234-1234-1234-123412341234}" type="slidenum">
              <a:rPr lang="it-IT"/>
              <a:t>‹#›</a:t>
            </a:fld>
            <a:endParaRPr/>
          </a:p>
        </p:txBody>
      </p:sp>
      <p:cxnSp>
        <p:nvCxnSpPr>
          <p:cNvPr id="145" name="Google Shape;145;p18"/>
          <p:cNvCxnSpPr/>
          <p:nvPr/>
        </p:nvCxnSpPr>
        <p:spPr>
          <a:xfrm>
            <a:off x="1396169" y="2421466"/>
            <a:ext cx="9407298" cy="0"/>
          </a:xfrm>
          <a:prstGeom prst="straightConnector1">
            <a:avLst/>
          </a:prstGeom>
          <a:noFill/>
          <a:ln cap="flat" cmpd="sng" w="15875">
            <a:solidFill>
              <a:schemeClr val="accent1"/>
            </a:solidFill>
            <a:prstDash val="solid"/>
            <a:round/>
            <a:headEnd len="sm" w="sm" type="none"/>
            <a:tailEnd len="sm" w="sm" type="none"/>
          </a:ln>
        </p:spPr>
      </p:cxn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olo e testo verticale" type="vertTitleAndTx">
  <p:cSld name="VERTICAL_TITLE_AND_VERTICAL_TEXT">
    <p:spTree>
      <p:nvGrpSpPr>
        <p:cNvPr id="146" name="Shape 146"/>
        <p:cNvGrpSpPr/>
        <p:nvPr/>
      </p:nvGrpSpPr>
      <p:grpSpPr>
        <a:xfrm>
          <a:off x="0" y="0"/>
          <a:ext cx="0" cy="0"/>
          <a:chOff x="0" y="0"/>
          <a:chExt cx="0" cy="0"/>
        </a:xfrm>
      </p:grpSpPr>
      <p:sp>
        <p:nvSpPr>
          <p:cNvPr id="147" name="Google Shape;147;p19"/>
          <p:cNvSpPr txBox="1"/>
          <p:nvPr>
            <p:ph type="title"/>
          </p:nvPr>
        </p:nvSpPr>
        <p:spPr>
          <a:xfrm rot="5400000">
            <a:off x="7497936" y="2483551"/>
            <a:ext cx="4893735" cy="1890895"/>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rgbClr val="262626"/>
              </a:buClr>
              <a:buSzPts val="18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8" name="Google Shape;148;p19"/>
          <p:cNvSpPr txBox="1"/>
          <p:nvPr>
            <p:ph idx="1" type="body"/>
          </p:nvPr>
        </p:nvSpPr>
        <p:spPr>
          <a:xfrm rot="5400000">
            <a:off x="2565043" y="-287514"/>
            <a:ext cx="4893734" cy="7433025"/>
          </a:xfrm>
          <a:prstGeom prst="rect">
            <a:avLst/>
          </a:prstGeom>
          <a:noFill/>
          <a:ln>
            <a:noFill/>
          </a:ln>
        </p:spPr>
        <p:txBody>
          <a:bodyPr anchorCtr="0" anchor="t" bIns="45700" lIns="91425" spcFirstLastPara="1" rIns="91425" wrap="square" tIns="45700">
            <a:normAutofit/>
          </a:bodyPr>
          <a:lstStyle>
            <a:lvl1pPr indent="-360045" lvl="0" marL="457200" algn="l">
              <a:spcBef>
                <a:spcPts val="360"/>
              </a:spcBef>
              <a:spcAft>
                <a:spcPts val="0"/>
              </a:spcAft>
              <a:buSzPts val="2070"/>
              <a:buChar char="•"/>
              <a:defRPr/>
            </a:lvl1pPr>
            <a:lvl2pPr indent="-360045" lvl="1" marL="914400" algn="l">
              <a:spcBef>
                <a:spcPts val="600"/>
              </a:spcBef>
              <a:spcAft>
                <a:spcPts val="0"/>
              </a:spcAft>
              <a:buSzPts val="2070"/>
              <a:buChar char="•"/>
              <a:defRPr/>
            </a:lvl2pPr>
            <a:lvl3pPr indent="-360045" lvl="2" marL="1371600" algn="l">
              <a:spcBef>
                <a:spcPts val="600"/>
              </a:spcBef>
              <a:spcAft>
                <a:spcPts val="0"/>
              </a:spcAft>
              <a:buSzPts val="2070"/>
              <a:buChar char="•"/>
              <a:defRPr/>
            </a:lvl3pPr>
            <a:lvl4pPr indent="-360045" lvl="3" marL="1828800" algn="l">
              <a:spcBef>
                <a:spcPts val="600"/>
              </a:spcBef>
              <a:spcAft>
                <a:spcPts val="0"/>
              </a:spcAft>
              <a:buSzPts val="2070"/>
              <a:buChar char="•"/>
              <a:defRPr/>
            </a:lvl4pPr>
            <a:lvl5pPr indent="-360045" lvl="4" marL="2286000" algn="l">
              <a:spcBef>
                <a:spcPts val="600"/>
              </a:spcBef>
              <a:spcAft>
                <a:spcPts val="0"/>
              </a:spcAft>
              <a:buSzPts val="2070"/>
              <a:buChar char="•"/>
              <a:defRPr/>
            </a:lvl5pPr>
            <a:lvl6pPr indent="-360045" lvl="5" marL="2743200" algn="l">
              <a:spcBef>
                <a:spcPts val="600"/>
              </a:spcBef>
              <a:spcAft>
                <a:spcPts val="0"/>
              </a:spcAft>
              <a:buSzPts val="2070"/>
              <a:buChar char="•"/>
              <a:defRPr/>
            </a:lvl6pPr>
            <a:lvl7pPr indent="-360045" lvl="6" marL="3200400" algn="l">
              <a:spcBef>
                <a:spcPts val="600"/>
              </a:spcBef>
              <a:spcAft>
                <a:spcPts val="0"/>
              </a:spcAft>
              <a:buSzPts val="2070"/>
              <a:buChar char="•"/>
              <a:defRPr/>
            </a:lvl7pPr>
            <a:lvl8pPr indent="-360045" lvl="7" marL="3657600" algn="l">
              <a:spcBef>
                <a:spcPts val="600"/>
              </a:spcBef>
              <a:spcAft>
                <a:spcPts val="0"/>
              </a:spcAft>
              <a:buSzPts val="2070"/>
              <a:buChar char="•"/>
              <a:defRPr/>
            </a:lvl8pPr>
            <a:lvl9pPr indent="-360045" lvl="8" marL="4114800" algn="l">
              <a:spcBef>
                <a:spcPts val="600"/>
              </a:spcBef>
              <a:spcAft>
                <a:spcPts val="600"/>
              </a:spcAft>
              <a:buSzPts val="2070"/>
              <a:buChar char="•"/>
              <a:defRPr/>
            </a:lvl9pPr>
          </a:lstStyle>
          <a:p/>
        </p:txBody>
      </p:sp>
      <p:sp>
        <p:nvSpPr>
          <p:cNvPr id="149" name="Google Shape;149;p19"/>
          <p:cNvSpPr txBox="1"/>
          <p:nvPr>
            <p:ph idx="10" type="dt"/>
          </p:nvPr>
        </p:nvSpPr>
        <p:spPr>
          <a:xfrm>
            <a:off x="8677501" y="5969000"/>
            <a:ext cx="1600200" cy="27940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50" name="Google Shape;150;p19"/>
          <p:cNvSpPr txBox="1"/>
          <p:nvPr>
            <p:ph idx="11" type="ftr"/>
          </p:nvPr>
        </p:nvSpPr>
        <p:spPr>
          <a:xfrm>
            <a:off x="1295401" y="5969000"/>
            <a:ext cx="7305900" cy="27940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51" name="Google Shape;151;p19"/>
          <p:cNvSpPr txBox="1"/>
          <p:nvPr>
            <p:ph idx="12" type="sldNum"/>
          </p:nvPr>
        </p:nvSpPr>
        <p:spPr>
          <a:xfrm>
            <a:off x="10353901" y="5969000"/>
            <a:ext cx="542697" cy="279400"/>
          </a:xfrm>
          <a:prstGeom prst="rect">
            <a:avLst/>
          </a:prstGeom>
          <a:noFill/>
          <a:ln>
            <a:noFill/>
          </a:ln>
        </p:spPr>
        <p:txBody>
          <a:bodyPr anchorCtr="0" anchor="ctr" bIns="45700" lIns="91425" spcFirstLastPara="1" rIns="91425" wrap="square" tIns="45700">
            <a:noAutofit/>
          </a:bodyPr>
          <a:lstStyle>
            <a:lvl1pPr indent="0" lvl="0" marL="0" algn="ctr">
              <a:spcBef>
                <a:spcPts val="0"/>
              </a:spcBef>
              <a:spcAft>
                <a:spcPts val="0"/>
              </a:spcAft>
              <a:buClr>
                <a:schemeClr val="dk1"/>
              </a:buClr>
              <a:buSzPts val="1000"/>
              <a:buFont typeface="Garamond"/>
              <a:buNone/>
              <a:defRPr/>
            </a:lvl1pPr>
            <a:lvl2pPr indent="0" lvl="1" marL="0" algn="ctr">
              <a:spcBef>
                <a:spcPts val="0"/>
              </a:spcBef>
              <a:spcAft>
                <a:spcPts val="0"/>
              </a:spcAft>
              <a:buClr>
                <a:schemeClr val="dk1"/>
              </a:buClr>
              <a:buSzPts val="1000"/>
              <a:buFont typeface="Garamond"/>
              <a:buNone/>
              <a:defRPr/>
            </a:lvl2pPr>
            <a:lvl3pPr indent="0" lvl="2" marL="0" algn="ctr">
              <a:spcBef>
                <a:spcPts val="0"/>
              </a:spcBef>
              <a:spcAft>
                <a:spcPts val="0"/>
              </a:spcAft>
              <a:buClr>
                <a:schemeClr val="dk1"/>
              </a:buClr>
              <a:buSzPts val="1000"/>
              <a:buFont typeface="Garamond"/>
              <a:buNone/>
              <a:defRPr/>
            </a:lvl3pPr>
            <a:lvl4pPr indent="0" lvl="3" marL="0" algn="ctr">
              <a:spcBef>
                <a:spcPts val="0"/>
              </a:spcBef>
              <a:spcAft>
                <a:spcPts val="0"/>
              </a:spcAft>
              <a:buClr>
                <a:schemeClr val="dk1"/>
              </a:buClr>
              <a:buSzPts val="1000"/>
              <a:buFont typeface="Garamond"/>
              <a:buNone/>
              <a:defRPr/>
            </a:lvl4pPr>
            <a:lvl5pPr indent="0" lvl="4" marL="0" algn="ctr">
              <a:spcBef>
                <a:spcPts val="0"/>
              </a:spcBef>
              <a:spcAft>
                <a:spcPts val="0"/>
              </a:spcAft>
              <a:buClr>
                <a:schemeClr val="dk1"/>
              </a:buClr>
              <a:buSzPts val="1000"/>
              <a:buFont typeface="Garamond"/>
              <a:buNone/>
              <a:defRPr/>
            </a:lvl5pPr>
            <a:lvl6pPr indent="0" lvl="5" marL="0" algn="ctr">
              <a:spcBef>
                <a:spcPts val="0"/>
              </a:spcBef>
              <a:spcAft>
                <a:spcPts val="0"/>
              </a:spcAft>
              <a:buClr>
                <a:schemeClr val="dk1"/>
              </a:buClr>
              <a:buSzPts val="1000"/>
              <a:buFont typeface="Garamond"/>
              <a:buNone/>
              <a:defRPr/>
            </a:lvl6pPr>
            <a:lvl7pPr indent="0" lvl="6" marL="0" algn="ctr">
              <a:spcBef>
                <a:spcPts val="0"/>
              </a:spcBef>
              <a:spcAft>
                <a:spcPts val="0"/>
              </a:spcAft>
              <a:buClr>
                <a:schemeClr val="dk1"/>
              </a:buClr>
              <a:buSzPts val="1000"/>
              <a:buFont typeface="Garamond"/>
              <a:buNone/>
              <a:defRPr/>
            </a:lvl7pPr>
            <a:lvl8pPr indent="0" lvl="7" marL="0" algn="ctr">
              <a:spcBef>
                <a:spcPts val="0"/>
              </a:spcBef>
              <a:spcAft>
                <a:spcPts val="0"/>
              </a:spcAft>
              <a:buClr>
                <a:schemeClr val="dk1"/>
              </a:buClr>
              <a:buSzPts val="1000"/>
              <a:buFont typeface="Garamond"/>
              <a:buNone/>
              <a:defRPr/>
            </a:lvl8pPr>
            <a:lvl9pPr indent="0" lvl="8" marL="0" algn="ctr">
              <a:spcBef>
                <a:spcPts val="0"/>
              </a:spcBef>
              <a:spcAft>
                <a:spcPts val="0"/>
              </a:spcAft>
              <a:buClr>
                <a:schemeClr val="dk1"/>
              </a:buClr>
              <a:buSzPts val="1000"/>
              <a:buFont typeface="Garamond"/>
              <a:buNone/>
              <a:defRPr/>
            </a:lvl9pPr>
          </a:lstStyle>
          <a:p>
            <a:pPr indent="0" lvl="0" marL="0" rtl="0" algn="ctr">
              <a:spcBef>
                <a:spcPts val="0"/>
              </a:spcBef>
              <a:spcAft>
                <a:spcPts val="0"/>
              </a:spcAft>
              <a:buNone/>
            </a:pPr>
            <a:fld id="{00000000-1234-1234-1234-123412341234}" type="slidenum">
              <a:rPr lang="it-IT"/>
              <a:t>‹#›</a:t>
            </a:fld>
            <a:endParaRPr/>
          </a:p>
        </p:txBody>
      </p:sp>
      <p:cxnSp>
        <p:nvCxnSpPr>
          <p:cNvPr id="152" name="Google Shape;152;p19"/>
          <p:cNvCxnSpPr/>
          <p:nvPr/>
        </p:nvCxnSpPr>
        <p:spPr>
          <a:xfrm>
            <a:off x="8863890" y="990600"/>
            <a:ext cx="0" cy="4876800"/>
          </a:xfrm>
          <a:prstGeom prst="straightConnector1">
            <a:avLst/>
          </a:prstGeom>
          <a:noFill/>
          <a:ln cap="flat" cmpd="sng" w="15875">
            <a:solidFill>
              <a:schemeClr val="accent1"/>
            </a:solidFill>
            <a:prstDash val="solid"/>
            <a:round/>
            <a:headEnd len="sm" w="sm" type="none"/>
            <a:tailEnd len="sm" w="sm" type="none"/>
          </a:ln>
        </p:spPr>
      </p:cxn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uota" type="blank">
  <p:cSld name="BLANK">
    <p:spTree>
      <p:nvGrpSpPr>
        <p:cNvPr id="164" name="Shape 164"/>
        <p:cNvGrpSpPr/>
        <p:nvPr/>
      </p:nvGrpSpPr>
      <p:grpSpPr>
        <a:xfrm>
          <a:off x="0" y="0"/>
          <a:ext cx="0" cy="0"/>
          <a:chOff x="0" y="0"/>
          <a:chExt cx="0" cy="0"/>
        </a:xfrm>
      </p:grpSpPr>
      <p:sp>
        <p:nvSpPr>
          <p:cNvPr id="165" name="Google Shape;165;p21"/>
          <p:cNvSpPr txBox="1"/>
          <p:nvPr>
            <p:ph idx="10" type="dt"/>
          </p:nvPr>
        </p:nvSpPr>
        <p:spPr>
          <a:xfrm>
            <a:off x="8677501" y="5969000"/>
            <a:ext cx="1600200" cy="27940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66" name="Google Shape;166;p21"/>
          <p:cNvSpPr txBox="1"/>
          <p:nvPr>
            <p:ph idx="11" type="ftr"/>
          </p:nvPr>
        </p:nvSpPr>
        <p:spPr>
          <a:xfrm>
            <a:off x="1295401" y="5969000"/>
            <a:ext cx="7305900" cy="27940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67" name="Google Shape;167;p21"/>
          <p:cNvSpPr txBox="1"/>
          <p:nvPr>
            <p:ph idx="12" type="sldNum"/>
          </p:nvPr>
        </p:nvSpPr>
        <p:spPr>
          <a:xfrm>
            <a:off x="10353901" y="5969000"/>
            <a:ext cx="542697" cy="279400"/>
          </a:xfrm>
          <a:prstGeom prst="rect">
            <a:avLst/>
          </a:prstGeom>
          <a:noFill/>
          <a:ln>
            <a:noFill/>
          </a:ln>
        </p:spPr>
        <p:txBody>
          <a:bodyPr anchorCtr="0" anchor="ctr" bIns="45700" lIns="91425" spcFirstLastPara="1" rIns="91425" wrap="square" tIns="45700">
            <a:noAutofit/>
          </a:bodyPr>
          <a:lstStyle>
            <a:lvl1pPr indent="0" lvl="0" marL="0" algn="ctr">
              <a:spcBef>
                <a:spcPts val="0"/>
              </a:spcBef>
              <a:spcAft>
                <a:spcPts val="0"/>
              </a:spcAft>
              <a:buClr>
                <a:schemeClr val="lt1"/>
              </a:buClr>
              <a:buSzPts val="1000"/>
              <a:buFont typeface="Garamond"/>
              <a:buNone/>
              <a:defRPr/>
            </a:lvl1pPr>
            <a:lvl2pPr indent="0" lvl="1" marL="0" algn="ctr">
              <a:spcBef>
                <a:spcPts val="0"/>
              </a:spcBef>
              <a:spcAft>
                <a:spcPts val="0"/>
              </a:spcAft>
              <a:buClr>
                <a:schemeClr val="lt1"/>
              </a:buClr>
              <a:buSzPts val="1000"/>
              <a:buFont typeface="Garamond"/>
              <a:buNone/>
              <a:defRPr/>
            </a:lvl2pPr>
            <a:lvl3pPr indent="0" lvl="2" marL="0" algn="ctr">
              <a:spcBef>
                <a:spcPts val="0"/>
              </a:spcBef>
              <a:spcAft>
                <a:spcPts val="0"/>
              </a:spcAft>
              <a:buClr>
                <a:schemeClr val="lt1"/>
              </a:buClr>
              <a:buSzPts val="1000"/>
              <a:buFont typeface="Garamond"/>
              <a:buNone/>
              <a:defRPr/>
            </a:lvl3pPr>
            <a:lvl4pPr indent="0" lvl="3" marL="0" algn="ctr">
              <a:spcBef>
                <a:spcPts val="0"/>
              </a:spcBef>
              <a:spcAft>
                <a:spcPts val="0"/>
              </a:spcAft>
              <a:buClr>
                <a:schemeClr val="lt1"/>
              </a:buClr>
              <a:buSzPts val="1000"/>
              <a:buFont typeface="Garamond"/>
              <a:buNone/>
              <a:defRPr/>
            </a:lvl4pPr>
            <a:lvl5pPr indent="0" lvl="4" marL="0" algn="ctr">
              <a:spcBef>
                <a:spcPts val="0"/>
              </a:spcBef>
              <a:spcAft>
                <a:spcPts val="0"/>
              </a:spcAft>
              <a:buClr>
                <a:schemeClr val="lt1"/>
              </a:buClr>
              <a:buSzPts val="1000"/>
              <a:buFont typeface="Garamond"/>
              <a:buNone/>
              <a:defRPr/>
            </a:lvl5pPr>
            <a:lvl6pPr indent="0" lvl="5" marL="0" algn="ctr">
              <a:spcBef>
                <a:spcPts val="0"/>
              </a:spcBef>
              <a:spcAft>
                <a:spcPts val="0"/>
              </a:spcAft>
              <a:buClr>
                <a:schemeClr val="lt1"/>
              </a:buClr>
              <a:buSzPts val="1000"/>
              <a:buFont typeface="Garamond"/>
              <a:buNone/>
              <a:defRPr/>
            </a:lvl6pPr>
            <a:lvl7pPr indent="0" lvl="6" marL="0" algn="ctr">
              <a:spcBef>
                <a:spcPts val="0"/>
              </a:spcBef>
              <a:spcAft>
                <a:spcPts val="0"/>
              </a:spcAft>
              <a:buClr>
                <a:schemeClr val="lt1"/>
              </a:buClr>
              <a:buSzPts val="1000"/>
              <a:buFont typeface="Garamond"/>
              <a:buNone/>
              <a:defRPr/>
            </a:lvl7pPr>
            <a:lvl8pPr indent="0" lvl="7" marL="0" algn="ctr">
              <a:spcBef>
                <a:spcPts val="0"/>
              </a:spcBef>
              <a:spcAft>
                <a:spcPts val="0"/>
              </a:spcAft>
              <a:buClr>
                <a:schemeClr val="lt1"/>
              </a:buClr>
              <a:buSzPts val="1000"/>
              <a:buFont typeface="Garamond"/>
              <a:buNone/>
              <a:defRPr/>
            </a:lvl8pPr>
            <a:lvl9pPr indent="0" lvl="8" marL="0" algn="ctr">
              <a:spcBef>
                <a:spcPts val="0"/>
              </a:spcBef>
              <a:spcAft>
                <a:spcPts val="0"/>
              </a:spcAft>
              <a:buClr>
                <a:schemeClr val="lt1"/>
              </a:buClr>
              <a:buSzPts val="1000"/>
              <a:buFont typeface="Garamond"/>
              <a:buNone/>
              <a:defRPr/>
            </a:lvl9pPr>
          </a:lstStyle>
          <a:p>
            <a:pPr indent="0" lvl="0" marL="0" rtl="0" algn="ctr">
              <a:spcBef>
                <a:spcPts val="0"/>
              </a:spcBef>
              <a:spcAft>
                <a:spcPts val="0"/>
              </a:spcAft>
              <a:buNone/>
            </a:pPr>
            <a:fld id="{00000000-1234-1234-1234-123412341234}" type="slidenum">
              <a:rPr lang="it-IT"/>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17.xml"/><Relationship Id="rId11" Type="http://schemas.openxmlformats.org/officeDocument/2006/relationships/slideLayout" Target="../slideLayouts/slideLayout8.xml"/><Relationship Id="rId22" Type="http://schemas.openxmlformats.org/officeDocument/2006/relationships/theme" Target="../theme/theme2.xml"/><Relationship Id="rId10" Type="http://schemas.openxmlformats.org/officeDocument/2006/relationships/slideLayout" Target="../slideLayouts/slideLayout7.xml"/><Relationship Id="rId21" Type="http://schemas.openxmlformats.org/officeDocument/2006/relationships/slideLayout" Target="../slideLayouts/slideLayout18.xml"/><Relationship Id="rId13" Type="http://schemas.openxmlformats.org/officeDocument/2006/relationships/slideLayout" Target="../slideLayouts/slideLayout10.xml"/><Relationship Id="rId12" Type="http://schemas.openxmlformats.org/officeDocument/2006/relationships/slideLayout" Target="../slideLayouts/slideLayout9.xml"/><Relationship Id="rId1" Type="http://schemas.openxmlformats.org/officeDocument/2006/relationships/image" Target="../media/image4.jpg"/><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slideLayout" Target="../slideLayouts/slideLayout1.xml"/><Relationship Id="rId9" Type="http://schemas.openxmlformats.org/officeDocument/2006/relationships/slideLayout" Target="../slideLayouts/slideLayout6.xml"/><Relationship Id="rId15" Type="http://schemas.openxmlformats.org/officeDocument/2006/relationships/slideLayout" Target="../slideLayouts/slideLayout12.xml"/><Relationship Id="rId14" Type="http://schemas.openxmlformats.org/officeDocument/2006/relationships/slideLayout" Target="../slideLayouts/slideLayout11.xml"/><Relationship Id="rId17" Type="http://schemas.openxmlformats.org/officeDocument/2006/relationships/slideLayout" Target="../slideLayouts/slideLayout14.xml"/><Relationship Id="rId16" Type="http://schemas.openxmlformats.org/officeDocument/2006/relationships/slideLayout" Target="../slideLayouts/slideLayout13.xml"/><Relationship Id="rId5" Type="http://schemas.openxmlformats.org/officeDocument/2006/relationships/slideLayout" Target="../slideLayouts/slideLayout2.xml"/><Relationship Id="rId19" Type="http://schemas.openxmlformats.org/officeDocument/2006/relationships/slideLayout" Target="../slideLayouts/slideLayout16.xml"/><Relationship Id="rId6" Type="http://schemas.openxmlformats.org/officeDocument/2006/relationships/slideLayout" Target="../slideLayouts/slideLayout3.xml"/><Relationship Id="rId18" Type="http://schemas.openxmlformats.org/officeDocument/2006/relationships/slideLayout" Target="../slideLayouts/slideLayout15.xml"/><Relationship Id="rId7" Type="http://schemas.openxmlformats.org/officeDocument/2006/relationships/slideLayout" Target="../slideLayouts/slideLayout4.xml"/><Relationship Id="rId8" Type="http://schemas.openxmlformats.org/officeDocument/2006/relationships/slideLayout" Target="../slideLayouts/slideLayout5.xml"/></Relationships>
</file>

<file path=ppt/slideMasters/_rels/slideMaster2.xml.rels><?xml version="1.0" encoding="UTF-8" standalone="yes"?><Relationships xmlns="http://schemas.openxmlformats.org/package/2006/relationships"><Relationship Id="rId1" Type="http://schemas.openxmlformats.org/officeDocument/2006/relationships/image" Target="../media/image4.jpg"/><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slideLayout" Target="../slideLayouts/slideLayout19.xml"/><Relationship Id="rId5"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1">
            <a:alphaModFix/>
          </a:blip>
          <a:stretch>
            <a:fillRect/>
          </a:stretch>
        </a:blipFill>
      </p:bgPr>
    </p:bg>
    <p:spTree>
      <p:nvGrpSpPr>
        <p:cNvPr id="9" name="Shape 9"/>
        <p:cNvGrpSpPr/>
        <p:nvPr/>
      </p:nvGrpSpPr>
      <p:grpSpPr>
        <a:xfrm>
          <a:off x="0" y="0"/>
          <a:ext cx="0" cy="0"/>
          <a:chOff x="0" y="0"/>
          <a:chExt cx="0" cy="0"/>
        </a:xfrm>
      </p:grpSpPr>
      <p:grpSp>
        <p:nvGrpSpPr>
          <p:cNvPr id="10" name="Google Shape;10;p1"/>
          <p:cNvGrpSpPr/>
          <p:nvPr/>
        </p:nvGrpSpPr>
        <p:grpSpPr>
          <a:xfrm>
            <a:off x="-15736" y="0"/>
            <a:ext cx="12229962" cy="6856214"/>
            <a:chOff x="-15736" y="0"/>
            <a:chExt cx="12229962" cy="6856214"/>
          </a:xfrm>
        </p:grpSpPr>
        <p:pic>
          <p:nvPicPr>
            <p:cNvPr descr="HD-PanelContent.png" id="11" name="Google Shape;11;p1"/>
            <p:cNvPicPr preferRelativeResize="0"/>
            <p:nvPr/>
          </p:nvPicPr>
          <p:blipFill rotWithShape="1">
            <a:blip r:embed="rId2">
              <a:alphaModFix/>
            </a:blip>
            <a:srcRect b="0" l="0" r="0" t="0"/>
            <a:stretch/>
          </p:blipFill>
          <p:spPr>
            <a:xfrm>
              <a:off x="0" y="0"/>
              <a:ext cx="12188825" cy="6856214"/>
            </a:xfrm>
            <a:prstGeom prst="rect">
              <a:avLst/>
            </a:prstGeom>
            <a:noFill/>
            <a:ln>
              <a:noFill/>
            </a:ln>
          </p:spPr>
        </p:pic>
        <p:sp>
          <p:nvSpPr>
            <p:cNvPr id="12" name="Google Shape;12;p1"/>
            <p:cNvSpPr/>
            <p:nvPr/>
          </p:nvSpPr>
          <p:spPr>
            <a:xfrm>
              <a:off x="608012" y="609600"/>
              <a:ext cx="10972800" cy="5638800"/>
            </a:xfrm>
            <a:prstGeom prst="rect">
              <a:avLst/>
            </a:prstGeom>
            <a:noFill/>
            <a:ln cap="flat" cmpd="sng" w="15875">
              <a:solidFill>
                <a:schemeClr val="accent1"/>
              </a:solidFill>
              <a:prstDash val="solid"/>
              <a:miter lim="800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HDRibbonContent-UniformTrim.png" id="13" name="Google Shape;13;p1"/>
            <p:cNvPicPr preferRelativeResize="0"/>
            <p:nvPr/>
          </p:nvPicPr>
          <p:blipFill rotWithShape="1">
            <a:blip r:embed="rId3">
              <a:alphaModFix/>
            </a:blip>
            <a:srcRect b="0" l="0" r="0" t="0"/>
            <a:stretch/>
          </p:blipFill>
          <p:spPr>
            <a:xfrm>
              <a:off x="-15736" y="3153832"/>
              <a:ext cx="777240" cy="606425"/>
            </a:xfrm>
            <a:prstGeom prst="rect">
              <a:avLst/>
            </a:prstGeom>
            <a:noFill/>
            <a:ln>
              <a:noFill/>
            </a:ln>
          </p:spPr>
        </p:pic>
        <p:pic>
          <p:nvPicPr>
            <p:cNvPr descr="HDRibbonContent-UniformTrim.png" id="14" name="Google Shape;14;p1"/>
            <p:cNvPicPr preferRelativeResize="0"/>
            <p:nvPr/>
          </p:nvPicPr>
          <p:blipFill rotWithShape="1">
            <a:blip r:embed="rId3">
              <a:alphaModFix/>
            </a:blip>
            <a:srcRect b="0" l="0" r="0" t="0"/>
            <a:stretch/>
          </p:blipFill>
          <p:spPr>
            <a:xfrm>
              <a:off x="11436986" y="3153832"/>
              <a:ext cx="777240" cy="606425"/>
            </a:xfrm>
            <a:prstGeom prst="rect">
              <a:avLst/>
            </a:prstGeom>
            <a:noFill/>
            <a:ln>
              <a:noFill/>
            </a:ln>
          </p:spPr>
        </p:pic>
      </p:grpSp>
      <p:sp>
        <p:nvSpPr>
          <p:cNvPr id="15" name="Google Shape;15;p1"/>
          <p:cNvSpPr txBox="1"/>
          <p:nvPr>
            <p:ph type="title"/>
          </p:nvPr>
        </p:nvSpPr>
        <p:spPr>
          <a:xfrm>
            <a:off x="1295402" y="982132"/>
            <a:ext cx="9601196" cy="1303867"/>
          </a:xfrm>
          <a:prstGeom prst="rect">
            <a:avLst/>
          </a:prstGeom>
          <a:noFill/>
          <a:ln>
            <a:noFill/>
          </a:ln>
        </p:spPr>
        <p:txBody>
          <a:bodyPr anchorCtr="0" anchor="ctr" bIns="45700" lIns="91425" spcFirstLastPara="1" rIns="91425" wrap="square" tIns="45700">
            <a:normAutofit/>
          </a:bodyPr>
          <a:lstStyle>
            <a:lvl1pPr lvl="0" marR="0" rtl="0" algn="ctr">
              <a:spcBef>
                <a:spcPts val="0"/>
              </a:spcBef>
              <a:spcAft>
                <a:spcPts val="0"/>
              </a:spcAft>
              <a:buClr>
                <a:srgbClr val="262626"/>
              </a:buClr>
              <a:buSzPts val="4400"/>
              <a:buFont typeface="Garamond"/>
              <a:buNone/>
              <a:defRPr b="0" i="0" sz="4400" u="none" cap="none" strike="noStrike">
                <a:solidFill>
                  <a:srgbClr val="262626"/>
                </a:solidFill>
                <a:latin typeface="Garamond"/>
                <a:ea typeface="Garamond"/>
                <a:cs typeface="Garamond"/>
                <a:sym typeface="Garamond"/>
              </a:defRPr>
            </a:lvl1pPr>
            <a:lvl2pPr lvl="1" marR="0" rtl="0" algn="l">
              <a:spcBef>
                <a:spcPts val="0"/>
              </a:spcBef>
              <a:spcAft>
                <a:spcPts val="0"/>
              </a:spcAft>
              <a:buSzPts val="1400"/>
              <a:buNone/>
              <a:defRPr b="0" i="0" sz="1800" u="none" cap="none" strike="noStrike">
                <a:solidFill>
                  <a:schemeClr val="dk2"/>
                </a:solidFill>
              </a:defRPr>
            </a:lvl2pPr>
            <a:lvl3pPr lvl="2" marR="0" rtl="0" algn="l">
              <a:spcBef>
                <a:spcPts val="0"/>
              </a:spcBef>
              <a:spcAft>
                <a:spcPts val="0"/>
              </a:spcAft>
              <a:buSzPts val="1400"/>
              <a:buNone/>
              <a:defRPr b="0" i="0" sz="1800" u="none" cap="none" strike="noStrike">
                <a:solidFill>
                  <a:schemeClr val="dk2"/>
                </a:solidFill>
              </a:defRPr>
            </a:lvl3pPr>
            <a:lvl4pPr lvl="3" marR="0" rtl="0" algn="l">
              <a:spcBef>
                <a:spcPts val="0"/>
              </a:spcBef>
              <a:spcAft>
                <a:spcPts val="0"/>
              </a:spcAft>
              <a:buSzPts val="1400"/>
              <a:buNone/>
              <a:defRPr b="0" i="0" sz="1800" u="none" cap="none" strike="noStrike">
                <a:solidFill>
                  <a:schemeClr val="dk2"/>
                </a:solidFill>
              </a:defRPr>
            </a:lvl4pPr>
            <a:lvl5pPr lvl="4" marR="0" rtl="0" algn="l">
              <a:spcBef>
                <a:spcPts val="0"/>
              </a:spcBef>
              <a:spcAft>
                <a:spcPts val="0"/>
              </a:spcAft>
              <a:buSzPts val="1400"/>
              <a:buNone/>
              <a:defRPr b="0" i="0" sz="1800" u="none" cap="none" strike="noStrike">
                <a:solidFill>
                  <a:schemeClr val="dk2"/>
                </a:solidFill>
              </a:defRPr>
            </a:lvl5pPr>
            <a:lvl6pPr lvl="5" marR="0" rtl="0" algn="l">
              <a:spcBef>
                <a:spcPts val="0"/>
              </a:spcBef>
              <a:spcAft>
                <a:spcPts val="0"/>
              </a:spcAft>
              <a:buSzPts val="1400"/>
              <a:buNone/>
              <a:defRPr b="0" i="0" sz="1800" u="none" cap="none" strike="noStrike">
                <a:solidFill>
                  <a:schemeClr val="dk2"/>
                </a:solidFill>
              </a:defRPr>
            </a:lvl6pPr>
            <a:lvl7pPr lvl="6" marR="0" rtl="0" algn="l">
              <a:spcBef>
                <a:spcPts val="0"/>
              </a:spcBef>
              <a:spcAft>
                <a:spcPts val="0"/>
              </a:spcAft>
              <a:buSzPts val="1400"/>
              <a:buNone/>
              <a:defRPr b="0" i="0" sz="1800" u="none" cap="none" strike="noStrike">
                <a:solidFill>
                  <a:schemeClr val="dk2"/>
                </a:solidFill>
              </a:defRPr>
            </a:lvl7pPr>
            <a:lvl8pPr lvl="7" marR="0" rtl="0" algn="l">
              <a:spcBef>
                <a:spcPts val="0"/>
              </a:spcBef>
              <a:spcAft>
                <a:spcPts val="0"/>
              </a:spcAft>
              <a:buSzPts val="1400"/>
              <a:buNone/>
              <a:defRPr b="0" i="0" sz="1800" u="none" cap="none" strike="noStrike">
                <a:solidFill>
                  <a:schemeClr val="dk2"/>
                </a:solidFill>
              </a:defRPr>
            </a:lvl8pPr>
            <a:lvl9pPr lvl="8" marR="0" rtl="0" algn="l">
              <a:spcBef>
                <a:spcPts val="0"/>
              </a:spcBef>
              <a:spcAft>
                <a:spcPts val="0"/>
              </a:spcAft>
              <a:buSzPts val="1400"/>
              <a:buNone/>
              <a:defRPr b="0" i="0" sz="1800" u="none" cap="none" strike="noStrike">
                <a:solidFill>
                  <a:schemeClr val="dk2"/>
                </a:solidFill>
              </a:defRPr>
            </a:lvl9pPr>
          </a:lstStyle>
          <a:p/>
        </p:txBody>
      </p:sp>
      <p:sp>
        <p:nvSpPr>
          <p:cNvPr id="16" name="Google Shape;16;p1"/>
          <p:cNvSpPr txBox="1"/>
          <p:nvPr>
            <p:ph idx="1" type="body"/>
          </p:nvPr>
        </p:nvSpPr>
        <p:spPr>
          <a:xfrm>
            <a:off x="1295401" y="2556932"/>
            <a:ext cx="9601196" cy="3318936"/>
          </a:xfrm>
          <a:prstGeom prst="rect">
            <a:avLst/>
          </a:prstGeom>
          <a:noFill/>
          <a:ln>
            <a:noFill/>
          </a:ln>
        </p:spPr>
        <p:txBody>
          <a:bodyPr anchorCtr="0" anchor="t" bIns="45700" lIns="91425" spcFirstLastPara="1" rIns="91425" wrap="square" tIns="45700">
            <a:normAutofit/>
          </a:bodyPr>
          <a:lstStyle>
            <a:lvl1pPr indent="-403860" lvl="0" marL="457200" marR="0" rtl="0" algn="l">
              <a:spcBef>
                <a:spcPts val="480"/>
              </a:spcBef>
              <a:spcAft>
                <a:spcPts val="0"/>
              </a:spcAft>
              <a:buClr>
                <a:schemeClr val="accent1"/>
              </a:buClr>
              <a:buSzPts val="2760"/>
              <a:buFont typeface="Arial"/>
              <a:buChar char="•"/>
              <a:defRPr b="0" i="0" sz="2400" u="none" cap="none" strike="noStrike">
                <a:solidFill>
                  <a:srgbClr val="262626"/>
                </a:solidFill>
                <a:latin typeface="Garamond"/>
                <a:ea typeface="Garamond"/>
                <a:cs typeface="Garamond"/>
                <a:sym typeface="Garamond"/>
              </a:defRPr>
            </a:lvl1pPr>
            <a:lvl2pPr indent="-374650" lvl="1" marL="914400" marR="0" rtl="0" algn="l">
              <a:spcBef>
                <a:spcPts val="600"/>
              </a:spcBef>
              <a:spcAft>
                <a:spcPts val="0"/>
              </a:spcAft>
              <a:buClr>
                <a:schemeClr val="accent1"/>
              </a:buClr>
              <a:buSzPts val="2300"/>
              <a:buFont typeface="Arial"/>
              <a:buChar char="•"/>
              <a:defRPr b="0" i="0" sz="2000" u="none" cap="none" strike="noStrike">
                <a:solidFill>
                  <a:srgbClr val="262626"/>
                </a:solidFill>
                <a:latin typeface="Garamond"/>
                <a:ea typeface="Garamond"/>
                <a:cs typeface="Garamond"/>
                <a:sym typeface="Garamond"/>
              </a:defRPr>
            </a:lvl2pPr>
            <a:lvl3pPr indent="-360045" lvl="2" marL="1371600" marR="0" rtl="0" algn="l">
              <a:spcBef>
                <a:spcPts val="600"/>
              </a:spcBef>
              <a:spcAft>
                <a:spcPts val="0"/>
              </a:spcAft>
              <a:buClr>
                <a:schemeClr val="accent1"/>
              </a:buClr>
              <a:buSzPts val="2070"/>
              <a:buFont typeface="Arial"/>
              <a:buChar char="•"/>
              <a:defRPr b="0" i="0" sz="1800" u="none" cap="none" strike="noStrike">
                <a:solidFill>
                  <a:srgbClr val="262626"/>
                </a:solidFill>
                <a:latin typeface="Garamond"/>
                <a:ea typeface="Garamond"/>
                <a:cs typeface="Garamond"/>
                <a:sym typeface="Garamond"/>
              </a:defRPr>
            </a:lvl3pPr>
            <a:lvl4pPr indent="-345440" lvl="3" marL="1828800" marR="0" rtl="0" algn="l">
              <a:spcBef>
                <a:spcPts val="600"/>
              </a:spcBef>
              <a:spcAft>
                <a:spcPts val="0"/>
              </a:spcAft>
              <a:buClr>
                <a:schemeClr val="accent1"/>
              </a:buClr>
              <a:buSzPts val="1840"/>
              <a:buFont typeface="Arial"/>
              <a:buChar char="•"/>
              <a:defRPr b="0" i="0" sz="1600" u="none" cap="none" strike="noStrike">
                <a:solidFill>
                  <a:srgbClr val="262626"/>
                </a:solidFill>
                <a:latin typeface="Garamond"/>
                <a:ea typeface="Garamond"/>
                <a:cs typeface="Garamond"/>
                <a:sym typeface="Garamond"/>
              </a:defRPr>
            </a:lvl4pPr>
            <a:lvl5pPr indent="-330835" lvl="4" marL="2286000" marR="0" rtl="0" algn="l">
              <a:spcBef>
                <a:spcPts val="600"/>
              </a:spcBef>
              <a:spcAft>
                <a:spcPts val="0"/>
              </a:spcAft>
              <a:buClr>
                <a:schemeClr val="accent1"/>
              </a:buClr>
              <a:buSzPts val="1610"/>
              <a:buFont typeface="Arial"/>
              <a:buChar char="•"/>
              <a:defRPr b="0" i="0" sz="1400" u="none" cap="none" strike="noStrike">
                <a:solidFill>
                  <a:srgbClr val="262626"/>
                </a:solidFill>
                <a:latin typeface="Garamond"/>
                <a:ea typeface="Garamond"/>
                <a:cs typeface="Garamond"/>
                <a:sym typeface="Garamond"/>
              </a:defRPr>
            </a:lvl5pPr>
            <a:lvl6pPr indent="-330835" lvl="5" marL="2743200" marR="0" rtl="0" algn="l">
              <a:spcBef>
                <a:spcPts val="600"/>
              </a:spcBef>
              <a:spcAft>
                <a:spcPts val="0"/>
              </a:spcAft>
              <a:buClr>
                <a:schemeClr val="accent1"/>
              </a:buClr>
              <a:buSzPts val="1610"/>
              <a:buFont typeface="Arial"/>
              <a:buChar char="•"/>
              <a:defRPr b="0" i="0" sz="1400" u="none" cap="none" strike="noStrike">
                <a:solidFill>
                  <a:srgbClr val="262626"/>
                </a:solidFill>
                <a:latin typeface="Garamond"/>
                <a:ea typeface="Garamond"/>
                <a:cs typeface="Garamond"/>
                <a:sym typeface="Garamond"/>
              </a:defRPr>
            </a:lvl6pPr>
            <a:lvl7pPr indent="-330835" lvl="6" marL="3200400" marR="0" rtl="0" algn="l">
              <a:spcBef>
                <a:spcPts val="600"/>
              </a:spcBef>
              <a:spcAft>
                <a:spcPts val="0"/>
              </a:spcAft>
              <a:buClr>
                <a:schemeClr val="accent1"/>
              </a:buClr>
              <a:buSzPts val="1610"/>
              <a:buFont typeface="Arial"/>
              <a:buChar char="•"/>
              <a:defRPr b="0" i="0" sz="1400" u="none" cap="none" strike="noStrike">
                <a:solidFill>
                  <a:srgbClr val="262626"/>
                </a:solidFill>
                <a:latin typeface="Garamond"/>
                <a:ea typeface="Garamond"/>
                <a:cs typeface="Garamond"/>
                <a:sym typeface="Garamond"/>
              </a:defRPr>
            </a:lvl7pPr>
            <a:lvl8pPr indent="-330835" lvl="7" marL="3657600" marR="0" rtl="0" algn="l">
              <a:spcBef>
                <a:spcPts val="600"/>
              </a:spcBef>
              <a:spcAft>
                <a:spcPts val="0"/>
              </a:spcAft>
              <a:buClr>
                <a:schemeClr val="accent1"/>
              </a:buClr>
              <a:buSzPts val="1610"/>
              <a:buFont typeface="Arial"/>
              <a:buChar char="•"/>
              <a:defRPr b="0" i="0" sz="1400" u="none" cap="none" strike="noStrike">
                <a:solidFill>
                  <a:srgbClr val="262626"/>
                </a:solidFill>
                <a:latin typeface="Garamond"/>
                <a:ea typeface="Garamond"/>
                <a:cs typeface="Garamond"/>
                <a:sym typeface="Garamond"/>
              </a:defRPr>
            </a:lvl8pPr>
            <a:lvl9pPr indent="-330835" lvl="8" marL="4114800" marR="0" rtl="0" algn="l">
              <a:spcBef>
                <a:spcPts val="600"/>
              </a:spcBef>
              <a:spcAft>
                <a:spcPts val="600"/>
              </a:spcAft>
              <a:buClr>
                <a:schemeClr val="accent1"/>
              </a:buClr>
              <a:buSzPts val="1610"/>
              <a:buFont typeface="Arial"/>
              <a:buChar char="•"/>
              <a:defRPr b="0" i="0" sz="1400" u="none" cap="none" strike="noStrike">
                <a:solidFill>
                  <a:srgbClr val="262626"/>
                </a:solidFill>
                <a:latin typeface="Garamond"/>
                <a:ea typeface="Garamond"/>
                <a:cs typeface="Garamond"/>
                <a:sym typeface="Garamond"/>
              </a:defRPr>
            </a:lvl9pPr>
          </a:lstStyle>
          <a:p/>
        </p:txBody>
      </p:sp>
      <p:sp>
        <p:nvSpPr>
          <p:cNvPr id="17" name="Google Shape;17;p1"/>
          <p:cNvSpPr txBox="1"/>
          <p:nvPr>
            <p:ph idx="10" type="dt"/>
          </p:nvPr>
        </p:nvSpPr>
        <p:spPr>
          <a:xfrm>
            <a:off x="8677501" y="5969000"/>
            <a:ext cx="1600200" cy="27940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chemeClr val="dk1"/>
                </a:solidFill>
                <a:latin typeface="Garamond"/>
                <a:ea typeface="Garamond"/>
                <a:cs typeface="Garamond"/>
                <a:sym typeface="Garamond"/>
              </a:defRPr>
            </a:lvl1pPr>
            <a:lvl2pPr lvl="1" marR="0" rtl="0" algn="l">
              <a:spcBef>
                <a:spcPts val="0"/>
              </a:spcBef>
              <a:spcAft>
                <a:spcPts val="0"/>
              </a:spcAft>
              <a:buSzPts val="1400"/>
              <a:buNone/>
              <a:defRPr b="0" i="0" sz="1800" u="none" cap="none" strike="noStrike">
                <a:solidFill>
                  <a:schemeClr val="dk1"/>
                </a:solidFill>
                <a:latin typeface="Garamond"/>
                <a:ea typeface="Garamond"/>
                <a:cs typeface="Garamond"/>
                <a:sym typeface="Garamond"/>
              </a:defRPr>
            </a:lvl2pPr>
            <a:lvl3pPr lvl="2" marR="0" rtl="0" algn="l">
              <a:spcBef>
                <a:spcPts val="0"/>
              </a:spcBef>
              <a:spcAft>
                <a:spcPts val="0"/>
              </a:spcAft>
              <a:buSzPts val="1400"/>
              <a:buNone/>
              <a:defRPr b="0" i="0" sz="1800" u="none" cap="none" strike="noStrike">
                <a:solidFill>
                  <a:schemeClr val="dk1"/>
                </a:solidFill>
                <a:latin typeface="Garamond"/>
                <a:ea typeface="Garamond"/>
                <a:cs typeface="Garamond"/>
                <a:sym typeface="Garamond"/>
              </a:defRPr>
            </a:lvl3pPr>
            <a:lvl4pPr lvl="3" marR="0" rtl="0" algn="l">
              <a:spcBef>
                <a:spcPts val="0"/>
              </a:spcBef>
              <a:spcAft>
                <a:spcPts val="0"/>
              </a:spcAft>
              <a:buSzPts val="1400"/>
              <a:buNone/>
              <a:defRPr b="0" i="0" sz="1800" u="none" cap="none" strike="noStrike">
                <a:solidFill>
                  <a:schemeClr val="dk1"/>
                </a:solidFill>
                <a:latin typeface="Garamond"/>
                <a:ea typeface="Garamond"/>
                <a:cs typeface="Garamond"/>
                <a:sym typeface="Garamond"/>
              </a:defRPr>
            </a:lvl4pPr>
            <a:lvl5pPr lvl="4" marR="0" rtl="0" algn="l">
              <a:spcBef>
                <a:spcPts val="0"/>
              </a:spcBef>
              <a:spcAft>
                <a:spcPts val="0"/>
              </a:spcAft>
              <a:buSzPts val="1400"/>
              <a:buNone/>
              <a:defRPr b="0" i="0" sz="1800" u="none" cap="none" strike="noStrike">
                <a:solidFill>
                  <a:schemeClr val="dk1"/>
                </a:solidFill>
                <a:latin typeface="Garamond"/>
                <a:ea typeface="Garamond"/>
                <a:cs typeface="Garamond"/>
                <a:sym typeface="Garamond"/>
              </a:defRPr>
            </a:lvl5pPr>
            <a:lvl6pPr lvl="5" marR="0" rtl="0" algn="l">
              <a:spcBef>
                <a:spcPts val="0"/>
              </a:spcBef>
              <a:spcAft>
                <a:spcPts val="0"/>
              </a:spcAft>
              <a:buSzPts val="1400"/>
              <a:buNone/>
              <a:defRPr b="0" i="0" sz="1800" u="none" cap="none" strike="noStrike">
                <a:solidFill>
                  <a:schemeClr val="dk1"/>
                </a:solidFill>
                <a:latin typeface="Garamond"/>
                <a:ea typeface="Garamond"/>
                <a:cs typeface="Garamond"/>
                <a:sym typeface="Garamond"/>
              </a:defRPr>
            </a:lvl6pPr>
            <a:lvl7pPr lvl="6" marR="0" rtl="0" algn="l">
              <a:spcBef>
                <a:spcPts val="0"/>
              </a:spcBef>
              <a:spcAft>
                <a:spcPts val="0"/>
              </a:spcAft>
              <a:buSzPts val="1400"/>
              <a:buNone/>
              <a:defRPr b="0" i="0" sz="1800" u="none" cap="none" strike="noStrike">
                <a:solidFill>
                  <a:schemeClr val="dk1"/>
                </a:solidFill>
                <a:latin typeface="Garamond"/>
                <a:ea typeface="Garamond"/>
                <a:cs typeface="Garamond"/>
                <a:sym typeface="Garamond"/>
              </a:defRPr>
            </a:lvl7pPr>
            <a:lvl8pPr lvl="7" marR="0" rtl="0" algn="l">
              <a:spcBef>
                <a:spcPts val="0"/>
              </a:spcBef>
              <a:spcAft>
                <a:spcPts val="0"/>
              </a:spcAft>
              <a:buSzPts val="1400"/>
              <a:buNone/>
              <a:defRPr b="0" i="0" sz="1800" u="none" cap="none" strike="noStrike">
                <a:solidFill>
                  <a:schemeClr val="dk1"/>
                </a:solidFill>
                <a:latin typeface="Garamond"/>
                <a:ea typeface="Garamond"/>
                <a:cs typeface="Garamond"/>
                <a:sym typeface="Garamond"/>
              </a:defRPr>
            </a:lvl8pPr>
            <a:lvl9pPr lvl="8" marR="0" rtl="0" algn="l">
              <a:spcBef>
                <a:spcPts val="0"/>
              </a:spcBef>
              <a:spcAft>
                <a:spcPts val="0"/>
              </a:spcAft>
              <a:buSzPts val="1400"/>
              <a:buNone/>
              <a:defRPr b="0" i="0" sz="1800" u="none" cap="none" strike="noStrike">
                <a:solidFill>
                  <a:schemeClr val="dk1"/>
                </a:solidFill>
                <a:latin typeface="Garamond"/>
                <a:ea typeface="Garamond"/>
                <a:cs typeface="Garamond"/>
                <a:sym typeface="Garamond"/>
              </a:defRPr>
            </a:lvl9pPr>
          </a:lstStyle>
          <a:p/>
        </p:txBody>
      </p:sp>
      <p:sp>
        <p:nvSpPr>
          <p:cNvPr id="18" name="Google Shape;18;p1"/>
          <p:cNvSpPr txBox="1"/>
          <p:nvPr>
            <p:ph idx="11" type="ftr"/>
          </p:nvPr>
        </p:nvSpPr>
        <p:spPr>
          <a:xfrm>
            <a:off x="1295401" y="5969000"/>
            <a:ext cx="7305900" cy="27940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chemeClr val="dk1"/>
                </a:solidFill>
                <a:latin typeface="Garamond"/>
                <a:ea typeface="Garamond"/>
                <a:cs typeface="Garamond"/>
                <a:sym typeface="Garamond"/>
              </a:defRPr>
            </a:lvl1pPr>
            <a:lvl2pPr lvl="1" marR="0" rtl="0" algn="l">
              <a:spcBef>
                <a:spcPts val="0"/>
              </a:spcBef>
              <a:spcAft>
                <a:spcPts val="0"/>
              </a:spcAft>
              <a:buSzPts val="1400"/>
              <a:buNone/>
              <a:defRPr b="0" i="0" sz="1800" u="none" cap="none" strike="noStrike">
                <a:solidFill>
                  <a:schemeClr val="dk1"/>
                </a:solidFill>
                <a:latin typeface="Garamond"/>
                <a:ea typeface="Garamond"/>
                <a:cs typeface="Garamond"/>
                <a:sym typeface="Garamond"/>
              </a:defRPr>
            </a:lvl2pPr>
            <a:lvl3pPr lvl="2" marR="0" rtl="0" algn="l">
              <a:spcBef>
                <a:spcPts val="0"/>
              </a:spcBef>
              <a:spcAft>
                <a:spcPts val="0"/>
              </a:spcAft>
              <a:buSzPts val="1400"/>
              <a:buNone/>
              <a:defRPr b="0" i="0" sz="1800" u="none" cap="none" strike="noStrike">
                <a:solidFill>
                  <a:schemeClr val="dk1"/>
                </a:solidFill>
                <a:latin typeface="Garamond"/>
                <a:ea typeface="Garamond"/>
                <a:cs typeface="Garamond"/>
                <a:sym typeface="Garamond"/>
              </a:defRPr>
            </a:lvl3pPr>
            <a:lvl4pPr lvl="3" marR="0" rtl="0" algn="l">
              <a:spcBef>
                <a:spcPts val="0"/>
              </a:spcBef>
              <a:spcAft>
                <a:spcPts val="0"/>
              </a:spcAft>
              <a:buSzPts val="1400"/>
              <a:buNone/>
              <a:defRPr b="0" i="0" sz="1800" u="none" cap="none" strike="noStrike">
                <a:solidFill>
                  <a:schemeClr val="dk1"/>
                </a:solidFill>
                <a:latin typeface="Garamond"/>
                <a:ea typeface="Garamond"/>
                <a:cs typeface="Garamond"/>
                <a:sym typeface="Garamond"/>
              </a:defRPr>
            </a:lvl4pPr>
            <a:lvl5pPr lvl="4" marR="0" rtl="0" algn="l">
              <a:spcBef>
                <a:spcPts val="0"/>
              </a:spcBef>
              <a:spcAft>
                <a:spcPts val="0"/>
              </a:spcAft>
              <a:buSzPts val="1400"/>
              <a:buNone/>
              <a:defRPr b="0" i="0" sz="1800" u="none" cap="none" strike="noStrike">
                <a:solidFill>
                  <a:schemeClr val="dk1"/>
                </a:solidFill>
                <a:latin typeface="Garamond"/>
                <a:ea typeface="Garamond"/>
                <a:cs typeface="Garamond"/>
                <a:sym typeface="Garamond"/>
              </a:defRPr>
            </a:lvl5pPr>
            <a:lvl6pPr lvl="5" marR="0" rtl="0" algn="l">
              <a:spcBef>
                <a:spcPts val="0"/>
              </a:spcBef>
              <a:spcAft>
                <a:spcPts val="0"/>
              </a:spcAft>
              <a:buSzPts val="1400"/>
              <a:buNone/>
              <a:defRPr b="0" i="0" sz="1800" u="none" cap="none" strike="noStrike">
                <a:solidFill>
                  <a:schemeClr val="dk1"/>
                </a:solidFill>
                <a:latin typeface="Garamond"/>
                <a:ea typeface="Garamond"/>
                <a:cs typeface="Garamond"/>
                <a:sym typeface="Garamond"/>
              </a:defRPr>
            </a:lvl6pPr>
            <a:lvl7pPr lvl="6" marR="0" rtl="0" algn="l">
              <a:spcBef>
                <a:spcPts val="0"/>
              </a:spcBef>
              <a:spcAft>
                <a:spcPts val="0"/>
              </a:spcAft>
              <a:buSzPts val="1400"/>
              <a:buNone/>
              <a:defRPr b="0" i="0" sz="1800" u="none" cap="none" strike="noStrike">
                <a:solidFill>
                  <a:schemeClr val="dk1"/>
                </a:solidFill>
                <a:latin typeface="Garamond"/>
                <a:ea typeface="Garamond"/>
                <a:cs typeface="Garamond"/>
                <a:sym typeface="Garamond"/>
              </a:defRPr>
            </a:lvl7pPr>
            <a:lvl8pPr lvl="7" marR="0" rtl="0" algn="l">
              <a:spcBef>
                <a:spcPts val="0"/>
              </a:spcBef>
              <a:spcAft>
                <a:spcPts val="0"/>
              </a:spcAft>
              <a:buSzPts val="1400"/>
              <a:buNone/>
              <a:defRPr b="0" i="0" sz="1800" u="none" cap="none" strike="noStrike">
                <a:solidFill>
                  <a:schemeClr val="dk1"/>
                </a:solidFill>
                <a:latin typeface="Garamond"/>
                <a:ea typeface="Garamond"/>
                <a:cs typeface="Garamond"/>
                <a:sym typeface="Garamond"/>
              </a:defRPr>
            </a:lvl8pPr>
            <a:lvl9pPr lvl="8" marR="0" rtl="0" algn="l">
              <a:spcBef>
                <a:spcPts val="0"/>
              </a:spcBef>
              <a:spcAft>
                <a:spcPts val="0"/>
              </a:spcAft>
              <a:buSzPts val="1400"/>
              <a:buNone/>
              <a:defRPr b="0" i="0" sz="1800" u="none" cap="none" strike="noStrike">
                <a:solidFill>
                  <a:schemeClr val="dk1"/>
                </a:solidFill>
                <a:latin typeface="Garamond"/>
                <a:ea typeface="Garamond"/>
                <a:cs typeface="Garamond"/>
                <a:sym typeface="Garamond"/>
              </a:defRPr>
            </a:lvl9pPr>
          </a:lstStyle>
          <a:p/>
        </p:txBody>
      </p:sp>
      <p:sp>
        <p:nvSpPr>
          <p:cNvPr id="19" name="Google Shape;19;p1"/>
          <p:cNvSpPr txBox="1"/>
          <p:nvPr>
            <p:ph idx="12" type="sldNum"/>
          </p:nvPr>
        </p:nvSpPr>
        <p:spPr>
          <a:xfrm>
            <a:off x="10353901" y="5969000"/>
            <a:ext cx="542697" cy="279400"/>
          </a:xfrm>
          <a:prstGeom prst="rect">
            <a:avLst/>
          </a:prstGeom>
          <a:noFill/>
          <a:ln>
            <a:noFill/>
          </a:ln>
        </p:spPr>
        <p:txBody>
          <a:bodyPr anchorCtr="0" anchor="ctr" bIns="45700" lIns="91425" spcFirstLastPara="1" rIns="91425" wrap="square" tIns="45700">
            <a:noAutofit/>
          </a:bodyPr>
          <a:lstStyle>
            <a:lvl1pPr indent="0" lvl="0" marL="0" marR="0" rtl="0" algn="ctr">
              <a:spcBef>
                <a:spcPts val="0"/>
              </a:spcBef>
              <a:spcAft>
                <a:spcPts val="0"/>
              </a:spcAft>
              <a:buClr>
                <a:schemeClr val="dk1"/>
              </a:buClr>
              <a:buSzPts val="1000"/>
              <a:buFont typeface="Garamond"/>
              <a:buNone/>
              <a:defRPr b="0" i="0" sz="1000" u="none" cap="none" strike="noStrike">
                <a:solidFill>
                  <a:schemeClr val="dk1"/>
                </a:solidFill>
                <a:latin typeface="Garamond"/>
                <a:ea typeface="Garamond"/>
                <a:cs typeface="Garamond"/>
                <a:sym typeface="Garamond"/>
              </a:defRPr>
            </a:lvl1pPr>
            <a:lvl2pPr indent="0" lvl="1" marL="0" marR="0" rtl="0" algn="ctr">
              <a:spcBef>
                <a:spcPts val="0"/>
              </a:spcBef>
              <a:spcAft>
                <a:spcPts val="0"/>
              </a:spcAft>
              <a:buClr>
                <a:schemeClr val="dk1"/>
              </a:buClr>
              <a:buSzPts val="1000"/>
              <a:buFont typeface="Garamond"/>
              <a:buNone/>
              <a:defRPr b="0" i="0" sz="1000" u="none" cap="none" strike="noStrike">
                <a:solidFill>
                  <a:schemeClr val="dk1"/>
                </a:solidFill>
                <a:latin typeface="Garamond"/>
                <a:ea typeface="Garamond"/>
                <a:cs typeface="Garamond"/>
                <a:sym typeface="Garamond"/>
              </a:defRPr>
            </a:lvl2pPr>
            <a:lvl3pPr indent="0" lvl="2" marL="0" marR="0" rtl="0" algn="ctr">
              <a:spcBef>
                <a:spcPts val="0"/>
              </a:spcBef>
              <a:spcAft>
                <a:spcPts val="0"/>
              </a:spcAft>
              <a:buClr>
                <a:schemeClr val="dk1"/>
              </a:buClr>
              <a:buSzPts val="1000"/>
              <a:buFont typeface="Garamond"/>
              <a:buNone/>
              <a:defRPr b="0" i="0" sz="1000" u="none" cap="none" strike="noStrike">
                <a:solidFill>
                  <a:schemeClr val="dk1"/>
                </a:solidFill>
                <a:latin typeface="Garamond"/>
                <a:ea typeface="Garamond"/>
                <a:cs typeface="Garamond"/>
                <a:sym typeface="Garamond"/>
              </a:defRPr>
            </a:lvl3pPr>
            <a:lvl4pPr indent="0" lvl="3" marL="0" marR="0" rtl="0" algn="ctr">
              <a:spcBef>
                <a:spcPts val="0"/>
              </a:spcBef>
              <a:spcAft>
                <a:spcPts val="0"/>
              </a:spcAft>
              <a:buClr>
                <a:schemeClr val="dk1"/>
              </a:buClr>
              <a:buSzPts val="1000"/>
              <a:buFont typeface="Garamond"/>
              <a:buNone/>
              <a:defRPr b="0" i="0" sz="1000" u="none" cap="none" strike="noStrike">
                <a:solidFill>
                  <a:schemeClr val="dk1"/>
                </a:solidFill>
                <a:latin typeface="Garamond"/>
                <a:ea typeface="Garamond"/>
                <a:cs typeface="Garamond"/>
                <a:sym typeface="Garamond"/>
              </a:defRPr>
            </a:lvl4pPr>
            <a:lvl5pPr indent="0" lvl="4" marL="0" marR="0" rtl="0" algn="ctr">
              <a:spcBef>
                <a:spcPts val="0"/>
              </a:spcBef>
              <a:spcAft>
                <a:spcPts val="0"/>
              </a:spcAft>
              <a:buClr>
                <a:schemeClr val="dk1"/>
              </a:buClr>
              <a:buSzPts val="1000"/>
              <a:buFont typeface="Garamond"/>
              <a:buNone/>
              <a:defRPr b="0" i="0" sz="1000" u="none" cap="none" strike="noStrike">
                <a:solidFill>
                  <a:schemeClr val="dk1"/>
                </a:solidFill>
                <a:latin typeface="Garamond"/>
                <a:ea typeface="Garamond"/>
                <a:cs typeface="Garamond"/>
                <a:sym typeface="Garamond"/>
              </a:defRPr>
            </a:lvl5pPr>
            <a:lvl6pPr indent="0" lvl="5" marL="0" marR="0" rtl="0" algn="ctr">
              <a:spcBef>
                <a:spcPts val="0"/>
              </a:spcBef>
              <a:spcAft>
                <a:spcPts val="0"/>
              </a:spcAft>
              <a:buClr>
                <a:schemeClr val="dk1"/>
              </a:buClr>
              <a:buSzPts val="1000"/>
              <a:buFont typeface="Garamond"/>
              <a:buNone/>
              <a:defRPr b="0" i="0" sz="1000" u="none" cap="none" strike="noStrike">
                <a:solidFill>
                  <a:schemeClr val="dk1"/>
                </a:solidFill>
                <a:latin typeface="Garamond"/>
                <a:ea typeface="Garamond"/>
                <a:cs typeface="Garamond"/>
                <a:sym typeface="Garamond"/>
              </a:defRPr>
            </a:lvl6pPr>
            <a:lvl7pPr indent="0" lvl="6" marL="0" marR="0" rtl="0" algn="ctr">
              <a:spcBef>
                <a:spcPts val="0"/>
              </a:spcBef>
              <a:spcAft>
                <a:spcPts val="0"/>
              </a:spcAft>
              <a:buClr>
                <a:schemeClr val="dk1"/>
              </a:buClr>
              <a:buSzPts val="1000"/>
              <a:buFont typeface="Garamond"/>
              <a:buNone/>
              <a:defRPr b="0" i="0" sz="1000" u="none" cap="none" strike="noStrike">
                <a:solidFill>
                  <a:schemeClr val="dk1"/>
                </a:solidFill>
                <a:latin typeface="Garamond"/>
                <a:ea typeface="Garamond"/>
                <a:cs typeface="Garamond"/>
                <a:sym typeface="Garamond"/>
              </a:defRPr>
            </a:lvl7pPr>
            <a:lvl8pPr indent="0" lvl="7" marL="0" marR="0" rtl="0" algn="ctr">
              <a:spcBef>
                <a:spcPts val="0"/>
              </a:spcBef>
              <a:spcAft>
                <a:spcPts val="0"/>
              </a:spcAft>
              <a:buClr>
                <a:schemeClr val="dk1"/>
              </a:buClr>
              <a:buSzPts val="1000"/>
              <a:buFont typeface="Garamond"/>
              <a:buNone/>
              <a:defRPr b="0" i="0" sz="1000" u="none" cap="none" strike="noStrike">
                <a:solidFill>
                  <a:schemeClr val="dk1"/>
                </a:solidFill>
                <a:latin typeface="Garamond"/>
                <a:ea typeface="Garamond"/>
                <a:cs typeface="Garamond"/>
                <a:sym typeface="Garamond"/>
              </a:defRPr>
            </a:lvl8pPr>
            <a:lvl9pPr indent="0" lvl="8" marL="0" marR="0" rtl="0" algn="ctr">
              <a:spcBef>
                <a:spcPts val="0"/>
              </a:spcBef>
              <a:spcAft>
                <a:spcPts val="0"/>
              </a:spcAft>
              <a:buClr>
                <a:schemeClr val="dk1"/>
              </a:buClr>
              <a:buSzPts val="1000"/>
              <a:buFont typeface="Garamond"/>
              <a:buNone/>
              <a:defRPr b="0" i="0" sz="1000" u="none" cap="none" strike="noStrike">
                <a:solidFill>
                  <a:schemeClr val="dk1"/>
                </a:solidFill>
                <a:latin typeface="Garamond"/>
                <a:ea typeface="Garamond"/>
                <a:cs typeface="Garamond"/>
                <a:sym typeface="Garamond"/>
              </a:defRPr>
            </a:lvl9pPr>
          </a:lstStyle>
          <a:p>
            <a:pPr indent="0" lvl="0" marL="0" rtl="0" algn="ctr">
              <a:spcBef>
                <a:spcPts val="0"/>
              </a:spcBef>
              <a:spcAft>
                <a:spcPts val="0"/>
              </a:spcAft>
              <a:buNone/>
            </a:pPr>
            <a:fld id="{00000000-1234-1234-1234-123412341234}" type="slidenum">
              <a:rPr lang="it-IT"/>
              <a:t>‹#›</a:t>
            </a:fld>
            <a:endParaRPr/>
          </a:p>
        </p:txBody>
      </p:sp>
    </p:spTree>
  </p:cSld>
  <p:clrMap accent1="accent1" accent2="accent2" accent3="accent3" accent4="accent4" accent5="accent5" accent6="accent6" bg1="lt1" bg2="dk2" tx1="dk1" tx2="lt2" folHlink="folHlink" hlink="hlink"/>
  <p:sldLayoutIdLst>
    <p:sldLayoutId id="2147483648" r:id="rId4"/>
    <p:sldLayoutId id="2147483649" r:id="rId5"/>
    <p:sldLayoutId id="2147483650" r:id="rId6"/>
    <p:sldLayoutId id="2147483651" r:id="rId7"/>
    <p:sldLayoutId id="2147483652" r:id="rId8"/>
    <p:sldLayoutId id="2147483653" r:id="rId9"/>
    <p:sldLayoutId id="2147483654" r:id="rId10"/>
    <p:sldLayoutId id="2147483655" r:id="rId11"/>
    <p:sldLayoutId id="2147483656" r:id="rId12"/>
    <p:sldLayoutId id="2147483657" r:id="rId13"/>
    <p:sldLayoutId id="2147483658" r:id="rId14"/>
    <p:sldLayoutId id="2147483659" r:id="rId15"/>
    <p:sldLayoutId id="2147483660" r:id="rId16"/>
    <p:sldLayoutId id="2147483661" r:id="rId17"/>
    <p:sldLayoutId id="2147483662" r:id="rId18"/>
    <p:sldLayoutId id="2147483663" r:id="rId19"/>
    <p:sldLayoutId id="2147483664" r:id="rId20"/>
    <p:sldLayoutId id="2147483665" r:id="rId2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1">
            <a:alphaModFix/>
          </a:blip>
          <a:stretch>
            <a:fillRect/>
          </a:stretch>
        </a:blipFill>
      </p:bgPr>
    </p:bg>
    <p:spTree>
      <p:nvGrpSpPr>
        <p:cNvPr id="153" name="Shape 153"/>
        <p:cNvGrpSpPr/>
        <p:nvPr/>
      </p:nvGrpSpPr>
      <p:grpSpPr>
        <a:xfrm>
          <a:off x="0" y="0"/>
          <a:ext cx="0" cy="0"/>
          <a:chOff x="0" y="0"/>
          <a:chExt cx="0" cy="0"/>
        </a:xfrm>
      </p:grpSpPr>
      <p:grpSp>
        <p:nvGrpSpPr>
          <p:cNvPr id="154" name="Google Shape;154;p20"/>
          <p:cNvGrpSpPr/>
          <p:nvPr/>
        </p:nvGrpSpPr>
        <p:grpSpPr>
          <a:xfrm>
            <a:off x="-15736" y="0"/>
            <a:ext cx="12229962" cy="6856214"/>
            <a:chOff x="-15736" y="0"/>
            <a:chExt cx="12229962" cy="6856214"/>
          </a:xfrm>
        </p:grpSpPr>
        <p:pic>
          <p:nvPicPr>
            <p:cNvPr descr="HD-PanelContent.png" id="155" name="Google Shape;155;p20"/>
            <p:cNvPicPr preferRelativeResize="0"/>
            <p:nvPr/>
          </p:nvPicPr>
          <p:blipFill rotWithShape="1">
            <a:blip r:embed="rId2">
              <a:alphaModFix/>
            </a:blip>
            <a:srcRect b="0" l="0" r="0" t="0"/>
            <a:stretch/>
          </p:blipFill>
          <p:spPr>
            <a:xfrm>
              <a:off x="0" y="0"/>
              <a:ext cx="12188825" cy="6856214"/>
            </a:xfrm>
            <a:prstGeom prst="rect">
              <a:avLst/>
            </a:prstGeom>
            <a:noFill/>
            <a:ln>
              <a:noFill/>
            </a:ln>
          </p:spPr>
        </p:pic>
        <p:sp>
          <p:nvSpPr>
            <p:cNvPr id="156" name="Google Shape;156;p20"/>
            <p:cNvSpPr/>
            <p:nvPr/>
          </p:nvSpPr>
          <p:spPr>
            <a:xfrm>
              <a:off x="608012" y="609600"/>
              <a:ext cx="10972800" cy="5638800"/>
            </a:xfrm>
            <a:prstGeom prst="rect">
              <a:avLst/>
            </a:prstGeom>
            <a:noFill/>
            <a:ln cap="flat" cmpd="sng" w="15875">
              <a:solidFill>
                <a:schemeClr val="accent1"/>
              </a:solidFill>
              <a:prstDash val="solid"/>
              <a:miter lim="800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HDRibbonContent-UniformTrim.png" id="157" name="Google Shape;157;p20"/>
            <p:cNvPicPr preferRelativeResize="0"/>
            <p:nvPr/>
          </p:nvPicPr>
          <p:blipFill rotWithShape="1">
            <a:blip r:embed="rId3">
              <a:alphaModFix/>
            </a:blip>
            <a:srcRect b="0" l="0" r="0" t="0"/>
            <a:stretch/>
          </p:blipFill>
          <p:spPr>
            <a:xfrm>
              <a:off x="-15736" y="3153832"/>
              <a:ext cx="777240" cy="606425"/>
            </a:xfrm>
            <a:prstGeom prst="rect">
              <a:avLst/>
            </a:prstGeom>
            <a:noFill/>
            <a:ln>
              <a:noFill/>
            </a:ln>
          </p:spPr>
        </p:pic>
        <p:pic>
          <p:nvPicPr>
            <p:cNvPr descr="HDRibbonContent-UniformTrim.png" id="158" name="Google Shape;158;p20"/>
            <p:cNvPicPr preferRelativeResize="0"/>
            <p:nvPr/>
          </p:nvPicPr>
          <p:blipFill rotWithShape="1">
            <a:blip r:embed="rId3">
              <a:alphaModFix/>
            </a:blip>
            <a:srcRect b="0" l="0" r="0" t="0"/>
            <a:stretch/>
          </p:blipFill>
          <p:spPr>
            <a:xfrm>
              <a:off x="11436986" y="3153832"/>
              <a:ext cx="777240" cy="606425"/>
            </a:xfrm>
            <a:prstGeom prst="rect">
              <a:avLst/>
            </a:prstGeom>
            <a:noFill/>
            <a:ln>
              <a:noFill/>
            </a:ln>
          </p:spPr>
        </p:pic>
      </p:grpSp>
      <p:sp>
        <p:nvSpPr>
          <p:cNvPr id="159" name="Google Shape;159;p20"/>
          <p:cNvSpPr txBox="1"/>
          <p:nvPr>
            <p:ph type="title"/>
          </p:nvPr>
        </p:nvSpPr>
        <p:spPr>
          <a:xfrm>
            <a:off x="1295402" y="982132"/>
            <a:ext cx="9601196" cy="1303867"/>
          </a:xfrm>
          <a:prstGeom prst="rect">
            <a:avLst/>
          </a:prstGeom>
          <a:noFill/>
          <a:ln>
            <a:noFill/>
          </a:ln>
        </p:spPr>
        <p:txBody>
          <a:bodyPr anchorCtr="0" anchor="ctr" bIns="45700" lIns="91425" spcFirstLastPara="1" rIns="91425" wrap="square" tIns="45700">
            <a:normAutofit/>
          </a:bodyPr>
          <a:lstStyle>
            <a:lvl1pPr lvl="0" marR="0" rtl="0" algn="ctr">
              <a:spcBef>
                <a:spcPts val="0"/>
              </a:spcBef>
              <a:spcAft>
                <a:spcPts val="0"/>
              </a:spcAft>
              <a:buClr>
                <a:srgbClr val="FEFEFE"/>
              </a:buClr>
              <a:buSzPts val="4400"/>
              <a:buFont typeface="Garamond"/>
              <a:buNone/>
              <a:defRPr b="0" i="0" sz="4400" u="none" cap="none" strike="noStrike">
                <a:solidFill>
                  <a:srgbClr val="FEFEFE"/>
                </a:solidFill>
                <a:latin typeface="Garamond"/>
                <a:ea typeface="Garamond"/>
                <a:cs typeface="Garamond"/>
                <a:sym typeface="Garamond"/>
              </a:defRPr>
            </a:lvl1pPr>
            <a:lvl2pPr lvl="1" marR="0" rtl="0" algn="l">
              <a:spcBef>
                <a:spcPts val="0"/>
              </a:spcBef>
              <a:spcAft>
                <a:spcPts val="0"/>
              </a:spcAft>
              <a:buSzPts val="1400"/>
              <a:buNone/>
              <a:defRPr b="0" i="0" sz="1800" u="none" cap="none" strike="noStrike">
                <a:solidFill>
                  <a:schemeClr val="lt2"/>
                </a:solidFill>
              </a:defRPr>
            </a:lvl2pPr>
            <a:lvl3pPr lvl="2" marR="0" rtl="0" algn="l">
              <a:spcBef>
                <a:spcPts val="0"/>
              </a:spcBef>
              <a:spcAft>
                <a:spcPts val="0"/>
              </a:spcAft>
              <a:buSzPts val="1400"/>
              <a:buNone/>
              <a:defRPr b="0" i="0" sz="1800" u="none" cap="none" strike="noStrike">
                <a:solidFill>
                  <a:schemeClr val="lt2"/>
                </a:solidFill>
              </a:defRPr>
            </a:lvl3pPr>
            <a:lvl4pPr lvl="3" marR="0" rtl="0" algn="l">
              <a:spcBef>
                <a:spcPts val="0"/>
              </a:spcBef>
              <a:spcAft>
                <a:spcPts val="0"/>
              </a:spcAft>
              <a:buSzPts val="1400"/>
              <a:buNone/>
              <a:defRPr b="0" i="0" sz="1800" u="none" cap="none" strike="noStrike">
                <a:solidFill>
                  <a:schemeClr val="lt2"/>
                </a:solidFill>
              </a:defRPr>
            </a:lvl4pPr>
            <a:lvl5pPr lvl="4" marR="0" rtl="0" algn="l">
              <a:spcBef>
                <a:spcPts val="0"/>
              </a:spcBef>
              <a:spcAft>
                <a:spcPts val="0"/>
              </a:spcAft>
              <a:buSzPts val="1400"/>
              <a:buNone/>
              <a:defRPr b="0" i="0" sz="1800" u="none" cap="none" strike="noStrike">
                <a:solidFill>
                  <a:schemeClr val="lt2"/>
                </a:solidFill>
              </a:defRPr>
            </a:lvl5pPr>
            <a:lvl6pPr lvl="5" marR="0" rtl="0" algn="l">
              <a:spcBef>
                <a:spcPts val="0"/>
              </a:spcBef>
              <a:spcAft>
                <a:spcPts val="0"/>
              </a:spcAft>
              <a:buSzPts val="1400"/>
              <a:buNone/>
              <a:defRPr b="0" i="0" sz="1800" u="none" cap="none" strike="noStrike">
                <a:solidFill>
                  <a:schemeClr val="lt2"/>
                </a:solidFill>
              </a:defRPr>
            </a:lvl6pPr>
            <a:lvl7pPr lvl="6" marR="0" rtl="0" algn="l">
              <a:spcBef>
                <a:spcPts val="0"/>
              </a:spcBef>
              <a:spcAft>
                <a:spcPts val="0"/>
              </a:spcAft>
              <a:buSzPts val="1400"/>
              <a:buNone/>
              <a:defRPr b="0" i="0" sz="1800" u="none" cap="none" strike="noStrike">
                <a:solidFill>
                  <a:schemeClr val="lt2"/>
                </a:solidFill>
              </a:defRPr>
            </a:lvl7pPr>
            <a:lvl8pPr lvl="7" marR="0" rtl="0" algn="l">
              <a:spcBef>
                <a:spcPts val="0"/>
              </a:spcBef>
              <a:spcAft>
                <a:spcPts val="0"/>
              </a:spcAft>
              <a:buSzPts val="1400"/>
              <a:buNone/>
              <a:defRPr b="0" i="0" sz="1800" u="none" cap="none" strike="noStrike">
                <a:solidFill>
                  <a:schemeClr val="lt2"/>
                </a:solidFill>
              </a:defRPr>
            </a:lvl8pPr>
            <a:lvl9pPr lvl="8" marR="0" rtl="0" algn="l">
              <a:spcBef>
                <a:spcPts val="0"/>
              </a:spcBef>
              <a:spcAft>
                <a:spcPts val="0"/>
              </a:spcAft>
              <a:buSzPts val="1400"/>
              <a:buNone/>
              <a:defRPr b="0" i="0" sz="1800" u="none" cap="none" strike="noStrike">
                <a:solidFill>
                  <a:schemeClr val="lt2"/>
                </a:solidFill>
              </a:defRPr>
            </a:lvl9pPr>
          </a:lstStyle>
          <a:p/>
        </p:txBody>
      </p:sp>
      <p:sp>
        <p:nvSpPr>
          <p:cNvPr id="160" name="Google Shape;160;p20"/>
          <p:cNvSpPr txBox="1"/>
          <p:nvPr>
            <p:ph idx="1" type="body"/>
          </p:nvPr>
        </p:nvSpPr>
        <p:spPr>
          <a:xfrm>
            <a:off x="1295401" y="2556932"/>
            <a:ext cx="9601196" cy="3318936"/>
          </a:xfrm>
          <a:prstGeom prst="rect">
            <a:avLst/>
          </a:prstGeom>
          <a:noFill/>
          <a:ln>
            <a:noFill/>
          </a:ln>
        </p:spPr>
        <p:txBody>
          <a:bodyPr anchorCtr="0" anchor="t" bIns="45700" lIns="91425" spcFirstLastPara="1" rIns="91425" wrap="square" tIns="45700">
            <a:normAutofit/>
          </a:bodyPr>
          <a:lstStyle>
            <a:lvl1pPr indent="-403860" lvl="0" marL="457200" marR="0" rtl="0" algn="l">
              <a:spcBef>
                <a:spcPts val="480"/>
              </a:spcBef>
              <a:spcAft>
                <a:spcPts val="0"/>
              </a:spcAft>
              <a:buClr>
                <a:schemeClr val="accent1"/>
              </a:buClr>
              <a:buSzPts val="2760"/>
              <a:buFont typeface="Arial"/>
              <a:buChar char="•"/>
              <a:defRPr b="0" i="0" sz="2400" u="none" cap="none" strike="noStrike">
                <a:solidFill>
                  <a:srgbClr val="FEFEFE"/>
                </a:solidFill>
                <a:latin typeface="Garamond"/>
                <a:ea typeface="Garamond"/>
                <a:cs typeface="Garamond"/>
                <a:sym typeface="Garamond"/>
              </a:defRPr>
            </a:lvl1pPr>
            <a:lvl2pPr indent="-374650" lvl="1" marL="914400" marR="0" rtl="0" algn="l">
              <a:spcBef>
                <a:spcPts val="600"/>
              </a:spcBef>
              <a:spcAft>
                <a:spcPts val="0"/>
              </a:spcAft>
              <a:buClr>
                <a:schemeClr val="accent1"/>
              </a:buClr>
              <a:buSzPts val="2300"/>
              <a:buFont typeface="Arial"/>
              <a:buChar char="•"/>
              <a:defRPr b="0" i="0" sz="2000" u="none" cap="none" strike="noStrike">
                <a:solidFill>
                  <a:srgbClr val="FEFEFE"/>
                </a:solidFill>
                <a:latin typeface="Garamond"/>
                <a:ea typeface="Garamond"/>
                <a:cs typeface="Garamond"/>
                <a:sym typeface="Garamond"/>
              </a:defRPr>
            </a:lvl2pPr>
            <a:lvl3pPr indent="-360045" lvl="2" marL="1371600" marR="0" rtl="0" algn="l">
              <a:spcBef>
                <a:spcPts val="600"/>
              </a:spcBef>
              <a:spcAft>
                <a:spcPts val="0"/>
              </a:spcAft>
              <a:buClr>
                <a:schemeClr val="accent1"/>
              </a:buClr>
              <a:buSzPts val="2070"/>
              <a:buFont typeface="Arial"/>
              <a:buChar char="•"/>
              <a:defRPr b="0" i="0" sz="1800" u="none" cap="none" strike="noStrike">
                <a:solidFill>
                  <a:srgbClr val="FEFEFE"/>
                </a:solidFill>
                <a:latin typeface="Garamond"/>
                <a:ea typeface="Garamond"/>
                <a:cs typeface="Garamond"/>
                <a:sym typeface="Garamond"/>
              </a:defRPr>
            </a:lvl3pPr>
            <a:lvl4pPr indent="-345440" lvl="3" marL="1828800" marR="0" rtl="0" algn="l">
              <a:spcBef>
                <a:spcPts val="600"/>
              </a:spcBef>
              <a:spcAft>
                <a:spcPts val="0"/>
              </a:spcAft>
              <a:buClr>
                <a:schemeClr val="accent1"/>
              </a:buClr>
              <a:buSzPts val="1840"/>
              <a:buFont typeface="Arial"/>
              <a:buChar char="•"/>
              <a:defRPr b="0" i="0" sz="1600" u="none" cap="none" strike="noStrike">
                <a:solidFill>
                  <a:srgbClr val="FEFEFE"/>
                </a:solidFill>
                <a:latin typeface="Garamond"/>
                <a:ea typeface="Garamond"/>
                <a:cs typeface="Garamond"/>
                <a:sym typeface="Garamond"/>
              </a:defRPr>
            </a:lvl4pPr>
            <a:lvl5pPr indent="-330835" lvl="4" marL="2286000" marR="0" rtl="0" algn="l">
              <a:spcBef>
                <a:spcPts val="600"/>
              </a:spcBef>
              <a:spcAft>
                <a:spcPts val="0"/>
              </a:spcAft>
              <a:buClr>
                <a:schemeClr val="accent1"/>
              </a:buClr>
              <a:buSzPts val="1610"/>
              <a:buFont typeface="Arial"/>
              <a:buChar char="•"/>
              <a:defRPr b="0" i="0" sz="1400" u="none" cap="none" strike="noStrike">
                <a:solidFill>
                  <a:srgbClr val="FEFEFE"/>
                </a:solidFill>
                <a:latin typeface="Garamond"/>
                <a:ea typeface="Garamond"/>
                <a:cs typeface="Garamond"/>
                <a:sym typeface="Garamond"/>
              </a:defRPr>
            </a:lvl5pPr>
            <a:lvl6pPr indent="-330835" lvl="5" marL="2743200" marR="0" rtl="0" algn="l">
              <a:spcBef>
                <a:spcPts val="600"/>
              </a:spcBef>
              <a:spcAft>
                <a:spcPts val="0"/>
              </a:spcAft>
              <a:buClr>
                <a:schemeClr val="accent1"/>
              </a:buClr>
              <a:buSzPts val="1610"/>
              <a:buFont typeface="Arial"/>
              <a:buChar char="•"/>
              <a:defRPr b="0" i="0" sz="1400" u="none" cap="none" strike="noStrike">
                <a:solidFill>
                  <a:srgbClr val="FEFEFE"/>
                </a:solidFill>
                <a:latin typeface="Garamond"/>
                <a:ea typeface="Garamond"/>
                <a:cs typeface="Garamond"/>
                <a:sym typeface="Garamond"/>
              </a:defRPr>
            </a:lvl6pPr>
            <a:lvl7pPr indent="-330835" lvl="6" marL="3200400" marR="0" rtl="0" algn="l">
              <a:spcBef>
                <a:spcPts val="600"/>
              </a:spcBef>
              <a:spcAft>
                <a:spcPts val="0"/>
              </a:spcAft>
              <a:buClr>
                <a:schemeClr val="accent1"/>
              </a:buClr>
              <a:buSzPts val="1610"/>
              <a:buFont typeface="Arial"/>
              <a:buChar char="•"/>
              <a:defRPr b="0" i="0" sz="1400" u="none" cap="none" strike="noStrike">
                <a:solidFill>
                  <a:srgbClr val="FEFEFE"/>
                </a:solidFill>
                <a:latin typeface="Garamond"/>
                <a:ea typeface="Garamond"/>
                <a:cs typeface="Garamond"/>
                <a:sym typeface="Garamond"/>
              </a:defRPr>
            </a:lvl7pPr>
            <a:lvl8pPr indent="-330835" lvl="7" marL="3657600" marR="0" rtl="0" algn="l">
              <a:spcBef>
                <a:spcPts val="600"/>
              </a:spcBef>
              <a:spcAft>
                <a:spcPts val="0"/>
              </a:spcAft>
              <a:buClr>
                <a:schemeClr val="accent1"/>
              </a:buClr>
              <a:buSzPts val="1610"/>
              <a:buFont typeface="Arial"/>
              <a:buChar char="•"/>
              <a:defRPr b="0" i="0" sz="1400" u="none" cap="none" strike="noStrike">
                <a:solidFill>
                  <a:srgbClr val="FEFEFE"/>
                </a:solidFill>
                <a:latin typeface="Garamond"/>
                <a:ea typeface="Garamond"/>
                <a:cs typeface="Garamond"/>
                <a:sym typeface="Garamond"/>
              </a:defRPr>
            </a:lvl8pPr>
            <a:lvl9pPr indent="-330835" lvl="8" marL="4114800" marR="0" rtl="0" algn="l">
              <a:spcBef>
                <a:spcPts val="600"/>
              </a:spcBef>
              <a:spcAft>
                <a:spcPts val="600"/>
              </a:spcAft>
              <a:buClr>
                <a:schemeClr val="accent1"/>
              </a:buClr>
              <a:buSzPts val="1610"/>
              <a:buFont typeface="Arial"/>
              <a:buChar char="•"/>
              <a:defRPr b="0" i="0" sz="1400" u="none" cap="none" strike="noStrike">
                <a:solidFill>
                  <a:srgbClr val="FEFEFE"/>
                </a:solidFill>
                <a:latin typeface="Garamond"/>
                <a:ea typeface="Garamond"/>
                <a:cs typeface="Garamond"/>
                <a:sym typeface="Garamond"/>
              </a:defRPr>
            </a:lvl9pPr>
          </a:lstStyle>
          <a:p/>
        </p:txBody>
      </p:sp>
      <p:sp>
        <p:nvSpPr>
          <p:cNvPr id="161" name="Google Shape;161;p20"/>
          <p:cNvSpPr txBox="1"/>
          <p:nvPr>
            <p:ph idx="10" type="dt"/>
          </p:nvPr>
        </p:nvSpPr>
        <p:spPr>
          <a:xfrm>
            <a:off x="8677501" y="5969000"/>
            <a:ext cx="1600200" cy="27940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a:solidFill>
                  <a:schemeClr val="lt1"/>
                </a:solidFill>
                <a:latin typeface="Garamond"/>
                <a:ea typeface="Garamond"/>
                <a:cs typeface="Garamond"/>
                <a:sym typeface="Garamond"/>
              </a:defRPr>
            </a:lvl1pPr>
            <a:lvl2pPr lvl="1" marR="0" rtl="0" algn="l">
              <a:spcBef>
                <a:spcPts val="0"/>
              </a:spcBef>
              <a:spcAft>
                <a:spcPts val="0"/>
              </a:spcAft>
              <a:buSzPts val="1400"/>
              <a:buNone/>
              <a:defRPr b="0" i="0" sz="1800" u="none" cap="none" strike="noStrike">
                <a:solidFill>
                  <a:schemeClr val="lt1"/>
                </a:solidFill>
                <a:latin typeface="Garamond"/>
                <a:ea typeface="Garamond"/>
                <a:cs typeface="Garamond"/>
                <a:sym typeface="Garamond"/>
              </a:defRPr>
            </a:lvl2pPr>
            <a:lvl3pPr lvl="2" marR="0" rtl="0" algn="l">
              <a:spcBef>
                <a:spcPts val="0"/>
              </a:spcBef>
              <a:spcAft>
                <a:spcPts val="0"/>
              </a:spcAft>
              <a:buSzPts val="1400"/>
              <a:buNone/>
              <a:defRPr b="0" i="0" sz="1800" u="none" cap="none" strike="noStrike">
                <a:solidFill>
                  <a:schemeClr val="lt1"/>
                </a:solidFill>
                <a:latin typeface="Garamond"/>
                <a:ea typeface="Garamond"/>
                <a:cs typeface="Garamond"/>
                <a:sym typeface="Garamond"/>
              </a:defRPr>
            </a:lvl3pPr>
            <a:lvl4pPr lvl="3" marR="0" rtl="0" algn="l">
              <a:spcBef>
                <a:spcPts val="0"/>
              </a:spcBef>
              <a:spcAft>
                <a:spcPts val="0"/>
              </a:spcAft>
              <a:buSzPts val="1400"/>
              <a:buNone/>
              <a:defRPr b="0" i="0" sz="1800" u="none" cap="none" strike="noStrike">
                <a:solidFill>
                  <a:schemeClr val="lt1"/>
                </a:solidFill>
                <a:latin typeface="Garamond"/>
                <a:ea typeface="Garamond"/>
                <a:cs typeface="Garamond"/>
                <a:sym typeface="Garamond"/>
              </a:defRPr>
            </a:lvl4pPr>
            <a:lvl5pPr lvl="4" marR="0" rtl="0" algn="l">
              <a:spcBef>
                <a:spcPts val="0"/>
              </a:spcBef>
              <a:spcAft>
                <a:spcPts val="0"/>
              </a:spcAft>
              <a:buSzPts val="1400"/>
              <a:buNone/>
              <a:defRPr b="0" i="0" sz="1800" u="none" cap="none" strike="noStrike">
                <a:solidFill>
                  <a:schemeClr val="lt1"/>
                </a:solidFill>
                <a:latin typeface="Garamond"/>
                <a:ea typeface="Garamond"/>
                <a:cs typeface="Garamond"/>
                <a:sym typeface="Garamond"/>
              </a:defRPr>
            </a:lvl5pPr>
            <a:lvl6pPr lvl="5" marR="0" rtl="0" algn="l">
              <a:spcBef>
                <a:spcPts val="0"/>
              </a:spcBef>
              <a:spcAft>
                <a:spcPts val="0"/>
              </a:spcAft>
              <a:buSzPts val="1400"/>
              <a:buNone/>
              <a:defRPr b="0" i="0" sz="1800" u="none" cap="none" strike="noStrike">
                <a:solidFill>
                  <a:schemeClr val="lt1"/>
                </a:solidFill>
                <a:latin typeface="Garamond"/>
                <a:ea typeface="Garamond"/>
                <a:cs typeface="Garamond"/>
                <a:sym typeface="Garamond"/>
              </a:defRPr>
            </a:lvl6pPr>
            <a:lvl7pPr lvl="6" marR="0" rtl="0" algn="l">
              <a:spcBef>
                <a:spcPts val="0"/>
              </a:spcBef>
              <a:spcAft>
                <a:spcPts val="0"/>
              </a:spcAft>
              <a:buSzPts val="1400"/>
              <a:buNone/>
              <a:defRPr b="0" i="0" sz="1800" u="none" cap="none" strike="noStrike">
                <a:solidFill>
                  <a:schemeClr val="lt1"/>
                </a:solidFill>
                <a:latin typeface="Garamond"/>
                <a:ea typeface="Garamond"/>
                <a:cs typeface="Garamond"/>
                <a:sym typeface="Garamond"/>
              </a:defRPr>
            </a:lvl7pPr>
            <a:lvl8pPr lvl="7" marR="0" rtl="0" algn="l">
              <a:spcBef>
                <a:spcPts val="0"/>
              </a:spcBef>
              <a:spcAft>
                <a:spcPts val="0"/>
              </a:spcAft>
              <a:buSzPts val="1400"/>
              <a:buNone/>
              <a:defRPr b="0" i="0" sz="1800" u="none" cap="none" strike="noStrike">
                <a:solidFill>
                  <a:schemeClr val="lt1"/>
                </a:solidFill>
                <a:latin typeface="Garamond"/>
                <a:ea typeface="Garamond"/>
                <a:cs typeface="Garamond"/>
                <a:sym typeface="Garamond"/>
              </a:defRPr>
            </a:lvl8pPr>
            <a:lvl9pPr lvl="8" marR="0" rtl="0" algn="l">
              <a:spcBef>
                <a:spcPts val="0"/>
              </a:spcBef>
              <a:spcAft>
                <a:spcPts val="0"/>
              </a:spcAft>
              <a:buSzPts val="1400"/>
              <a:buNone/>
              <a:defRPr b="0" i="0" sz="1800" u="none" cap="none" strike="noStrike">
                <a:solidFill>
                  <a:schemeClr val="lt1"/>
                </a:solidFill>
                <a:latin typeface="Garamond"/>
                <a:ea typeface="Garamond"/>
                <a:cs typeface="Garamond"/>
                <a:sym typeface="Garamond"/>
              </a:defRPr>
            </a:lvl9pPr>
          </a:lstStyle>
          <a:p/>
        </p:txBody>
      </p:sp>
      <p:sp>
        <p:nvSpPr>
          <p:cNvPr id="162" name="Google Shape;162;p20"/>
          <p:cNvSpPr txBox="1"/>
          <p:nvPr>
            <p:ph idx="11" type="ftr"/>
          </p:nvPr>
        </p:nvSpPr>
        <p:spPr>
          <a:xfrm>
            <a:off x="1295401" y="5969000"/>
            <a:ext cx="7305900" cy="27940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a:solidFill>
                  <a:schemeClr val="lt1"/>
                </a:solidFill>
                <a:latin typeface="Garamond"/>
                <a:ea typeface="Garamond"/>
                <a:cs typeface="Garamond"/>
                <a:sym typeface="Garamond"/>
              </a:defRPr>
            </a:lvl1pPr>
            <a:lvl2pPr lvl="1" marR="0" rtl="0" algn="l">
              <a:spcBef>
                <a:spcPts val="0"/>
              </a:spcBef>
              <a:spcAft>
                <a:spcPts val="0"/>
              </a:spcAft>
              <a:buSzPts val="1400"/>
              <a:buNone/>
              <a:defRPr b="0" i="0" sz="1800" u="none" cap="none" strike="noStrike">
                <a:solidFill>
                  <a:schemeClr val="lt1"/>
                </a:solidFill>
                <a:latin typeface="Garamond"/>
                <a:ea typeface="Garamond"/>
                <a:cs typeface="Garamond"/>
                <a:sym typeface="Garamond"/>
              </a:defRPr>
            </a:lvl2pPr>
            <a:lvl3pPr lvl="2" marR="0" rtl="0" algn="l">
              <a:spcBef>
                <a:spcPts val="0"/>
              </a:spcBef>
              <a:spcAft>
                <a:spcPts val="0"/>
              </a:spcAft>
              <a:buSzPts val="1400"/>
              <a:buNone/>
              <a:defRPr b="0" i="0" sz="1800" u="none" cap="none" strike="noStrike">
                <a:solidFill>
                  <a:schemeClr val="lt1"/>
                </a:solidFill>
                <a:latin typeface="Garamond"/>
                <a:ea typeface="Garamond"/>
                <a:cs typeface="Garamond"/>
                <a:sym typeface="Garamond"/>
              </a:defRPr>
            </a:lvl3pPr>
            <a:lvl4pPr lvl="3" marR="0" rtl="0" algn="l">
              <a:spcBef>
                <a:spcPts val="0"/>
              </a:spcBef>
              <a:spcAft>
                <a:spcPts val="0"/>
              </a:spcAft>
              <a:buSzPts val="1400"/>
              <a:buNone/>
              <a:defRPr b="0" i="0" sz="1800" u="none" cap="none" strike="noStrike">
                <a:solidFill>
                  <a:schemeClr val="lt1"/>
                </a:solidFill>
                <a:latin typeface="Garamond"/>
                <a:ea typeface="Garamond"/>
                <a:cs typeface="Garamond"/>
                <a:sym typeface="Garamond"/>
              </a:defRPr>
            </a:lvl4pPr>
            <a:lvl5pPr lvl="4" marR="0" rtl="0" algn="l">
              <a:spcBef>
                <a:spcPts val="0"/>
              </a:spcBef>
              <a:spcAft>
                <a:spcPts val="0"/>
              </a:spcAft>
              <a:buSzPts val="1400"/>
              <a:buNone/>
              <a:defRPr b="0" i="0" sz="1800" u="none" cap="none" strike="noStrike">
                <a:solidFill>
                  <a:schemeClr val="lt1"/>
                </a:solidFill>
                <a:latin typeface="Garamond"/>
                <a:ea typeface="Garamond"/>
                <a:cs typeface="Garamond"/>
                <a:sym typeface="Garamond"/>
              </a:defRPr>
            </a:lvl5pPr>
            <a:lvl6pPr lvl="5" marR="0" rtl="0" algn="l">
              <a:spcBef>
                <a:spcPts val="0"/>
              </a:spcBef>
              <a:spcAft>
                <a:spcPts val="0"/>
              </a:spcAft>
              <a:buSzPts val="1400"/>
              <a:buNone/>
              <a:defRPr b="0" i="0" sz="1800" u="none" cap="none" strike="noStrike">
                <a:solidFill>
                  <a:schemeClr val="lt1"/>
                </a:solidFill>
                <a:latin typeface="Garamond"/>
                <a:ea typeface="Garamond"/>
                <a:cs typeface="Garamond"/>
                <a:sym typeface="Garamond"/>
              </a:defRPr>
            </a:lvl6pPr>
            <a:lvl7pPr lvl="6" marR="0" rtl="0" algn="l">
              <a:spcBef>
                <a:spcPts val="0"/>
              </a:spcBef>
              <a:spcAft>
                <a:spcPts val="0"/>
              </a:spcAft>
              <a:buSzPts val="1400"/>
              <a:buNone/>
              <a:defRPr b="0" i="0" sz="1800" u="none" cap="none" strike="noStrike">
                <a:solidFill>
                  <a:schemeClr val="lt1"/>
                </a:solidFill>
                <a:latin typeface="Garamond"/>
                <a:ea typeface="Garamond"/>
                <a:cs typeface="Garamond"/>
                <a:sym typeface="Garamond"/>
              </a:defRPr>
            </a:lvl7pPr>
            <a:lvl8pPr lvl="7" marR="0" rtl="0" algn="l">
              <a:spcBef>
                <a:spcPts val="0"/>
              </a:spcBef>
              <a:spcAft>
                <a:spcPts val="0"/>
              </a:spcAft>
              <a:buSzPts val="1400"/>
              <a:buNone/>
              <a:defRPr b="0" i="0" sz="1800" u="none" cap="none" strike="noStrike">
                <a:solidFill>
                  <a:schemeClr val="lt1"/>
                </a:solidFill>
                <a:latin typeface="Garamond"/>
                <a:ea typeface="Garamond"/>
                <a:cs typeface="Garamond"/>
                <a:sym typeface="Garamond"/>
              </a:defRPr>
            </a:lvl8pPr>
            <a:lvl9pPr lvl="8" marR="0" rtl="0" algn="l">
              <a:spcBef>
                <a:spcPts val="0"/>
              </a:spcBef>
              <a:spcAft>
                <a:spcPts val="0"/>
              </a:spcAft>
              <a:buSzPts val="1400"/>
              <a:buNone/>
              <a:defRPr b="0" i="0" sz="1800" u="none" cap="none" strike="noStrike">
                <a:solidFill>
                  <a:schemeClr val="lt1"/>
                </a:solidFill>
                <a:latin typeface="Garamond"/>
                <a:ea typeface="Garamond"/>
                <a:cs typeface="Garamond"/>
                <a:sym typeface="Garamond"/>
              </a:defRPr>
            </a:lvl9pPr>
          </a:lstStyle>
          <a:p/>
        </p:txBody>
      </p:sp>
      <p:sp>
        <p:nvSpPr>
          <p:cNvPr id="163" name="Google Shape;163;p20"/>
          <p:cNvSpPr txBox="1"/>
          <p:nvPr>
            <p:ph idx="12" type="sldNum"/>
          </p:nvPr>
        </p:nvSpPr>
        <p:spPr>
          <a:xfrm>
            <a:off x="10353901" y="5969000"/>
            <a:ext cx="542697" cy="279400"/>
          </a:xfrm>
          <a:prstGeom prst="rect">
            <a:avLst/>
          </a:prstGeom>
          <a:noFill/>
          <a:ln>
            <a:noFill/>
          </a:ln>
        </p:spPr>
        <p:txBody>
          <a:bodyPr anchorCtr="0" anchor="ctr" bIns="45700" lIns="91425" spcFirstLastPara="1" rIns="91425" wrap="square" tIns="45700">
            <a:noAutofit/>
          </a:bodyPr>
          <a:lstStyle>
            <a:lvl1pPr indent="0" lvl="0" marL="0" marR="0" rtl="0" algn="ctr">
              <a:spcBef>
                <a:spcPts val="0"/>
              </a:spcBef>
              <a:spcAft>
                <a:spcPts val="0"/>
              </a:spcAft>
              <a:buClr>
                <a:schemeClr val="lt1"/>
              </a:buClr>
              <a:buSzPts val="1000"/>
              <a:buFont typeface="Garamond"/>
              <a:buNone/>
              <a:defRPr b="0" i="0" sz="1000" u="none">
                <a:solidFill>
                  <a:schemeClr val="lt1"/>
                </a:solidFill>
                <a:latin typeface="Garamond"/>
                <a:ea typeface="Garamond"/>
                <a:cs typeface="Garamond"/>
                <a:sym typeface="Garamond"/>
              </a:defRPr>
            </a:lvl1pPr>
            <a:lvl2pPr indent="0" lvl="1" marL="0" marR="0" rtl="0" algn="ctr">
              <a:spcBef>
                <a:spcPts val="0"/>
              </a:spcBef>
              <a:spcAft>
                <a:spcPts val="0"/>
              </a:spcAft>
              <a:buClr>
                <a:schemeClr val="lt1"/>
              </a:buClr>
              <a:buSzPts val="1000"/>
              <a:buFont typeface="Garamond"/>
              <a:buNone/>
              <a:defRPr b="0" i="0" sz="1000" u="none">
                <a:solidFill>
                  <a:schemeClr val="lt1"/>
                </a:solidFill>
                <a:latin typeface="Garamond"/>
                <a:ea typeface="Garamond"/>
                <a:cs typeface="Garamond"/>
                <a:sym typeface="Garamond"/>
              </a:defRPr>
            </a:lvl2pPr>
            <a:lvl3pPr indent="0" lvl="2" marL="0" marR="0" rtl="0" algn="ctr">
              <a:spcBef>
                <a:spcPts val="0"/>
              </a:spcBef>
              <a:spcAft>
                <a:spcPts val="0"/>
              </a:spcAft>
              <a:buClr>
                <a:schemeClr val="lt1"/>
              </a:buClr>
              <a:buSzPts val="1000"/>
              <a:buFont typeface="Garamond"/>
              <a:buNone/>
              <a:defRPr b="0" i="0" sz="1000" u="none">
                <a:solidFill>
                  <a:schemeClr val="lt1"/>
                </a:solidFill>
                <a:latin typeface="Garamond"/>
                <a:ea typeface="Garamond"/>
                <a:cs typeface="Garamond"/>
                <a:sym typeface="Garamond"/>
              </a:defRPr>
            </a:lvl3pPr>
            <a:lvl4pPr indent="0" lvl="3" marL="0" marR="0" rtl="0" algn="ctr">
              <a:spcBef>
                <a:spcPts val="0"/>
              </a:spcBef>
              <a:spcAft>
                <a:spcPts val="0"/>
              </a:spcAft>
              <a:buClr>
                <a:schemeClr val="lt1"/>
              </a:buClr>
              <a:buSzPts val="1000"/>
              <a:buFont typeface="Garamond"/>
              <a:buNone/>
              <a:defRPr b="0" i="0" sz="1000" u="none">
                <a:solidFill>
                  <a:schemeClr val="lt1"/>
                </a:solidFill>
                <a:latin typeface="Garamond"/>
                <a:ea typeface="Garamond"/>
                <a:cs typeface="Garamond"/>
                <a:sym typeface="Garamond"/>
              </a:defRPr>
            </a:lvl4pPr>
            <a:lvl5pPr indent="0" lvl="4" marL="0" marR="0" rtl="0" algn="ctr">
              <a:spcBef>
                <a:spcPts val="0"/>
              </a:spcBef>
              <a:spcAft>
                <a:spcPts val="0"/>
              </a:spcAft>
              <a:buClr>
                <a:schemeClr val="lt1"/>
              </a:buClr>
              <a:buSzPts val="1000"/>
              <a:buFont typeface="Garamond"/>
              <a:buNone/>
              <a:defRPr b="0" i="0" sz="1000" u="none">
                <a:solidFill>
                  <a:schemeClr val="lt1"/>
                </a:solidFill>
                <a:latin typeface="Garamond"/>
                <a:ea typeface="Garamond"/>
                <a:cs typeface="Garamond"/>
                <a:sym typeface="Garamond"/>
              </a:defRPr>
            </a:lvl5pPr>
            <a:lvl6pPr indent="0" lvl="5" marL="0" marR="0" rtl="0" algn="ctr">
              <a:spcBef>
                <a:spcPts val="0"/>
              </a:spcBef>
              <a:spcAft>
                <a:spcPts val="0"/>
              </a:spcAft>
              <a:buClr>
                <a:schemeClr val="lt1"/>
              </a:buClr>
              <a:buSzPts val="1000"/>
              <a:buFont typeface="Garamond"/>
              <a:buNone/>
              <a:defRPr b="0" i="0" sz="1000" u="none">
                <a:solidFill>
                  <a:schemeClr val="lt1"/>
                </a:solidFill>
                <a:latin typeface="Garamond"/>
                <a:ea typeface="Garamond"/>
                <a:cs typeface="Garamond"/>
                <a:sym typeface="Garamond"/>
              </a:defRPr>
            </a:lvl6pPr>
            <a:lvl7pPr indent="0" lvl="6" marL="0" marR="0" rtl="0" algn="ctr">
              <a:spcBef>
                <a:spcPts val="0"/>
              </a:spcBef>
              <a:spcAft>
                <a:spcPts val="0"/>
              </a:spcAft>
              <a:buClr>
                <a:schemeClr val="lt1"/>
              </a:buClr>
              <a:buSzPts val="1000"/>
              <a:buFont typeface="Garamond"/>
              <a:buNone/>
              <a:defRPr b="0" i="0" sz="1000" u="none">
                <a:solidFill>
                  <a:schemeClr val="lt1"/>
                </a:solidFill>
                <a:latin typeface="Garamond"/>
                <a:ea typeface="Garamond"/>
                <a:cs typeface="Garamond"/>
                <a:sym typeface="Garamond"/>
              </a:defRPr>
            </a:lvl7pPr>
            <a:lvl8pPr indent="0" lvl="7" marL="0" marR="0" rtl="0" algn="ctr">
              <a:spcBef>
                <a:spcPts val="0"/>
              </a:spcBef>
              <a:spcAft>
                <a:spcPts val="0"/>
              </a:spcAft>
              <a:buClr>
                <a:schemeClr val="lt1"/>
              </a:buClr>
              <a:buSzPts val="1000"/>
              <a:buFont typeface="Garamond"/>
              <a:buNone/>
              <a:defRPr b="0" i="0" sz="1000" u="none">
                <a:solidFill>
                  <a:schemeClr val="lt1"/>
                </a:solidFill>
                <a:latin typeface="Garamond"/>
                <a:ea typeface="Garamond"/>
                <a:cs typeface="Garamond"/>
                <a:sym typeface="Garamond"/>
              </a:defRPr>
            </a:lvl8pPr>
            <a:lvl9pPr indent="0" lvl="8" marL="0" marR="0" rtl="0" algn="ctr">
              <a:spcBef>
                <a:spcPts val="0"/>
              </a:spcBef>
              <a:spcAft>
                <a:spcPts val="0"/>
              </a:spcAft>
              <a:buClr>
                <a:schemeClr val="lt1"/>
              </a:buClr>
              <a:buSzPts val="1000"/>
              <a:buFont typeface="Garamond"/>
              <a:buNone/>
              <a:defRPr b="0" i="0" sz="1000" u="none">
                <a:solidFill>
                  <a:schemeClr val="lt1"/>
                </a:solidFill>
                <a:latin typeface="Garamond"/>
                <a:ea typeface="Garamond"/>
                <a:cs typeface="Garamond"/>
                <a:sym typeface="Garamond"/>
              </a:defRPr>
            </a:lvl9pPr>
          </a:lstStyle>
          <a:p>
            <a:pPr indent="0" lvl="0" marL="0" rtl="0" algn="ctr">
              <a:spcBef>
                <a:spcPts val="0"/>
              </a:spcBef>
              <a:spcAft>
                <a:spcPts val="0"/>
              </a:spcAft>
              <a:buNone/>
            </a:pPr>
            <a:fld id="{00000000-1234-1234-1234-123412341234}" type="slidenum">
              <a:rPr lang="it-IT"/>
              <a:t>‹#›</a:t>
            </a:fld>
            <a:endParaRPr/>
          </a:p>
        </p:txBody>
      </p:sp>
    </p:spTree>
  </p:cSld>
  <p:clrMap accent1="accent1" accent2="accent2" accent3="accent3" accent4="accent4" accent5="accent5" accent6="accent6" bg1="lt1" bg2="dk2" tx1="dk1" tx2="lt2" folHlink="folHlink" hlink="hlink"/>
  <p:sldLayoutIdLst>
    <p:sldLayoutId id="2147483666" r:id="rId4"/>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19.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20.png"/><Relationship Id="rId4" Type="http://schemas.openxmlformats.org/officeDocument/2006/relationships/image" Target="../media/image1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15.png"/><Relationship Id="rId4" Type="http://schemas.openxmlformats.org/officeDocument/2006/relationships/image" Target="../media/image6.png"/><Relationship Id="rId5" Type="http://schemas.openxmlformats.org/officeDocument/2006/relationships/image" Target="../media/image14.png"/><Relationship Id="rId6" Type="http://schemas.openxmlformats.org/officeDocument/2006/relationships/image" Target="../media/image2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49.png"/><Relationship Id="rId4" Type="http://schemas.openxmlformats.org/officeDocument/2006/relationships/image" Target="../media/image5.png"/><Relationship Id="rId5" Type="http://schemas.openxmlformats.org/officeDocument/2006/relationships/image" Target="../media/image62.png"/><Relationship Id="rId6" Type="http://schemas.openxmlformats.org/officeDocument/2006/relationships/image" Target="../media/image10.png"/></Relationships>
</file>

<file path=ppt/slides/_rels/slide6.xml.rels><?xml version="1.0" encoding="UTF-8" standalone="yes"?><Relationships xmlns="http://schemas.openxmlformats.org/package/2006/relationships"><Relationship Id="rId11" Type="http://schemas.openxmlformats.org/officeDocument/2006/relationships/image" Target="../media/image17.png"/><Relationship Id="rId10" Type="http://schemas.openxmlformats.org/officeDocument/2006/relationships/image" Target="../media/image44.png"/><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0.png"/><Relationship Id="rId4" Type="http://schemas.openxmlformats.org/officeDocument/2006/relationships/image" Target="../media/image23.png"/><Relationship Id="rId9" Type="http://schemas.openxmlformats.org/officeDocument/2006/relationships/image" Target="../media/image13.png"/><Relationship Id="rId5" Type="http://schemas.openxmlformats.org/officeDocument/2006/relationships/image" Target="../media/image18.png"/><Relationship Id="rId6" Type="http://schemas.openxmlformats.org/officeDocument/2006/relationships/image" Target="../media/image9.png"/><Relationship Id="rId7" Type="http://schemas.openxmlformats.org/officeDocument/2006/relationships/image" Target="../media/image27.png"/><Relationship Id="rId8" Type="http://schemas.openxmlformats.org/officeDocument/2006/relationships/image" Target="../media/image2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16.png"/><Relationship Id="rId4" Type="http://schemas.openxmlformats.org/officeDocument/2006/relationships/image" Target="../media/image21.png"/><Relationship Id="rId5" Type="http://schemas.openxmlformats.org/officeDocument/2006/relationships/image" Target="../media/image24.png"/><Relationship Id="rId6" Type="http://schemas.openxmlformats.org/officeDocument/2006/relationships/image" Target="../media/image3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40.png"/><Relationship Id="rId4" Type="http://schemas.openxmlformats.org/officeDocument/2006/relationships/image" Target="../media/image16.png"/><Relationship Id="rId5" Type="http://schemas.openxmlformats.org/officeDocument/2006/relationships/image" Target="../media/image30.png"/><Relationship Id="rId6" Type="http://schemas.openxmlformats.org/officeDocument/2006/relationships/image" Target="../media/image32.png"/><Relationship Id="rId7" Type="http://schemas.openxmlformats.org/officeDocument/2006/relationships/image" Target="../media/image2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0.xml"/><Relationship Id="rId3" Type="http://schemas.openxmlformats.org/officeDocument/2006/relationships/image" Target="../media/image25.png"/><Relationship Id="rId4" Type="http://schemas.openxmlformats.org/officeDocument/2006/relationships/image" Target="../media/image33.png"/><Relationship Id="rId5" Type="http://schemas.openxmlformats.org/officeDocument/2006/relationships/image" Target="../media/image28.png"/><Relationship Id="rId6" Type="http://schemas.openxmlformats.org/officeDocument/2006/relationships/image" Target="../media/image3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31.png"/><Relationship Id="rId4" Type="http://schemas.openxmlformats.org/officeDocument/2006/relationships/image" Target="../media/image3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31.png"/><Relationship Id="rId4" Type="http://schemas.openxmlformats.org/officeDocument/2006/relationships/image" Target="../media/image3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36.png"/><Relationship Id="rId4" Type="http://schemas.openxmlformats.org/officeDocument/2006/relationships/image" Target="../media/image59.png"/><Relationship Id="rId9" Type="http://schemas.openxmlformats.org/officeDocument/2006/relationships/image" Target="../media/image48.png"/><Relationship Id="rId5" Type="http://schemas.openxmlformats.org/officeDocument/2006/relationships/image" Target="../media/image50.png"/><Relationship Id="rId6" Type="http://schemas.openxmlformats.org/officeDocument/2006/relationships/image" Target="../media/image34.png"/><Relationship Id="rId7" Type="http://schemas.openxmlformats.org/officeDocument/2006/relationships/image" Target="../media/image37.png"/><Relationship Id="rId8" Type="http://schemas.openxmlformats.org/officeDocument/2006/relationships/image" Target="../media/image5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52.png"/><Relationship Id="rId4" Type="http://schemas.openxmlformats.org/officeDocument/2006/relationships/image" Target="../media/image43.png"/><Relationship Id="rId5" Type="http://schemas.openxmlformats.org/officeDocument/2006/relationships/image" Target="../media/image41.png"/><Relationship Id="rId6" Type="http://schemas.openxmlformats.org/officeDocument/2006/relationships/image" Target="../media/image58.png"/></Relationships>
</file>

<file path=ppt/slides/_rels/slide15.xml.rels><?xml version="1.0" encoding="UTF-8" standalone="yes"?><Relationships xmlns="http://schemas.openxmlformats.org/package/2006/relationships"><Relationship Id="rId11" Type="http://schemas.openxmlformats.org/officeDocument/2006/relationships/image" Target="../media/image56.png"/><Relationship Id="rId10" Type="http://schemas.openxmlformats.org/officeDocument/2006/relationships/image" Target="../media/image46.png"/><Relationship Id="rId12" Type="http://schemas.openxmlformats.org/officeDocument/2006/relationships/image" Target="../media/image63.png"/><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47.png"/><Relationship Id="rId4" Type="http://schemas.openxmlformats.org/officeDocument/2006/relationships/image" Target="../media/image72.png"/><Relationship Id="rId9" Type="http://schemas.openxmlformats.org/officeDocument/2006/relationships/image" Target="../media/image54.png"/><Relationship Id="rId5" Type="http://schemas.openxmlformats.org/officeDocument/2006/relationships/image" Target="../media/image42.png"/><Relationship Id="rId6" Type="http://schemas.openxmlformats.org/officeDocument/2006/relationships/image" Target="../media/image64.png"/><Relationship Id="rId7" Type="http://schemas.openxmlformats.org/officeDocument/2006/relationships/image" Target="../media/image88.png"/><Relationship Id="rId8" Type="http://schemas.openxmlformats.org/officeDocument/2006/relationships/image" Target="../media/image45.png"/></Relationships>
</file>

<file path=ppt/slides/_rels/slide16.xml.rels><?xml version="1.0" encoding="UTF-8" standalone="yes"?><Relationships xmlns="http://schemas.openxmlformats.org/package/2006/relationships"><Relationship Id="rId11" Type="http://schemas.openxmlformats.org/officeDocument/2006/relationships/image" Target="../media/image60.png"/><Relationship Id="rId10" Type="http://schemas.openxmlformats.org/officeDocument/2006/relationships/image" Target="../media/image74.png"/><Relationship Id="rId12" Type="http://schemas.openxmlformats.org/officeDocument/2006/relationships/image" Target="../media/image75.png"/><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53.png"/><Relationship Id="rId4" Type="http://schemas.openxmlformats.org/officeDocument/2006/relationships/image" Target="../media/image55.png"/><Relationship Id="rId9" Type="http://schemas.openxmlformats.org/officeDocument/2006/relationships/image" Target="../media/image70.png"/><Relationship Id="rId5" Type="http://schemas.openxmlformats.org/officeDocument/2006/relationships/image" Target="../media/image57.png"/><Relationship Id="rId6" Type="http://schemas.openxmlformats.org/officeDocument/2006/relationships/image" Target="../media/image66.png"/><Relationship Id="rId7" Type="http://schemas.openxmlformats.org/officeDocument/2006/relationships/image" Target="../media/image82.png"/><Relationship Id="rId8" Type="http://schemas.openxmlformats.org/officeDocument/2006/relationships/image" Target="../media/image6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6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7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68.png"/><Relationship Id="rId4" Type="http://schemas.openxmlformats.org/officeDocument/2006/relationships/image" Target="../media/image8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69.png"/><Relationship Id="rId4" Type="http://schemas.openxmlformats.org/officeDocument/2006/relationships/image" Target="../media/image6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99.png"/><Relationship Id="rId4" Type="http://schemas.openxmlformats.org/officeDocument/2006/relationships/image" Target="../media/image8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71.png"/><Relationship Id="rId4" Type="http://schemas.openxmlformats.org/officeDocument/2006/relationships/image" Target="../media/image7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77.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73.png"/><Relationship Id="rId4" Type="http://schemas.openxmlformats.org/officeDocument/2006/relationships/image" Target="../media/image85.png"/><Relationship Id="rId5" Type="http://schemas.openxmlformats.org/officeDocument/2006/relationships/image" Target="../media/image8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79.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image" Target="../media/image83.png"/><Relationship Id="rId4" Type="http://schemas.openxmlformats.org/officeDocument/2006/relationships/image" Target="../media/image80.png"/><Relationship Id="rId5" Type="http://schemas.openxmlformats.org/officeDocument/2006/relationships/image" Target="../media/image9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92.png"/><Relationship Id="rId4" Type="http://schemas.openxmlformats.org/officeDocument/2006/relationships/image" Target="../media/image89.png"/><Relationship Id="rId5" Type="http://schemas.openxmlformats.org/officeDocument/2006/relationships/image" Target="../media/image9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92.png"/><Relationship Id="rId4" Type="http://schemas.openxmlformats.org/officeDocument/2006/relationships/image" Target="../media/image89.png"/><Relationship Id="rId5" Type="http://schemas.openxmlformats.org/officeDocument/2006/relationships/image" Target="../media/image94.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96.png"/><Relationship Id="rId4" Type="http://schemas.openxmlformats.org/officeDocument/2006/relationships/image" Target="../media/image91.png"/><Relationship Id="rId5" Type="http://schemas.openxmlformats.org/officeDocument/2006/relationships/image" Target="../media/image87.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86.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73.png"/><Relationship Id="rId4" Type="http://schemas.openxmlformats.org/officeDocument/2006/relationships/image" Target="../media/image87.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image" Target="../media/image107.png"/><Relationship Id="rId4" Type="http://schemas.openxmlformats.org/officeDocument/2006/relationships/image" Target="../media/image90.png"/><Relationship Id="rId5" Type="http://schemas.openxmlformats.org/officeDocument/2006/relationships/image" Target="../media/image9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95.png"/><Relationship Id="rId4" Type="http://schemas.openxmlformats.org/officeDocument/2006/relationships/image" Target="../media/image106.png"/><Relationship Id="rId5" Type="http://schemas.openxmlformats.org/officeDocument/2006/relationships/image" Target="../media/image10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128.png"/><Relationship Id="rId4" Type="http://schemas.openxmlformats.org/officeDocument/2006/relationships/image" Target="../media/image103.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110.png"/><Relationship Id="rId4" Type="http://schemas.openxmlformats.org/officeDocument/2006/relationships/image" Target="../media/image10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100.png"/><Relationship Id="rId4" Type="http://schemas.openxmlformats.org/officeDocument/2006/relationships/image" Target="../media/image108.png"/><Relationship Id="rId5" Type="http://schemas.openxmlformats.org/officeDocument/2006/relationships/image" Target="../media/image11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118.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104.png"/><Relationship Id="rId4" Type="http://schemas.openxmlformats.org/officeDocument/2006/relationships/image" Target="../media/image113.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102.png"/><Relationship Id="rId4" Type="http://schemas.openxmlformats.org/officeDocument/2006/relationships/image" Target="../media/image116.png"/><Relationship Id="rId5" Type="http://schemas.openxmlformats.org/officeDocument/2006/relationships/image" Target="../media/image114.png"/><Relationship Id="rId6" Type="http://schemas.openxmlformats.org/officeDocument/2006/relationships/image" Target="../media/image112.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113.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 Id="rId3" Type="http://schemas.openxmlformats.org/officeDocument/2006/relationships/image" Target="../media/image105.png"/><Relationship Id="rId4" Type="http://schemas.openxmlformats.org/officeDocument/2006/relationships/image" Target="../media/image123.png"/><Relationship Id="rId5" Type="http://schemas.openxmlformats.org/officeDocument/2006/relationships/image" Target="../media/image12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105.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 Id="rId3" Type="http://schemas.openxmlformats.org/officeDocument/2006/relationships/image" Target="../media/image119.png"/><Relationship Id="rId4" Type="http://schemas.openxmlformats.org/officeDocument/2006/relationships/image" Target="../media/image117.png"/><Relationship Id="rId5" Type="http://schemas.openxmlformats.org/officeDocument/2006/relationships/image" Target="../media/image124.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145.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image" Target="../media/image150.png"/><Relationship Id="rId4" Type="http://schemas.openxmlformats.org/officeDocument/2006/relationships/image" Target="../media/image127.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image" Target="../media/image125.png"/><Relationship Id="rId4" Type="http://schemas.openxmlformats.org/officeDocument/2006/relationships/image" Target="../media/image115.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 Id="rId3" Type="http://schemas.openxmlformats.org/officeDocument/2006/relationships/image" Target="../media/image126.png"/><Relationship Id="rId4" Type="http://schemas.openxmlformats.org/officeDocument/2006/relationships/image" Target="../media/image176.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 Id="rId3" Type="http://schemas.openxmlformats.org/officeDocument/2006/relationships/image" Target="../media/image136.png"/><Relationship Id="rId4" Type="http://schemas.openxmlformats.org/officeDocument/2006/relationships/image" Target="../media/image120.png"/><Relationship Id="rId5" Type="http://schemas.openxmlformats.org/officeDocument/2006/relationships/image" Target="../media/image122.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 Id="rId3" Type="http://schemas.openxmlformats.org/officeDocument/2006/relationships/image" Target="../media/image133.png"/><Relationship Id="rId4" Type="http://schemas.openxmlformats.org/officeDocument/2006/relationships/image" Target="../media/image156.png"/><Relationship Id="rId5" Type="http://schemas.openxmlformats.org/officeDocument/2006/relationships/image" Target="../media/image132.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 Id="rId3" Type="http://schemas.openxmlformats.org/officeDocument/2006/relationships/image" Target="../media/image141.png"/><Relationship Id="rId4" Type="http://schemas.openxmlformats.org/officeDocument/2006/relationships/image" Target="../media/image131.png"/><Relationship Id="rId5" Type="http://schemas.openxmlformats.org/officeDocument/2006/relationships/image" Target="../media/image135.png"/><Relationship Id="rId6" Type="http://schemas.openxmlformats.org/officeDocument/2006/relationships/image" Target="../media/image144.png"/><Relationship Id="rId7" Type="http://schemas.openxmlformats.org/officeDocument/2006/relationships/image" Target="../media/image142.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 Id="rId3" Type="http://schemas.openxmlformats.org/officeDocument/2006/relationships/image" Target="../media/image130.png"/><Relationship Id="rId4" Type="http://schemas.openxmlformats.org/officeDocument/2006/relationships/image" Target="../media/image129.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 Id="rId3" Type="http://schemas.openxmlformats.org/officeDocument/2006/relationships/image" Target="../media/image140.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 Id="rId3" Type="http://schemas.openxmlformats.org/officeDocument/2006/relationships/image" Target="../media/image146.png"/><Relationship Id="rId4" Type="http://schemas.openxmlformats.org/officeDocument/2006/relationships/image" Target="../media/image134.png"/><Relationship Id="rId5" Type="http://schemas.openxmlformats.org/officeDocument/2006/relationships/image" Target="../media/image139.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 Id="rId3" Type="http://schemas.openxmlformats.org/officeDocument/2006/relationships/image" Target="../media/image149.png"/><Relationship Id="rId4" Type="http://schemas.openxmlformats.org/officeDocument/2006/relationships/image" Target="../media/image137.png"/><Relationship Id="rId5" Type="http://schemas.openxmlformats.org/officeDocument/2006/relationships/image" Target="../media/image160.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 Id="rId3" Type="http://schemas.openxmlformats.org/officeDocument/2006/relationships/image" Target="../media/image138.png"/><Relationship Id="rId4" Type="http://schemas.openxmlformats.org/officeDocument/2006/relationships/image" Target="../media/image143.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 Id="rId3" Type="http://schemas.openxmlformats.org/officeDocument/2006/relationships/image" Target="../media/image153.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 Id="rId3" Type="http://schemas.openxmlformats.org/officeDocument/2006/relationships/image" Target="../media/image147.png"/><Relationship Id="rId4" Type="http://schemas.openxmlformats.org/officeDocument/2006/relationships/image" Target="../media/image154.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 Id="rId3" Type="http://schemas.openxmlformats.org/officeDocument/2006/relationships/image" Target="../media/image15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 Id="rId3" Type="http://schemas.openxmlformats.org/officeDocument/2006/relationships/image" Target="../media/image138.png"/><Relationship Id="rId4" Type="http://schemas.openxmlformats.org/officeDocument/2006/relationships/image" Target="../media/image148.png"/><Relationship Id="rId5" Type="http://schemas.openxmlformats.org/officeDocument/2006/relationships/image" Target="../media/image149.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 Id="rId3" Type="http://schemas.openxmlformats.org/officeDocument/2006/relationships/image" Target="../media/image162.png"/><Relationship Id="rId4" Type="http://schemas.openxmlformats.org/officeDocument/2006/relationships/image" Target="../media/image152.png"/><Relationship Id="rId5" Type="http://schemas.openxmlformats.org/officeDocument/2006/relationships/image" Target="../media/image158.png"/><Relationship Id="rId6" Type="http://schemas.openxmlformats.org/officeDocument/2006/relationships/image" Target="../media/image159.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 Id="rId3" Type="http://schemas.openxmlformats.org/officeDocument/2006/relationships/image" Target="../media/image155.png"/><Relationship Id="rId4" Type="http://schemas.openxmlformats.org/officeDocument/2006/relationships/image" Target="../media/image157.png"/><Relationship Id="rId5" Type="http://schemas.openxmlformats.org/officeDocument/2006/relationships/image" Target="../media/image164.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 Id="rId3" Type="http://schemas.openxmlformats.org/officeDocument/2006/relationships/image" Target="../media/image166.png"/><Relationship Id="rId4" Type="http://schemas.openxmlformats.org/officeDocument/2006/relationships/image" Target="../media/image186.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 Id="rId3" Type="http://schemas.openxmlformats.org/officeDocument/2006/relationships/image" Target="../media/image166.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 Id="rId3" Type="http://schemas.openxmlformats.org/officeDocument/2006/relationships/image" Target="../media/image179.png"/><Relationship Id="rId4" Type="http://schemas.openxmlformats.org/officeDocument/2006/relationships/image" Target="../media/image167.png"/><Relationship Id="rId5" Type="http://schemas.openxmlformats.org/officeDocument/2006/relationships/image" Target="../media/image161.png"/><Relationship Id="rId6" Type="http://schemas.openxmlformats.org/officeDocument/2006/relationships/image" Target="../media/image178.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 Id="rId3" Type="http://schemas.openxmlformats.org/officeDocument/2006/relationships/image" Target="../media/image182.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 Id="rId3" Type="http://schemas.openxmlformats.org/officeDocument/2006/relationships/image" Target="../media/image171.png"/><Relationship Id="rId4" Type="http://schemas.openxmlformats.org/officeDocument/2006/relationships/image" Target="../media/image163.png"/><Relationship Id="rId5" Type="http://schemas.openxmlformats.org/officeDocument/2006/relationships/image" Target="../media/image168.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 Id="rId3" Type="http://schemas.openxmlformats.org/officeDocument/2006/relationships/image" Target="../media/image168.png"/><Relationship Id="rId4" Type="http://schemas.openxmlformats.org/officeDocument/2006/relationships/image" Target="../media/image172.png"/><Relationship Id="rId5" Type="http://schemas.openxmlformats.org/officeDocument/2006/relationships/image" Target="../media/image165.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 Id="rId3" Type="http://schemas.openxmlformats.org/officeDocument/2006/relationships/image" Target="../media/image188.png"/><Relationship Id="rId4" Type="http://schemas.openxmlformats.org/officeDocument/2006/relationships/image" Target="../media/image180.png"/><Relationship Id="rId5" Type="http://schemas.openxmlformats.org/officeDocument/2006/relationships/image" Target="../media/image95.png"/><Relationship Id="rId6" Type="http://schemas.openxmlformats.org/officeDocument/2006/relationships/image" Target="../media/image107.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4.xml"/><Relationship Id="rId3" Type="http://schemas.openxmlformats.org/officeDocument/2006/relationships/image" Target="../media/image177.png"/><Relationship Id="rId4" Type="http://schemas.openxmlformats.org/officeDocument/2006/relationships/image" Target="../media/image174.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5.xml"/><Relationship Id="rId3" Type="http://schemas.openxmlformats.org/officeDocument/2006/relationships/image" Target="../media/image170.png"/><Relationship Id="rId4" Type="http://schemas.openxmlformats.org/officeDocument/2006/relationships/image" Target="../media/image169.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6.xml"/><Relationship Id="rId3" Type="http://schemas.openxmlformats.org/officeDocument/2006/relationships/image" Target="../media/image214.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7.xml"/><Relationship Id="rId3" Type="http://schemas.openxmlformats.org/officeDocument/2006/relationships/image" Target="../media/image175.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8.xml"/><Relationship Id="rId3" Type="http://schemas.openxmlformats.org/officeDocument/2006/relationships/image" Target="../media/image181.png"/><Relationship Id="rId4" Type="http://schemas.openxmlformats.org/officeDocument/2006/relationships/image" Target="../media/image203.png"/><Relationship Id="rId5" Type="http://schemas.openxmlformats.org/officeDocument/2006/relationships/image" Target="../media/image195.png"/><Relationship Id="rId6" Type="http://schemas.openxmlformats.org/officeDocument/2006/relationships/image" Target="../media/image19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0.xml"/><Relationship Id="rId3" Type="http://schemas.openxmlformats.org/officeDocument/2006/relationships/image" Target="../media/image173.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1.xml"/><Relationship Id="rId3" Type="http://schemas.openxmlformats.org/officeDocument/2006/relationships/image" Target="../media/image190.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2.xml"/><Relationship Id="rId3" Type="http://schemas.openxmlformats.org/officeDocument/2006/relationships/image" Target="../media/image193.png"/><Relationship Id="rId4" Type="http://schemas.openxmlformats.org/officeDocument/2006/relationships/image" Target="../media/image209.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3.xml"/><Relationship Id="rId3" Type="http://schemas.openxmlformats.org/officeDocument/2006/relationships/image" Target="../media/image204.png"/><Relationship Id="rId4" Type="http://schemas.openxmlformats.org/officeDocument/2006/relationships/image" Target="../media/image189.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4.xml"/><Relationship Id="rId3" Type="http://schemas.openxmlformats.org/officeDocument/2006/relationships/image" Target="../media/image199.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5.xml"/><Relationship Id="rId3" Type="http://schemas.openxmlformats.org/officeDocument/2006/relationships/image" Target="../media/image212.png"/><Relationship Id="rId4" Type="http://schemas.openxmlformats.org/officeDocument/2006/relationships/image" Target="../media/image210.png"/><Relationship Id="rId5" Type="http://schemas.openxmlformats.org/officeDocument/2006/relationships/image" Target="../media/image198.png"/><Relationship Id="rId6" Type="http://schemas.openxmlformats.org/officeDocument/2006/relationships/image" Target="../media/image196.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6.xml"/><Relationship Id="rId3" Type="http://schemas.openxmlformats.org/officeDocument/2006/relationships/image" Target="../media/image183.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7.xml"/><Relationship Id="rId3" Type="http://schemas.openxmlformats.org/officeDocument/2006/relationships/image" Target="../media/image133.png"/><Relationship Id="rId4" Type="http://schemas.openxmlformats.org/officeDocument/2006/relationships/image" Target="../media/image156.png"/><Relationship Id="rId5" Type="http://schemas.openxmlformats.org/officeDocument/2006/relationships/image" Target="../media/image132.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8.xml"/><Relationship Id="rId3" Type="http://schemas.openxmlformats.org/officeDocument/2006/relationships/image" Target="../media/image192.png"/><Relationship Id="rId4" Type="http://schemas.openxmlformats.org/officeDocument/2006/relationships/image" Target="../media/image205.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9.xml"/><Relationship Id="rId3" Type="http://schemas.openxmlformats.org/officeDocument/2006/relationships/image" Target="../media/image200.png"/><Relationship Id="rId4" Type="http://schemas.openxmlformats.org/officeDocument/2006/relationships/image" Target="../media/image206.png"/><Relationship Id="rId5" Type="http://schemas.openxmlformats.org/officeDocument/2006/relationships/image" Target="../media/image207.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0.xml"/><Relationship Id="rId3" Type="http://schemas.openxmlformats.org/officeDocument/2006/relationships/image" Target="../media/image208.png"/><Relationship Id="rId4" Type="http://schemas.openxmlformats.org/officeDocument/2006/relationships/image" Target="../media/image216.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1.xml"/><Relationship Id="rId3" Type="http://schemas.openxmlformats.org/officeDocument/2006/relationships/image" Target="../media/image194.png"/><Relationship Id="rId4" Type="http://schemas.openxmlformats.org/officeDocument/2006/relationships/image" Target="../media/image197.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2.xml"/><Relationship Id="rId3" Type="http://schemas.openxmlformats.org/officeDocument/2006/relationships/image" Target="../media/image201.png"/><Relationship Id="rId4" Type="http://schemas.openxmlformats.org/officeDocument/2006/relationships/image" Target="../media/image21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3.xml"/><Relationship Id="rId3" Type="http://schemas.openxmlformats.org/officeDocument/2006/relationships/image" Target="../media/image202.png"/><Relationship Id="rId4" Type="http://schemas.openxmlformats.org/officeDocument/2006/relationships/image" Target="../media/image221.png"/><Relationship Id="rId9" Type="http://schemas.openxmlformats.org/officeDocument/2006/relationships/image" Target="../media/image229.png"/><Relationship Id="rId5" Type="http://schemas.openxmlformats.org/officeDocument/2006/relationships/image" Target="../media/image215.png"/><Relationship Id="rId6" Type="http://schemas.openxmlformats.org/officeDocument/2006/relationships/image" Target="../media/image237.png"/><Relationship Id="rId7" Type="http://schemas.openxmlformats.org/officeDocument/2006/relationships/image" Target="../media/image227.png"/><Relationship Id="rId8" Type="http://schemas.openxmlformats.org/officeDocument/2006/relationships/image" Target="../media/image218.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4.xml"/><Relationship Id="rId3" Type="http://schemas.openxmlformats.org/officeDocument/2006/relationships/image" Target="../media/image231.png"/><Relationship Id="rId4" Type="http://schemas.openxmlformats.org/officeDocument/2006/relationships/image" Target="../media/image213.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5.xml"/><Relationship Id="rId3" Type="http://schemas.openxmlformats.org/officeDocument/2006/relationships/image" Target="../media/image217.png"/><Relationship Id="rId4" Type="http://schemas.openxmlformats.org/officeDocument/2006/relationships/image" Target="../media/image222.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6.xml"/><Relationship Id="rId3" Type="http://schemas.openxmlformats.org/officeDocument/2006/relationships/image" Target="../media/image219.png"/><Relationship Id="rId4" Type="http://schemas.openxmlformats.org/officeDocument/2006/relationships/image" Target="../media/image223.png"/><Relationship Id="rId5" Type="http://schemas.openxmlformats.org/officeDocument/2006/relationships/image" Target="../media/image238.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7.xml"/><Relationship Id="rId3" Type="http://schemas.openxmlformats.org/officeDocument/2006/relationships/image" Target="../media/image220.png"/><Relationship Id="rId4" Type="http://schemas.openxmlformats.org/officeDocument/2006/relationships/image" Target="../media/image228.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8.xml"/><Relationship Id="rId3" Type="http://schemas.openxmlformats.org/officeDocument/2006/relationships/image" Target="../media/image230.png"/><Relationship Id="rId4" Type="http://schemas.openxmlformats.org/officeDocument/2006/relationships/image" Target="../media/image233.png"/><Relationship Id="rId5" Type="http://schemas.openxmlformats.org/officeDocument/2006/relationships/image" Target="../media/image235.png"/><Relationship Id="rId6" Type="http://schemas.openxmlformats.org/officeDocument/2006/relationships/image" Target="../media/image226.png"/><Relationship Id="rId7" Type="http://schemas.openxmlformats.org/officeDocument/2006/relationships/image" Target="../media/image236.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9.xml"/><Relationship Id="rId3" Type="http://schemas.openxmlformats.org/officeDocument/2006/relationships/image" Target="../media/image255.png"/><Relationship Id="rId4" Type="http://schemas.openxmlformats.org/officeDocument/2006/relationships/image" Target="../media/image239.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0.xml"/><Relationship Id="rId3" Type="http://schemas.openxmlformats.org/officeDocument/2006/relationships/image" Target="../media/image234.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1.xml"/><Relationship Id="rId3" Type="http://schemas.openxmlformats.org/officeDocument/2006/relationships/image" Target="../media/image225.png"/><Relationship Id="rId4" Type="http://schemas.openxmlformats.org/officeDocument/2006/relationships/image" Target="../media/image247.png"/><Relationship Id="rId5" Type="http://schemas.openxmlformats.org/officeDocument/2006/relationships/image" Target="../media/image24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2.xml"/><Relationship Id="rId3" Type="http://schemas.openxmlformats.org/officeDocument/2006/relationships/image" Target="../media/image107.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3.xml"/><Relationship Id="rId3" Type="http://schemas.openxmlformats.org/officeDocument/2006/relationships/image" Target="../media/image240.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4.xml"/><Relationship Id="rId3" Type="http://schemas.openxmlformats.org/officeDocument/2006/relationships/image" Target="../media/image253.png"/><Relationship Id="rId4" Type="http://schemas.openxmlformats.org/officeDocument/2006/relationships/image" Target="../media/image245.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6.xml"/><Relationship Id="rId3" Type="http://schemas.openxmlformats.org/officeDocument/2006/relationships/image" Target="../media/image95.png"/><Relationship Id="rId4" Type="http://schemas.openxmlformats.org/officeDocument/2006/relationships/image" Target="../media/image251.png"/><Relationship Id="rId5" Type="http://schemas.openxmlformats.org/officeDocument/2006/relationships/image" Target="../media/image256.png"/><Relationship Id="rId6" Type="http://schemas.openxmlformats.org/officeDocument/2006/relationships/image" Target="../media/image250.png"/><Relationship Id="rId7" Type="http://schemas.openxmlformats.org/officeDocument/2006/relationships/image" Target="../media/image248.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7.xml"/><Relationship Id="rId3" Type="http://schemas.openxmlformats.org/officeDocument/2006/relationships/image" Target="../media/image249.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8.xml"/><Relationship Id="rId3" Type="http://schemas.openxmlformats.org/officeDocument/2006/relationships/image" Target="../media/image242.png"/><Relationship Id="rId4" Type="http://schemas.openxmlformats.org/officeDocument/2006/relationships/image" Target="../media/image243.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0.xml"/><Relationship Id="rId3" Type="http://schemas.openxmlformats.org/officeDocument/2006/relationships/image" Target="../media/image252.png"/><Relationship Id="rId4" Type="http://schemas.openxmlformats.org/officeDocument/2006/relationships/image" Target="../media/image246.png"/><Relationship Id="rId5" Type="http://schemas.openxmlformats.org/officeDocument/2006/relationships/image" Target="../media/image244.png"/><Relationship Id="rId6" Type="http://schemas.openxmlformats.org/officeDocument/2006/relationships/image" Target="../media/image25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2" name="Shape 172"/>
        <p:cNvGrpSpPr/>
        <p:nvPr/>
      </p:nvGrpSpPr>
      <p:grpSpPr>
        <a:xfrm>
          <a:off x="0" y="0"/>
          <a:ext cx="0" cy="0"/>
          <a:chOff x="0" y="0"/>
          <a:chExt cx="0" cy="0"/>
        </a:xfrm>
      </p:grpSpPr>
      <p:sp>
        <p:nvSpPr>
          <p:cNvPr id="173" name="Google Shape;173;p22"/>
          <p:cNvSpPr txBox="1"/>
          <p:nvPr>
            <p:ph type="ctrTitle"/>
          </p:nvPr>
        </p:nvSpPr>
        <p:spPr>
          <a:xfrm>
            <a:off x="1280159" y="357809"/>
            <a:ext cx="7983110" cy="3080335"/>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chemeClr val="lt1"/>
              </a:buClr>
              <a:buSzPts val="5400"/>
              <a:buFont typeface="Open Sans"/>
              <a:buNone/>
            </a:pPr>
            <a:r>
              <a:rPr b="1" i="0" lang="it-IT" sz="5400" u="none" cap="none" strike="noStrike">
                <a:solidFill>
                  <a:schemeClr val="lt1"/>
                </a:solidFill>
                <a:latin typeface="Open Sans"/>
                <a:ea typeface="Open Sans"/>
                <a:cs typeface="Open Sans"/>
                <a:sym typeface="Open Sans"/>
              </a:rPr>
              <a:t>GALASSIA</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8" name="Shape 178"/>
        <p:cNvGrpSpPr/>
        <p:nvPr/>
      </p:nvGrpSpPr>
      <p:grpSpPr>
        <a:xfrm>
          <a:off x="0" y="0"/>
          <a:ext cx="0" cy="0"/>
          <a:chOff x="0" y="0"/>
          <a:chExt cx="0" cy="0"/>
        </a:xfrm>
      </p:grpSpPr>
      <p:sp>
        <p:nvSpPr>
          <p:cNvPr id="179" name="Google Shape;179;p23"/>
          <p:cNvSpPr txBox="1"/>
          <p:nvPr/>
        </p:nvSpPr>
        <p:spPr>
          <a:xfrm>
            <a:off x="1078020" y="1350600"/>
            <a:ext cx="10123380" cy="1283398"/>
          </a:xfrm>
          <a:prstGeom prst="rect">
            <a:avLst/>
          </a:prstGeom>
          <a:noFill/>
          <a:ln>
            <a:noFill/>
          </a:ln>
        </p:spPr>
        <p:txBody>
          <a:bodyPr anchorCtr="0" anchor="t" bIns="91425" lIns="91425" spcFirstLastPara="1" rIns="91425" wrap="square" tIns="91425">
            <a:spAutoFit/>
          </a:bodyPr>
          <a:lstStyle/>
          <a:p>
            <a:pPr indent="0" lvl="0" marL="0" marR="0" rtl="0" algn="just">
              <a:lnSpc>
                <a:spcPct val="115000"/>
              </a:lnSpc>
              <a:spcBef>
                <a:spcPts val="1200"/>
              </a:spcBef>
              <a:spcAft>
                <a:spcPts val="0"/>
              </a:spcAft>
              <a:buClr>
                <a:schemeClr val="dk1"/>
              </a:buClr>
              <a:buSzPts val="1200"/>
              <a:buFont typeface="Quattrocento Sans"/>
              <a:buNone/>
            </a:pPr>
            <a:r>
              <a:rPr b="0" i="0" lang="it-IT" sz="1200" u="none" cap="none" strike="noStrike">
                <a:solidFill>
                  <a:schemeClr val="dk1"/>
                </a:solidFill>
                <a:latin typeface="Quattrocento Sans"/>
                <a:ea typeface="Quattrocento Sans"/>
                <a:cs typeface="Quattrocento Sans"/>
                <a:sym typeface="Quattrocento Sans"/>
              </a:rPr>
              <a:t>Un filtro passa-alto </a:t>
            </a:r>
            <a:r>
              <a:rPr b="1" i="1" lang="it-IT" sz="1200" u="none" cap="none" strike="noStrike">
                <a:solidFill>
                  <a:schemeClr val="dk1"/>
                </a:solidFill>
                <a:latin typeface="Quattrocento Sans"/>
                <a:ea typeface="Quattrocento Sans"/>
                <a:cs typeface="Quattrocento Sans"/>
                <a:sym typeface="Quattrocento Sans"/>
              </a:rPr>
              <a:t>(High-Pass Filter, HP)</a:t>
            </a:r>
            <a:r>
              <a:rPr b="0" i="0" lang="it-IT" sz="1200" u="none" cap="none" strike="noStrike">
                <a:solidFill>
                  <a:schemeClr val="dk1"/>
                </a:solidFill>
                <a:latin typeface="Quattrocento Sans"/>
                <a:ea typeface="Quattrocento Sans"/>
                <a:cs typeface="Quattrocento Sans"/>
                <a:sym typeface="Quattrocento Sans"/>
              </a:rPr>
              <a:t> è un circuito che </a:t>
            </a:r>
            <a:r>
              <a:rPr b="0" i="1" lang="it-IT" sz="1200" u="sng" cap="none" strike="noStrike">
                <a:solidFill>
                  <a:schemeClr val="dk1"/>
                </a:solidFill>
                <a:latin typeface="Quattrocento Sans"/>
                <a:ea typeface="Quattrocento Sans"/>
                <a:cs typeface="Quattrocento Sans"/>
                <a:sym typeface="Quattrocento Sans"/>
              </a:rPr>
              <a:t>attenua i segnali a bassa frequenza </a:t>
            </a:r>
            <a:r>
              <a:rPr b="0" i="0" lang="it-IT" sz="1200" u="none" cap="none" strike="noStrike">
                <a:solidFill>
                  <a:schemeClr val="dk1"/>
                </a:solidFill>
                <a:latin typeface="Quattrocento Sans"/>
                <a:ea typeface="Quattrocento Sans"/>
                <a:cs typeface="Quattrocento Sans"/>
                <a:sym typeface="Quattrocento Sans"/>
              </a:rPr>
              <a:t>e </a:t>
            </a:r>
            <a:r>
              <a:rPr b="1" i="0" lang="it-IT" sz="1200" u="sng" cap="none" strike="noStrike">
                <a:solidFill>
                  <a:schemeClr val="dk1"/>
                </a:solidFill>
                <a:latin typeface="Quattrocento Sans"/>
                <a:ea typeface="Quattrocento Sans"/>
                <a:cs typeface="Quattrocento Sans"/>
                <a:sym typeface="Quattrocento Sans"/>
              </a:rPr>
              <a:t>lascia passare quelli a frequenza più elevata</a:t>
            </a:r>
            <a:r>
              <a:rPr b="0" i="0" lang="it-IT" sz="1200" u="none" cap="none" strike="noStrike">
                <a:solidFill>
                  <a:schemeClr val="dk1"/>
                </a:solidFill>
                <a:latin typeface="Quattrocento Sans"/>
                <a:ea typeface="Quattrocento Sans"/>
                <a:cs typeface="Quattrocento Sans"/>
                <a:sym typeface="Quattrocento Sans"/>
              </a:rPr>
              <a:t>.</a:t>
            </a:r>
            <a:endParaRPr b="0" i="0" sz="1200" u="none" cap="none" strike="noStrike">
              <a:solidFill>
                <a:schemeClr val="dk1"/>
              </a:solidFill>
              <a:latin typeface="Quattrocento Sans"/>
              <a:ea typeface="Quattrocento Sans"/>
              <a:cs typeface="Quattrocento Sans"/>
              <a:sym typeface="Quattrocento Sans"/>
            </a:endParaRPr>
          </a:p>
          <a:p>
            <a:pPr indent="0" lvl="0" marL="0" marR="0" rtl="0" algn="just">
              <a:lnSpc>
                <a:spcPct val="115000"/>
              </a:lnSpc>
              <a:spcBef>
                <a:spcPts val="1200"/>
              </a:spcBef>
              <a:spcAft>
                <a:spcPts val="0"/>
              </a:spcAft>
              <a:buClr>
                <a:schemeClr val="dk1"/>
              </a:buClr>
              <a:buSzPts val="1200"/>
              <a:buFont typeface="Quattrocento Sans"/>
              <a:buNone/>
            </a:pPr>
            <a:r>
              <a:rPr b="0" i="0" lang="it-IT" sz="1200" u="none" cap="none" strike="noStrike">
                <a:solidFill>
                  <a:schemeClr val="dk1"/>
                </a:solidFill>
                <a:latin typeface="Quattrocento Sans"/>
                <a:ea typeface="Quattrocento Sans"/>
                <a:cs typeface="Quattrocento Sans"/>
                <a:sym typeface="Quattrocento Sans"/>
              </a:rPr>
              <a:t>Un filtro passa-alto nasce sempre dalla presenza di un elemento reattivo, cioè un componente la cui impedenza cambia con la frequenza.</a:t>
            </a:r>
            <a:endParaRPr b="0" i="0" sz="1200" u="none" cap="none" strike="noStrike">
              <a:solidFill>
                <a:schemeClr val="dk1"/>
              </a:solidFill>
              <a:latin typeface="Quattrocento Sans"/>
              <a:ea typeface="Quattrocento Sans"/>
              <a:cs typeface="Quattrocento Sans"/>
              <a:sym typeface="Quattrocento Sans"/>
            </a:endParaRPr>
          </a:p>
          <a:p>
            <a:pPr indent="0" lvl="0" marL="0" marR="0" rtl="0" algn="just">
              <a:lnSpc>
                <a:spcPct val="115000"/>
              </a:lnSpc>
              <a:spcBef>
                <a:spcPts val="1200"/>
              </a:spcBef>
              <a:spcAft>
                <a:spcPts val="0"/>
              </a:spcAft>
              <a:buClr>
                <a:schemeClr val="dk1"/>
              </a:buClr>
              <a:buSzPts val="1200"/>
              <a:buFont typeface="Quattrocento Sans"/>
              <a:buNone/>
            </a:pPr>
            <a:r>
              <a:rPr b="0" i="0" lang="it-IT" sz="1200" u="none" cap="none" strike="noStrike">
                <a:solidFill>
                  <a:schemeClr val="dk1"/>
                </a:solidFill>
                <a:latin typeface="Quattrocento Sans"/>
                <a:ea typeface="Quattrocento Sans"/>
                <a:cs typeface="Quattrocento Sans"/>
                <a:sym typeface="Quattrocento Sans"/>
              </a:rPr>
              <a:t>Esistono diverse configurazioni circuitali, tra cui le reti RC e RL</a:t>
            </a:r>
            <a:endParaRPr b="0" i="0" sz="1200" u="none" cap="none" strike="noStrike">
              <a:solidFill>
                <a:schemeClr val="dk1"/>
              </a:solidFill>
              <a:latin typeface="Quattrocento Sans"/>
              <a:ea typeface="Quattrocento Sans"/>
              <a:cs typeface="Quattrocento Sans"/>
              <a:sym typeface="Quattrocento Sans"/>
            </a:endParaRPr>
          </a:p>
        </p:txBody>
      </p:sp>
      <p:sp>
        <p:nvSpPr>
          <p:cNvPr id="180" name="Google Shape;180;p23"/>
          <p:cNvSpPr txBox="1"/>
          <p:nvPr/>
        </p:nvSpPr>
        <p:spPr>
          <a:xfrm>
            <a:off x="1078020" y="769958"/>
            <a:ext cx="4784400" cy="569400"/>
          </a:xfrm>
          <a:prstGeom prst="rect">
            <a:avLst/>
          </a:prstGeom>
          <a:noFill/>
          <a:ln>
            <a:noFill/>
          </a:ln>
        </p:spPr>
        <p:txBody>
          <a:bodyPr anchorCtr="0" anchor="t" bIns="91425" lIns="91425" spcFirstLastPara="1" rIns="91425" wrap="square" tIns="91425">
            <a:spAutoFit/>
          </a:bodyPr>
          <a:lstStyle/>
          <a:p>
            <a:pPr indent="0" lvl="0" marL="0" marR="0" rtl="0" algn="l">
              <a:spcBef>
                <a:spcPts val="0"/>
              </a:spcBef>
              <a:spcAft>
                <a:spcPts val="0"/>
              </a:spcAft>
              <a:buClr>
                <a:srgbClr val="073763"/>
              </a:buClr>
              <a:buSzPts val="2500"/>
              <a:buFont typeface="Quattrocento Sans"/>
              <a:buNone/>
            </a:pPr>
            <a:r>
              <a:rPr b="0" i="0" lang="it-IT" sz="2500" u="none" cap="none" strike="noStrike">
                <a:solidFill>
                  <a:srgbClr val="073763"/>
                </a:solidFill>
                <a:latin typeface="Quattrocento Sans"/>
                <a:ea typeface="Quattrocento Sans"/>
                <a:cs typeface="Quattrocento Sans"/>
                <a:sym typeface="Quattrocento Sans"/>
              </a:rPr>
              <a:t>Cos'è un Filtro Passa Alto?</a:t>
            </a:r>
            <a:endParaRPr b="0" i="0" sz="2500" u="none" cap="none" strike="noStrike">
              <a:solidFill>
                <a:srgbClr val="073763"/>
              </a:solidFill>
              <a:latin typeface="Quattrocento Sans"/>
              <a:ea typeface="Quattrocento Sans"/>
              <a:cs typeface="Quattrocento Sans"/>
              <a:sym typeface="Quattrocento Sans"/>
            </a:endParaRPr>
          </a:p>
        </p:txBody>
      </p:sp>
      <p:sp>
        <p:nvSpPr>
          <p:cNvPr id="181" name="Google Shape;181;p23"/>
          <p:cNvSpPr txBox="1"/>
          <p:nvPr/>
        </p:nvSpPr>
        <p:spPr>
          <a:xfrm>
            <a:off x="1078019" y="3823924"/>
            <a:ext cx="4344287" cy="400079"/>
          </a:xfrm>
          <a:prstGeom prst="rect">
            <a:avLst/>
          </a:prstGeom>
          <a:noFill/>
          <a:ln>
            <a:noFill/>
          </a:ln>
        </p:spPr>
        <p:txBody>
          <a:bodyPr anchorCtr="0" anchor="t" bIns="91425" lIns="91425" spcFirstLastPara="1" rIns="91425" wrap="square" tIns="91425">
            <a:spAutoFit/>
          </a:bodyPr>
          <a:lstStyle/>
          <a:p>
            <a:pPr indent="0" lvl="0" marL="0" marR="0" rtl="0" algn="just">
              <a:spcBef>
                <a:spcPts val="0"/>
              </a:spcBef>
              <a:spcAft>
                <a:spcPts val="0"/>
              </a:spcAft>
              <a:buClr>
                <a:schemeClr val="dk1"/>
              </a:buClr>
              <a:buSzPts val="1400"/>
              <a:buFont typeface="Quattrocento Sans"/>
              <a:buNone/>
            </a:pPr>
            <a:r>
              <a:rPr b="0" i="1" lang="it-IT" sz="1400" u="none" cap="none" strike="noStrike">
                <a:solidFill>
                  <a:schemeClr val="dk1"/>
                </a:solidFill>
                <a:latin typeface="Quattrocento Sans"/>
                <a:ea typeface="Quattrocento Sans"/>
                <a:cs typeface="Quattrocento Sans"/>
                <a:sym typeface="Quattrocento Sans"/>
              </a:rPr>
              <a:t>Le rispettive frequenze di taglio sono:</a:t>
            </a:r>
            <a:endParaRPr b="0" i="1" sz="1400" u="none" cap="none" strike="noStrike">
              <a:solidFill>
                <a:schemeClr val="dk1"/>
              </a:solidFill>
              <a:latin typeface="Quattrocento Sans"/>
              <a:ea typeface="Quattrocento Sans"/>
              <a:cs typeface="Quattrocento Sans"/>
              <a:sym typeface="Quattrocento Sans"/>
            </a:endParaRPr>
          </a:p>
        </p:txBody>
      </p:sp>
      <p:sp>
        <p:nvSpPr>
          <p:cNvPr id="182" name="Google Shape;182;p23"/>
          <p:cNvSpPr txBox="1"/>
          <p:nvPr/>
        </p:nvSpPr>
        <p:spPr>
          <a:xfrm>
            <a:off x="2564724" y="2905795"/>
            <a:ext cx="6595391" cy="646331"/>
          </a:xfrm>
          <a:prstGeom prst="rect">
            <a:avLst/>
          </a:prstGeom>
          <a:blipFill rotWithShape="1">
            <a:blip r:embed="rId3">
              <a:alphaModFix/>
            </a:blip>
            <a:stretch>
              <a:fillRect b="-6604" l="0" r="0" t="-1887"/>
            </a:stretch>
          </a:blip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0" i="0" lang="it-IT" sz="1800" u="none" cap="none" strike="noStrike">
                <a:latin typeface="Garamond"/>
                <a:ea typeface="Garamond"/>
                <a:cs typeface="Garamond"/>
                <a:sym typeface="Garamond"/>
              </a:rPr>
              <a:t> </a:t>
            </a:r>
            <a:endParaRPr/>
          </a:p>
        </p:txBody>
      </p:sp>
      <p:grpSp>
        <p:nvGrpSpPr>
          <p:cNvPr id="183" name="Google Shape;183;p23"/>
          <p:cNvGrpSpPr/>
          <p:nvPr/>
        </p:nvGrpSpPr>
        <p:grpSpPr>
          <a:xfrm>
            <a:off x="3816433" y="4357314"/>
            <a:ext cx="4091971" cy="578235"/>
            <a:chOff x="2731862" y="5256118"/>
            <a:chExt cx="6428253" cy="578235"/>
          </a:xfrm>
        </p:grpSpPr>
        <p:sp>
          <p:nvSpPr>
            <p:cNvPr id="184" name="Google Shape;184;p23"/>
            <p:cNvSpPr txBox="1"/>
            <p:nvPr/>
          </p:nvSpPr>
          <p:spPr>
            <a:xfrm>
              <a:off x="2731862" y="5256118"/>
              <a:ext cx="1229567" cy="578235"/>
            </a:xfrm>
            <a:prstGeom prst="rect">
              <a:avLst/>
            </a:prstGeom>
            <a:blipFill rotWithShape="1">
              <a:blip r:embed="rId4">
                <a:alphaModFix/>
              </a:blip>
              <a:stretch>
                <a:fillRect b="0" l="-781" r="-47655" t="0"/>
              </a:stretch>
            </a:blip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it-IT" sz="1800">
                  <a:latin typeface="Garamond"/>
                  <a:ea typeface="Garamond"/>
                  <a:cs typeface="Garamond"/>
                  <a:sym typeface="Garamond"/>
                </a:rPr>
                <a:t> </a:t>
              </a:r>
              <a:endParaRPr/>
            </a:p>
          </p:txBody>
        </p:sp>
        <p:sp>
          <p:nvSpPr>
            <p:cNvPr id="185" name="Google Shape;185;p23"/>
            <p:cNvSpPr txBox="1"/>
            <p:nvPr/>
          </p:nvSpPr>
          <p:spPr>
            <a:xfrm>
              <a:off x="8116111" y="5256118"/>
              <a:ext cx="1044004" cy="576183"/>
            </a:xfrm>
            <a:prstGeom prst="rect">
              <a:avLst/>
            </a:prstGeom>
            <a:blipFill rotWithShape="1">
              <a:blip r:embed="rId5">
                <a:alphaModFix/>
              </a:blip>
              <a:stretch>
                <a:fillRect b="0" l="-917" r="-45872" t="0"/>
              </a:stretch>
            </a:blip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it-IT" sz="1800">
                  <a:latin typeface="Garamond"/>
                  <a:ea typeface="Garamond"/>
                  <a:cs typeface="Garamond"/>
                  <a:sym typeface="Garamond"/>
                </a:rPr>
                <a:t> </a:t>
              </a:r>
              <a:endParaRPr/>
            </a:p>
          </p:txBody>
        </p:sp>
      </p:grpSp>
      <p:sp>
        <p:nvSpPr>
          <p:cNvPr id="186" name="Google Shape;186;p23"/>
          <p:cNvSpPr txBox="1"/>
          <p:nvPr/>
        </p:nvSpPr>
        <p:spPr>
          <a:xfrm>
            <a:off x="1078020" y="5318309"/>
            <a:ext cx="10123380" cy="569643"/>
          </a:xfrm>
          <a:prstGeom prst="rect">
            <a:avLst/>
          </a:prstGeom>
          <a:noFill/>
          <a:ln>
            <a:noFill/>
          </a:ln>
        </p:spPr>
        <p:txBody>
          <a:bodyPr anchorCtr="0" anchor="t" bIns="45700" lIns="91425" spcFirstLastPara="1" rIns="91425" wrap="square" tIns="45700">
            <a:spAutoFit/>
          </a:bodyPr>
          <a:lstStyle/>
          <a:p>
            <a:pPr indent="0" lvl="0" marL="0" marR="0" rtl="0" algn="ctr">
              <a:lnSpc>
                <a:spcPct val="115000"/>
              </a:lnSpc>
              <a:spcBef>
                <a:spcPts val="0"/>
              </a:spcBef>
              <a:spcAft>
                <a:spcPts val="0"/>
              </a:spcAft>
              <a:buClr>
                <a:schemeClr val="dk1"/>
              </a:buClr>
              <a:buSzPts val="1400"/>
              <a:buFont typeface="Quattrocento Sans"/>
              <a:buNone/>
            </a:pPr>
            <a:r>
              <a:rPr lang="it-IT" sz="1400">
                <a:solidFill>
                  <a:schemeClr val="dk1"/>
                </a:solidFill>
                <a:latin typeface="Quattrocento Sans"/>
                <a:ea typeface="Quattrocento Sans"/>
                <a:cs typeface="Quattrocento Sans"/>
                <a:sym typeface="Quattrocento Sans"/>
              </a:rPr>
              <a:t>La frequenza che separa la banda attenuata dalla banda passante è detta frequenza di taglio (ƒc​). Al di sotto di essa il segnale viene progressivamente attenuato, mentre al di sopra viene trasmesso con guadagno pressoché costante.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0" name="Shape 190"/>
        <p:cNvGrpSpPr/>
        <p:nvPr/>
      </p:nvGrpSpPr>
      <p:grpSpPr>
        <a:xfrm>
          <a:off x="0" y="0"/>
          <a:ext cx="0" cy="0"/>
          <a:chOff x="0" y="0"/>
          <a:chExt cx="0" cy="0"/>
        </a:xfrm>
      </p:grpSpPr>
      <p:sp>
        <p:nvSpPr>
          <p:cNvPr id="191" name="Google Shape;191;p24"/>
          <p:cNvSpPr txBox="1"/>
          <p:nvPr/>
        </p:nvSpPr>
        <p:spPr>
          <a:xfrm>
            <a:off x="1011636" y="5526016"/>
            <a:ext cx="10168727" cy="52322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it-IT" sz="1400">
                <a:solidFill>
                  <a:schemeClr val="dk1"/>
                </a:solidFill>
                <a:latin typeface="Quattrocento Sans"/>
                <a:ea typeface="Quattrocento Sans"/>
                <a:cs typeface="Quattrocento Sans"/>
                <a:sym typeface="Quattrocento Sans"/>
              </a:rPr>
              <a:t>In entrambi i casi </a:t>
            </a:r>
            <a:r>
              <a:rPr b="1" lang="it-IT" sz="1400">
                <a:solidFill>
                  <a:schemeClr val="dk1"/>
                </a:solidFill>
                <a:latin typeface="Quattrocento Sans"/>
                <a:ea typeface="Quattrocento Sans"/>
                <a:cs typeface="Quattrocento Sans"/>
                <a:sym typeface="Quattrocento Sans"/>
              </a:rPr>
              <a:t>la resistenza </a:t>
            </a:r>
            <a:r>
              <a:rPr lang="it-IT" sz="1400">
                <a:solidFill>
                  <a:schemeClr val="dk1"/>
                </a:solidFill>
                <a:latin typeface="Quattrocento Sans"/>
                <a:ea typeface="Quattrocento Sans"/>
                <a:cs typeface="Quattrocento Sans"/>
                <a:sym typeface="Quattrocento Sans"/>
              </a:rPr>
              <a:t>non genera da sola l’effetto di filtro, ma </a:t>
            </a:r>
            <a:r>
              <a:rPr b="1" lang="it-IT" sz="1400" u="sng">
                <a:solidFill>
                  <a:schemeClr val="dk1"/>
                </a:solidFill>
                <a:latin typeface="Quattrocento Sans"/>
                <a:ea typeface="Quattrocento Sans"/>
                <a:cs typeface="Quattrocento Sans"/>
                <a:sym typeface="Quattrocento Sans"/>
              </a:rPr>
              <a:t>serve a fissare i parametri principali del circuito, come la frequenza di taglio e la rapidità della risposta transitoria</a:t>
            </a:r>
            <a:r>
              <a:rPr lang="it-IT" sz="1400">
                <a:solidFill>
                  <a:schemeClr val="dk1"/>
                </a:solidFill>
                <a:latin typeface="Quattrocento Sans"/>
                <a:ea typeface="Quattrocento Sans"/>
                <a:cs typeface="Quattrocento Sans"/>
                <a:sym typeface="Quattrocento Sans"/>
              </a:rPr>
              <a:t>.</a:t>
            </a:r>
            <a:endParaRPr/>
          </a:p>
        </p:txBody>
      </p:sp>
      <p:pic>
        <p:nvPicPr>
          <p:cNvPr id="192" name="Google Shape;192;p24"/>
          <p:cNvPicPr preferRelativeResize="0"/>
          <p:nvPr/>
        </p:nvPicPr>
        <p:blipFill rotWithShape="1">
          <a:blip r:embed="rId3">
            <a:alphaModFix/>
          </a:blip>
          <a:srcRect b="10542" l="6059" r="7551" t="3694"/>
          <a:stretch/>
        </p:blipFill>
        <p:spPr>
          <a:xfrm>
            <a:off x="1074632" y="722119"/>
            <a:ext cx="3666146" cy="2204815"/>
          </a:xfrm>
          <a:prstGeom prst="rect">
            <a:avLst/>
          </a:prstGeom>
          <a:noFill/>
          <a:ln cap="flat" cmpd="sng" w="38100">
            <a:solidFill>
              <a:srgbClr val="FFC000"/>
            </a:solidFill>
            <a:prstDash val="solid"/>
            <a:round/>
            <a:headEnd len="sm" w="sm" type="none"/>
            <a:tailEnd len="sm" w="sm" type="none"/>
          </a:ln>
        </p:spPr>
      </p:pic>
      <p:pic>
        <p:nvPicPr>
          <p:cNvPr id="193" name="Google Shape;193;p24"/>
          <p:cNvPicPr preferRelativeResize="0"/>
          <p:nvPr/>
        </p:nvPicPr>
        <p:blipFill rotWithShape="1">
          <a:blip r:embed="rId4">
            <a:alphaModFix/>
          </a:blip>
          <a:srcRect b="10841" l="3718" r="13284" t="3618"/>
          <a:stretch/>
        </p:blipFill>
        <p:spPr>
          <a:xfrm>
            <a:off x="7872010" y="3124068"/>
            <a:ext cx="3329390" cy="2204815"/>
          </a:xfrm>
          <a:prstGeom prst="rect">
            <a:avLst/>
          </a:prstGeom>
          <a:noFill/>
          <a:ln cap="flat" cmpd="sng" w="38100">
            <a:solidFill>
              <a:srgbClr val="00B050"/>
            </a:solidFill>
            <a:prstDash val="solid"/>
            <a:round/>
            <a:headEnd len="sm" w="sm" type="none"/>
            <a:tailEnd len="sm" w="sm" type="none"/>
          </a:ln>
        </p:spPr>
      </p:pic>
      <p:sp>
        <p:nvSpPr>
          <p:cNvPr id="194" name="Google Shape;194;p24"/>
          <p:cNvSpPr/>
          <p:nvPr/>
        </p:nvSpPr>
        <p:spPr>
          <a:xfrm>
            <a:off x="5294118" y="722120"/>
            <a:ext cx="5907281" cy="2204815"/>
          </a:xfrm>
          <a:prstGeom prst="roundRect">
            <a:avLst>
              <a:gd fmla="val 16667" name="adj"/>
            </a:avLst>
          </a:prstGeom>
          <a:solidFill>
            <a:schemeClr val="lt1"/>
          </a:solidFill>
          <a:ln cap="flat" cmpd="sng" w="28575">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lang="it-IT" sz="1800">
                <a:solidFill>
                  <a:schemeClr val="dk1"/>
                </a:solidFill>
                <a:latin typeface="Quattrocento Sans"/>
                <a:ea typeface="Quattrocento Sans"/>
                <a:cs typeface="Quattrocento Sans"/>
                <a:sym typeface="Quattrocento Sans"/>
              </a:rPr>
              <a:t>Nel filtro RC, il comportamento passa-alto è legato al condensatore: alle basse frequenze la sua impedenza è alta e il segnale viene attenuato; alle alte frequenze l’impedenza diminuisce e il segnale passa più facilmente.</a:t>
            </a:r>
            <a:endParaRPr/>
          </a:p>
        </p:txBody>
      </p:sp>
      <p:sp>
        <p:nvSpPr>
          <p:cNvPr id="195" name="Google Shape;195;p24"/>
          <p:cNvSpPr/>
          <p:nvPr/>
        </p:nvSpPr>
        <p:spPr>
          <a:xfrm>
            <a:off x="1074632" y="3079763"/>
            <a:ext cx="6415757" cy="2204815"/>
          </a:xfrm>
          <a:prstGeom prst="roundRect">
            <a:avLst>
              <a:gd fmla="val 16667" name="adj"/>
            </a:avLst>
          </a:prstGeom>
          <a:solidFill>
            <a:schemeClr val="lt1"/>
          </a:solidFill>
          <a:ln cap="flat" cmpd="sng" w="28575">
            <a:solidFill>
              <a:srgbClr val="00B05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lang="it-IT" sz="1800">
                <a:solidFill>
                  <a:schemeClr val="dk1"/>
                </a:solidFill>
                <a:latin typeface="Quattrocento Sans"/>
                <a:ea typeface="Quattrocento Sans"/>
                <a:cs typeface="Quattrocento Sans"/>
                <a:sym typeface="Quattrocento Sans"/>
              </a:rPr>
              <a:t>Nel filtro RL, invece, il ruolo selettivo è svolto dall’induttore: la sua impedenza aumenta con la frequenza e modifica la distribuzione della tensione nel circuito, permettendo di ottenere una risposta passa-alto in modo analogo ma con un principio fisico diverso.</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0" name="Shape 200"/>
        <p:cNvGrpSpPr/>
        <p:nvPr/>
      </p:nvGrpSpPr>
      <p:grpSpPr>
        <a:xfrm>
          <a:off x="0" y="0"/>
          <a:ext cx="0" cy="0"/>
          <a:chOff x="0" y="0"/>
          <a:chExt cx="0" cy="0"/>
        </a:xfrm>
      </p:grpSpPr>
      <p:pic>
        <p:nvPicPr>
          <p:cNvPr id="201" name="Google Shape;201;p25"/>
          <p:cNvPicPr preferRelativeResize="0"/>
          <p:nvPr/>
        </p:nvPicPr>
        <p:blipFill rotWithShape="1">
          <a:blip r:embed="rId3">
            <a:alphaModFix/>
          </a:blip>
          <a:srcRect b="0" l="0" r="0" t="17136"/>
          <a:stretch/>
        </p:blipFill>
        <p:spPr>
          <a:xfrm>
            <a:off x="1117200" y="888350"/>
            <a:ext cx="6353196" cy="1326300"/>
          </a:xfrm>
          <a:prstGeom prst="rect">
            <a:avLst/>
          </a:prstGeom>
          <a:noFill/>
          <a:ln cap="flat" cmpd="sng" w="38100">
            <a:solidFill>
              <a:srgbClr val="151515"/>
            </a:solidFill>
            <a:prstDash val="solid"/>
            <a:round/>
            <a:headEnd len="sm" w="sm" type="none"/>
            <a:tailEnd len="sm" w="sm" type="none"/>
          </a:ln>
        </p:spPr>
      </p:pic>
      <p:sp>
        <p:nvSpPr>
          <p:cNvPr id="202" name="Google Shape;202;p25"/>
          <p:cNvSpPr txBox="1"/>
          <p:nvPr/>
        </p:nvSpPr>
        <p:spPr>
          <a:xfrm>
            <a:off x="7558481" y="1028295"/>
            <a:ext cx="3642919" cy="1046410"/>
          </a:xfrm>
          <a:prstGeom prst="rect">
            <a:avLst/>
          </a:prstGeom>
          <a:noFill/>
          <a:ln>
            <a:noFill/>
          </a:ln>
        </p:spPr>
        <p:txBody>
          <a:bodyPr anchorCtr="0" anchor="t" bIns="91425" lIns="91425" spcFirstLastPara="1" rIns="91425" wrap="square" tIns="91425">
            <a:spAutoFit/>
          </a:bodyPr>
          <a:lstStyle/>
          <a:p>
            <a:pPr indent="0" lvl="0" marL="0" marR="0" rtl="0" algn="just">
              <a:spcBef>
                <a:spcPts val="0"/>
              </a:spcBef>
              <a:spcAft>
                <a:spcPts val="0"/>
              </a:spcAft>
              <a:buClr>
                <a:schemeClr val="dk1"/>
              </a:buClr>
              <a:buSzPts val="1400"/>
              <a:buFont typeface="Libre Franklin"/>
              <a:buNone/>
            </a:pPr>
            <a:r>
              <a:rPr i="1" lang="it-IT" sz="1400">
                <a:solidFill>
                  <a:schemeClr val="dk1"/>
                </a:solidFill>
                <a:latin typeface="Libre Franklin"/>
                <a:ea typeface="Libre Franklin"/>
                <a:cs typeface="Libre Franklin"/>
                <a:sym typeface="Libre Franklin"/>
              </a:rPr>
              <a:t>Per confrontare le due configurazioni, sono stati scelti valori dei componenti tali da ottenere la stessa frequenza di taglio:      </a:t>
            </a:r>
            <a:r>
              <a:rPr b="1" i="1" lang="it-IT" sz="1400">
                <a:solidFill>
                  <a:schemeClr val="dk1"/>
                </a:solidFill>
                <a:latin typeface="Libre Franklin"/>
                <a:ea typeface="Libre Franklin"/>
                <a:cs typeface="Libre Franklin"/>
                <a:sym typeface="Libre Franklin"/>
              </a:rPr>
              <a:t>159 Hz</a:t>
            </a:r>
            <a:endParaRPr b="1" i="1" sz="1400">
              <a:solidFill>
                <a:schemeClr val="dk1"/>
              </a:solidFill>
              <a:latin typeface="Libre Franklin"/>
              <a:ea typeface="Libre Franklin"/>
              <a:cs typeface="Libre Franklin"/>
              <a:sym typeface="Libre Franklin"/>
            </a:endParaRPr>
          </a:p>
        </p:txBody>
      </p:sp>
      <p:sp>
        <p:nvSpPr>
          <p:cNvPr id="203" name="Google Shape;203;p25"/>
          <p:cNvSpPr txBox="1"/>
          <p:nvPr/>
        </p:nvSpPr>
        <p:spPr>
          <a:xfrm>
            <a:off x="1156050" y="2513000"/>
            <a:ext cx="10508100" cy="400079"/>
          </a:xfrm>
          <a:prstGeom prst="rect">
            <a:avLst/>
          </a:prstGeom>
          <a:noFill/>
          <a:ln>
            <a:noFill/>
          </a:ln>
        </p:spPr>
        <p:txBody>
          <a:bodyPr anchorCtr="0" anchor="t" bIns="91425" lIns="91425" spcFirstLastPara="1" rIns="91425" wrap="square" tIns="91425">
            <a:spAutoFit/>
          </a:bodyPr>
          <a:lstStyle/>
          <a:p>
            <a:pPr indent="0" lvl="0" marL="0" marR="0" rtl="0" algn="l">
              <a:spcBef>
                <a:spcPts val="0"/>
              </a:spcBef>
              <a:spcAft>
                <a:spcPts val="0"/>
              </a:spcAft>
              <a:buClr>
                <a:schemeClr val="dk1"/>
              </a:buClr>
              <a:buSzPts val="1200"/>
              <a:buFont typeface="Libre Franklin"/>
              <a:buNone/>
            </a:pPr>
            <a:r>
              <a:rPr lang="it-IT" sz="1200">
                <a:solidFill>
                  <a:schemeClr val="dk1"/>
                </a:solidFill>
                <a:latin typeface="Libre Franklin"/>
                <a:ea typeface="Libre Franklin"/>
                <a:cs typeface="Libre Franklin"/>
                <a:sym typeface="Libre Franklin"/>
              </a:rPr>
              <a:t>Entrambi i circuiti sono </a:t>
            </a:r>
            <a:r>
              <a:rPr lang="it-IT" sz="1400">
                <a:solidFill>
                  <a:schemeClr val="dk1"/>
                </a:solidFill>
                <a:latin typeface="Quattrocento Sans"/>
                <a:ea typeface="Quattrocento Sans"/>
                <a:cs typeface="Quattrocento Sans"/>
                <a:sym typeface="Quattrocento Sans"/>
              </a:rPr>
              <a:t>stati</a:t>
            </a:r>
            <a:r>
              <a:rPr lang="it-IT" sz="1200">
                <a:solidFill>
                  <a:schemeClr val="dk1"/>
                </a:solidFill>
                <a:latin typeface="Libre Franklin"/>
                <a:ea typeface="Libre Franklin"/>
                <a:cs typeface="Libre Franklin"/>
                <a:sym typeface="Libre Franklin"/>
              </a:rPr>
              <a:t> simulati con un segnale sinusoidale di ingresso a 1 kHz, frequenza ampiamente superiore alla frequenza di taglio.</a:t>
            </a:r>
            <a:endParaRPr sz="1200">
              <a:solidFill>
                <a:schemeClr val="dk1"/>
              </a:solidFill>
              <a:latin typeface="Libre Franklin"/>
              <a:ea typeface="Libre Franklin"/>
              <a:cs typeface="Libre Franklin"/>
              <a:sym typeface="Libre Franklin"/>
            </a:endParaRPr>
          </a:p>
        </p:txBody>
      </p:sp>
      <p:pic>
        <p:nvPicPr>
          <p:cNvPr id="204" name="Google Shape;204;p25"/>
          <p:cNvPicPr preferRelativeResize="0"/>
          <p:nvPr/>
        </p:nvPicPr>
        <p:blipFill rotWithShape="1">
          <a:blip r:embed="rId4">
            <a:alphaModFix/>
          </a:blip>
          <a:srcRect b="0" l="0" r="0" t="0"/>
          <a:stretch/>
        </p:blipFill>
        <p:spPr>
          <a:xfrm>
            <a:off x="1765996" y="3114173"/>
            <a:ext cx="3614275" cy="1771351"/>
          </a:xfrm>
          <a:prstGeom prst="rect">
            <a:avLst/>
          </a:prstGeom>
          <a:noFill/>
          <a:ln>
            <a:noFill/>
          </a:ln>
        </p:spPr>
      </p:pic>
      <p:pic>
        <p:nvPicPr>
          <p:cNvPr id="205" name="Google Shape;205;p25"/>
          <p:cNvPicPr preferRelativeResize="0"/>
          <p:nvPr/>
        </p:nvPicPr>
        <p:blipFill rotWithShape="1">
          <a:blip r:embed="rId5">
            <a:alphaModFix/>
          </a:blip>
          <a:srcRect b="0" l="0" r="0" t="0"/>
          <a:stretch/>
        </p:blipFill>
        <p:spPr>
          <a:xfrm>
            <a:off x="6811708" y="3114174"/>
            <a:ext cx="3614296" cy="1771351"/>
          </a:xfrm>
          <a:prstGeom prst="rect">
            <a:avLst/>
          </a:prstGeom>
          <a:noFill/>
          <a:ln>
            <a:noFill/>
          </a:ln>
        </p:spPr>
      </p:pic>
      <p:sp>
        <p:nvSpPr>
          <p:cNvPr id="206" name="Google Shape;206;p25"/>
          <p:cNvSpPr txBox="1"/>
          <p:nvPr/>
        </p:nvSpPr>
        <p:spPr>
          <a:xfrm>
            <a:off x="4869222" y="4503511"/>
            <a:ext cx="511049" cy="430857"/>
          </a:xfrm>
          <a:prstGeom prst="rect">
            <a:avLst/>
          </a:prstGeom>
          <a:noFill/>
          <a:ln>
            <a:noFill/>
          </a:ln>
        </p:spPr>
        <p:txBody>
          <a:bodyPr anchorCtr="0" anchor="t" bIns="91425" lIns="91425" spcFirstLastPara="1" rIns="91425" wrap="square" tIns="91425">
            <a:spAutoFit/>
          </a:bodyPr>
          <a:lstStyle/>
          <a:p>
            <a:pPr indent="0" lvl="0" marL="0" marR="0" rtl="0" algn="l">
              <a:spcBef>
                <a:spcPts val="0"/>
              </a:spcBef>
              <a:spcAft>
                <a:spcPts val="0"/>
              </a:spcAft>
              <a:buClr>
                <a:schemeClr val="dk1"/>
              </a:buClr>
              <a:buSzPts val="1600"/>
              <a:buFont typeface="Libre Franklin"/>
              <a:buNone/>
            </a:pPr>
            <a:r>
              <a:rPr b="1" lang="it-IT" sz="1600">
                <a:solidFill>
                  <a:schemeClr val="dk1"/>
                </a:solidFill>
                <a:latin typeface="Libre Franklin"/>
                <a:ea typeface="Libre Franklin"/>
                <a:cs typeface="Libre Franklin"/>
                <a:sym typeface="Libre Franklin"/>
              </a:rPr>
              <a:t>RC</a:t>
            </a:r>
            <a:endParaRPr b="1" sz="1600">
              <a:solidFill>
                <a:schemeClr val="dk1"/>
              </a:solidFill>
              <a:latin typeface="Libre Franklin"/>
              <a:ea typeface="Libre Franklin"/>
              <a:cs typeface="Libre Franklin"/>
              <a:sym typeface="Libre Franklin"/>
            </a:endParaRPr>
          </a:p>
        </p:txBody>
      </p:sp>
      <p:sp>
        <p:nvSpPr>
          <p:cNvPr id="207" name="Google Shape;207;p25"/>
          <p:cNvSpPr txBox="1"/>
          <p:nvPr/>
        </p:nvSpPr>
        <p:spPr>
          <a:xfrm>
            <a:off x="9958144" y="4503511"/>
            <a:ext cx="467860" cy="430857"/>
          </a:xfrm>
          <a:prstGeom prst="rect">
            <a:avLst/>
          </a:prstGeom>
          <a:noFill/>
          <a:ln>
            <a:noFill/>
          </a:ln>
        </p:spPr>
        <p:txBody>
          <a:bodyPr anchorCtr="0" anchor="t" bIns="91425" lIns="91425" spcFirstLastPara="1" rIns="91425" wrap="square" tIns="91425">
            <a:spAutoFit/>
          </a:bodyPr>
          <a:lstStyle/>
          <a:p>
            <a:pPr indent="0" lvl="0" marL="0" marR="0" rtl="0" algn="l">
              <a:spcBef>
                <a:spcPts val="0"/>
              </a:spcBef>
              <a:spcAft>
                <a:spcPts val="0"/>
              </a:spcAft>
              <a:buClr>
                <a:schemeClr val="dk1"/>
              </a:buClr>
              <a:buSzPts val="1600"/>
              <a:buFont typeface="Libre Franklin"/>
              <a:buNone/>
            </a:pPr>
            <a:r>
              <a:rPr b="1" lang="it-IT" sz="1600">
                <a:solidFill>
                  <a:schemeClr val="dk1"/>
                </a:solidFill>
                <a:latin typeface="Libre Franklin"/>
                <a:ea typeface="Libre Franklin"/>
                <a:cs typeface="Libre Franklin"/>
                <a:sym typeface="Libre Franklin"/>
              </a:rPr>
              <a:t>RL</a:t>
            </a:r>
            <a:endParaRPr b="1" sz="1600">
              <a:solidFill>
                <a:schemeClr val="dk1"/>
              </a:solidFill>
              <a:latin typeface="Libre Franklin"/>
              <a:ea typeface="Libre Franklin"/>
              <a:cs typeface="Libre Franklin"/>
              <a:sym typeface="Libre Franklin"/>
            </a:endParaRPr>
          </a:p>
        </p:txBody>
      </p:sp>
      <p:sp>
        <p:nvSpPr>
          <p:cNvPr id="208" name="Google Shape;208;p25"/>
          <p:cNvSpPr txBox="1"/>
          <p:nvPr/>
        </p:nvSpPr>
        <p:spPr>
          <a:xfrm>
            <a:off x="1117200" y="5086618"/>
            <a:ext cx="10084200" cy="1107965"/>
          </a:xfrm>
          <a:prstGeom prst="rect">
            <a:avLst/>
          </a:prstGeom>
          <a:noFill/>
          <a:ln>
            <a:noFill/>
          </a:ln>
        </p:spPr>
        <p:txBody>
          <a:bodyPr anchorCtr="0" anchor="t" bIns="91425" lIns="91425" spcFirstLastPara="1" rIns="91425" wrap="square" tIns="91425">
            <a:spAutoFit/>
          </a:bodyPr>
          <a:lstStyle/>
          <a:p>
            <a:pPr indent="0" lvl="0" marL="0" marR="0" rtl="0" algn="l">
              <a:spcBef>
                <a:spcPts val="0"/>
              </a:spcBef>
              <a:spcAft>
                <a:spcPts val="0"/>
              </a:spcAft>
              <a:buClr>
                <a:schemeClr val="dk1"/>
              </a:buClr>
              <a:buSzPts val="1200"/>
              <a:buFont typeface="Libre Franklin"/>
              <a:buNone/>
            </a:pPr>
            <a:r>
              <a:rPr lang="it-IT" sz="1200">
                <a:solidFill>
                  <a:schemeClr val="dk1"/>
                </a:solidFill>
                <a:latin typeface="Libre Franklin"/>
                <a:ea typeface="Libre Franklin"/>
                <a:cs typeface="Libre Franklin"/>
                <a:sym typeface="Libre Franklin"/>
              </a:rPr>
              <a:t>Le forme d'onda ottenute mostrano che le configurazioni RC e RL producono una risposta sostanzialmente equivalente, come previsto dalla teoria dei filtri passa-alto del primo ordine.</a:t>
            </a:r>
            <a:br>
              <a:rPr lang="it-IT" sz="1200">
                <a:solidFill>
                  <a:schemeClr val="dk1"/>
                </a:solidFill>
                <a:latin typeface="Libre Franklin"/>
                <a:ea typeface="Libre Franklin"/>
                <a:cs typeface="Libre Franklin"/>
                <a:sym typeface="Libre Franklin"/>
              </a:rPr>
            </a:br>
            <a:endParaRPr sz="1200">
              <a:solidFill>
                <a:schemeClr val="dk1"/>
              </a:solidFill>
              <a:latin typeface="Libre Franklin"/>
              <a:ea typeface="Libre Franklin"/>
              <a:cs typeface="Libre Franklin"/>
              <a:sym typeface="Libre Franklin"/>
            </a:endParaRPr>
          </a:p>
          <a:p>
            <a:pPr indent="0" lvl="0" marL="0" marR="0" rtl="0" algn="l">
              <a:spcBef>
                <a:spcPts val="0"/>
              </a:spcBef>
              <a:spcAft>
                <a:spcPts val="0"/>
              </a:spcAft>
              <a:buClr>
                <a:schemeClr val="dk1"/>
              </a:buClr>
              <a:buSzPts val="1200"/>
              <a:buFont typeface="Libre Franklin"/>
              <a:buNone/>
            </a:pPr>
            <a:r>
              <a:rPr lang="it-IT" sz="1200">
                <a:solidFill>
                  <a:schemeClr val="dk1"/>
                </a:solidFill>
                <a:latin typeface="Libre Franklin"/>
                <a:ea typeface="Libre Franklin"/>
                <a:cs typeface="Libre Franklin"/>
                <a:sym typeface="Libre Franklin"/>
              </a:rPr>
              <a:t>Poiché </a:t>
            </a:r>
            <a:r>
              <a:rPr b="1" i="1" lang="it-IT" sz="1200">
                <a:solidFill>
                  <a:schemeClr val="dk1"/>
                </a:solidFill>
                <a:latin typeface="Libre Franklin"/>
                <a:ea typeface="Libre Franklin"/>
                <a:cs typeface="Libre Franklin"/>
                <a:sym typeface="Libre Franklin"/>
              </a:rPr>
              <a:t>entrambe presentano lo stesso comportamento in frequenza e nel dominio del tempo</a:t>
            </a:r>
            <a:r>
              <a:rPr lang="it-IT" sz="1200">
                <a:solidFill>
                  <a:schemeClr val="dk1"/>
                </a:solidFill>
                <a:latin typeface="Libre Franklin"/>
                <a:ea typeface="Libre Franklin"/>
                <a:cs typeface="Libre Franklin"/>
                <a:sym typeface="Libre Franklin"/>
              </a:rPr>
              <a:t>, </a:t>
            </a:r>
            <a:r>
              <a:rPr i="1" lang="it-IT" sz="1200" u="sng">
                <a:solidFill>
                  <a:schemeClr val="dk1"/>
                </a:solidFill>
                <a:latin typeface="Libre Franklin"/>
                <a:ea typeface="Libre Franklin"/>
                <a:cs typeface="Libre Franklin"/>
                <a:sym typeface="Libre Franklin"/>
              </a:rPr>
              <a:t>nelle analisi successive verrà considerata esclusivamente la configurazione RC</a:t>
            </a:r>
            <a:r>
              <a:rPr lang="it-IT" sz="1200">
                <a:solidFill>
                  <a:schemeClr val="dk1"/>
                </a:solidFill>
                <a:latin typeface="Libre Franklin"/>
                <a:ea typeface="Libre Franklin"/>
                <a:cs typeface="Libre Franklin"/>
                <a:sym typeface="Libre Franklin"/>
              </a:rPr>
              <a:t>, che risulta più semplice da implementare e da studiare.</a:t>
            </a:r>
            <a:endParaRPr sz="1200">
              <a:solidFill>
                <a:schemeClr val="dk1"/>
              </a:solidFill>
              <a:latin typeface="Libre Franklin"/>
              <a:ea typeface="Libre Franklin"/>
              <a:cs typeface="Libre Franklin"/>
              <a:sym typeface="Libre Franklin"/>
            </a:endParaRPr>
          </a:p>
        </p:txBody>
      </p:sp>
      <p:sp>
        <p:nvSpPr>
          <p:cNvPr id="209" name="Google Shape;209;p25"/>
          <p:cNvSpPr txBox="1"/>
          <p:nvPr/>
        </p:nvSpPr>
        <p:spPr>
          <a:xfrm>
            <a:off x="5550437" y="3948161"/>
            <a:ext cx="1091126" cy="215444"/>
          </a:xfrm>
          <a:prstGeom prst="rect">
            <a:avLst/>
          </a:prstGeom>
          <a:blipFill rotWithShape="1">
            <a:blip r:embed="rId6">
              <a:alphaModFix/>
            </a:blip>
            <a:stretch>
              <a:fillRect b="-51430" l="-7866" r="0" t="-28572"/>
            </a:stretch>
          </a:blip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it-IT" sz="1800">
                <a:latin typeface="Garamond"/>
                <a:ea typeface="Garamond"/>
                <a:cs typeface="Garamond"/>
                <a:sym typeface="Garamond"/>
              </a:rPr>
              <a:t> </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26"/>
          <p:cNvSpPr txBox="1"/>
          <p:nvPr/>
        </p:nvSpPr>
        <p:spPr>
          <a:xfrm>
            <a:off x="1073791" y="765520"/>
            <a:ext cx="10127609" cy="569356"/>
          </a:xfrm>
          <a:prstGeom prst="rect">
            <a:avLst/>
          </a:prstGeom>
          <a:noFill/>
          <a:ln>
            <a:noFill/>
          </a:ln>
        </p:spPr>
        <p:txBody>
          <a:bodyPr anchorCtr="0" anchor="t" bIns="91425" lIns="91425" spcFirstLastPara="1" rIns="91425" wrap="square" tIns="91425">
            <a:spAutoFit/>
          </a:bodyPr>
          <a:lstStyle/>
          <a:p>
            <a:pPr indent="0" lvl="0" marL="0" marR="0" rtl="0" algn="l">
              <a:spcBef>
                <a:spcPts val="0"/>
              </a:spcBef>
              <a:spcAft>
                <a:spcPts val="0"/>
              </a:spcAft>
              <a:buClr>
                <a:srgbClr val="073763"/>
              </a:buClr>
              <a:buSzPts val="2500"/>
              <a:buFont typeface="Quattrocento Sans"/>
              <a:buNone/>
            </a:pPr>
            <a:r>
              <a:rPr lang="it-IT" sz="2500">
                <a:solidFill>
                  <a:srgbClr val="073763"/>
                </a:solidFill>
                <a:latin typeface="Quattrocento Sans"/>
                <a:ea typeface="Quattrocento Sans"/>
                <a:cs typeface="Quattrocento Sans"/>
                <a:sym typeface="Quattrocento Sans"/>
              </a:rPr>
              <a:t>Impedenza del condensatore</a:t>
            </a:r>
            <a:endParaRPr/>
          </a:p>
        </p:txBody>
      </p:sp>
      <p:pic>
        <p:nvPicPr>
          <p:cNvPr id="215" name="Google Shape;215;p26"/>
          <p:cNvPicPr preferRelativeResize="0"/>
          <p:nvPr/>
        </p:nvPicPr>
        <p:blipFill rotWithShape="1">
          <a:blip r:embed="rId3">
            <a:alphaModFix/>
          </a:blip>
          <a:srcRect b="0" l="0" r="24648" t="0"/>
          <a:stretch/>
        </p:blipFill>
        <p:spPr>
          <a:xfrm>
            <a:off x="6550341" y="2019927"/>
            <a:ext cx="4317079" cy="1823655"/>
          </a:xfrm>
          <a:prstGeom prst="rect">
            <a:avLst/>
          </a:prstGeom>
          <a:noFill/>
          <a:ln cap="flat" cmpd="sng" w="19050">
            <a:solidFill>
              <a:srgbClr val="7F7F7F"/>
            </a:solidFill>
            <a:prstDash val="solid"/>
            <a:round/>
            <a:headEnd len="sm" w="sm" type="none"/>
            <a:tailEnd len="sm" w="sm" type="none"/>
          </a:ln>
        </p:spPr>
      </p:pic>
      <p:sp>
        <p:nvSpPr>
          <p:cNvPr id="216" name="Google Shape;216;p26"/>
          <p:cNvSpPr txBox="1"/>
          <p:nvPr/>
        </p:nvSpPr>
        <p:spPr>
          <a:xfrm>
            <a:off x="5641596" y="2971800"/>
            <a:ext cx="65" cy="276999"/>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t/>
            </a:r>
            <a:endParaRPr sz="1800">
              <a:solidFill>
                <a:schemeClr val="dk1"/>
              </a:solidFill>
              <a:latin typeface="Garamond"/>
              <a:ea typeface="Garamond"/>
              <a:cs typeface="Garamond"/>
              <a:sym typeface="Garamond"/>
            </a:endParaRPr>
          </a:p>
        </p:txBody>
      </p:sp>
      <p:grpSp>
        <p:nvGrpSpPr>
          <p:cNvPr id="217" name="Google Shape;217;p26"/>
          <p:cNvGrpSpPr/>
          <p:nvPr/>
        </p:nvGrpSpPr>
        <p:grpSpPr>
          <a:xfrm>
            <a:off x="1258370" y="2006563"/>
            <a:ext cx="4198708" cy="3033082"/>
            <a:chOff x="1073789" y="2617794"/>
            <a:chExt cx="3586295" cy="3043009"/>
          </a:xfrm>
        </p:grpSpPr>
        <p:sp>
          <p:nvSpPr>
            <p:cNvPr id="218" name="Google Shape;218;p26"/>
            <p:cNvSpPr txBox="1"/>
            <p:nvPr/>
          </p:nvSpPr>
          <p:spPr>
            <a:xfrm>
              <a:off x="1073789" y="3032823"/>
              <a:ext cx="3586294" cy="562270"/>
            </a:xfrm>
            <a:prstGeom prst="rect">
              <a:avLst/>
            </a:prstGeom>
            <a:blipFill rotWithShape="1">
              <a:blip r:embed="rId4">
                <a:alphaModFix/>
              </a:blip>
              <a:stretch>
                <a:fillRect b="0" l="0" r="0" t="0"/>
              </a:stretch>
            </a:blip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it-IT" sz="1800">
                  <a:latin typeface="Garamond"/>
                  <a:ea typeface="Garamond"/>
                  <a:cs typeface="Garamond"/>
                  <a:sym typeface="Garamond"/>
                </a:rPr>
                <a:t> </a:t>
              </a:r>
              <a:endParaRPr/>
            </a:p>
          </p:txBody>
        </p:sp>
        <p:sp>
          <p:nvSpPr>
            <p:cNvPr id="219" name="Google Shape;219;p26"/>
            <p:cNvSpPr txBox="1"/>
            <p:nvPr/>
          </p:nvSpPr>
          <p:spPr>
            <a:xfrm>
              <a:off x="1073790" y="2617794"/>
              <a:ext cx="3586293" cy="307777"/>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it-IT" sz="1400">
                  <a:solidFill>
                    <a:schemeClr val="dk1"/>
                  </a:solidFill>
                  <a:latin typeface="Quattrocento Sans"/>
                  <a:ea typeface="Quattrocento Sans"/>
                  <a:cs typeface="Quattrocento Sans"/>
                  <a:sym typeface="Quattrocento Sans"/>
                </a:rPr>
                <a:t>Un condensatore in AC si descrive con:</a:t>
              </a:r>
              <a:endParaRPr/>
            </a:p>
          </p:txBody>
        </p:sp>
        <p:sp>
          <p:nvSpPr>
            <p:cNvPr id="220" name="Google Shape;220;p26"/>
            <p:cNvSpPr txBox="1"/>
            <p:nvPr/>
          </p:nvSpPr>
          <p:spPr>
            <a:xfrm>
              <a:off x="1073790" y="3639133"/>
              <a:ext cx="3586293" cy="307777"/>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it-IT" sz="1400">
                  <a:solidFill>
                    <a:schemeClr val="dk1"/>
                  </a:solidFill>
                  <a:latin typeface="Quattrocento Sans"/>
                  <a:ea typeface="Quattrocento Sans"/>
                  <a:cs typeface="Quattrocento Sans"/>
                  <a:sym typeface="Quattrocento Sans"/>
                </a:rPr>
                <a:t>dove:</a:t>
              </a:r>
              <a:endParaRPr/>
            </a:p>
          </p:txBody>
        </p:sp>
        <p:sp>
          <p:nvSpPr>
            <p:cNvPr id="221" name="Google Shape;221;p26"/>
            <p:cNvSpPr txBox="1"/>
            <p:nvPr/>
          </p:nvSpPr>
          <p:spPr>
            <a:xfrm>
              <a:off x="1073789" y="4094619"/>
              <a:ext cx="3586294" cy="276999"/>
            </a:xfrm>
            <a:prstGeom prst="rect">
              <a:avLst/>
            </a:prstGeom>
            <a:blipFill rotWithShape="1">
              <a:blip r:embed="rId5">
                <a:alphaModFix/>
              </a:blip>
              <a:stretch>
                <a:fillRect b="-35556" l="0" r="0" t="-4444"/>
              </a:stretch>
            </a:blip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it-IT" sz="1800">
                  <a:latin typeface="Garamond"/>
                  <a:ea typeface="Garamond"/>
                  <a:cs typeface="Garamond"/>
                  <a:sym typeface="Garamond"/>
                </a:rPr>
                <a:t> </a:t>
              </a:r>
              <a:endParaRPr/>
            </a:p>
          </p:txBody>
        </p:sp>
        <p:sp>
          <p:nvSpPr>
            <p:cNvPr id="222" name="Google Shape;222;p26"/>
            <p:cNvSpPr txBox="1"/>
            <p:nvPr/>
          </p:nvSpPr>
          <p:spPr>
            <a:xfrm>
              <a:off x="1073789" y="4577821"/>
              <a:ext cx="3586294" cy="307777"/>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it-IT" sz="1400">
                  <a:solidFill>
                    <a:schemeClr val="dk1"/>
                  </a:solidFill>
                  <a:latin typeface="Quattrocento Sans"/>
                  <a:ea typeface="Quattrocento Sans"/>
                  <a:cs typeface="Quattrocento Sans"/>
                  <a:sym typeface="Quattrocento Sans"/>
                </a:rPr>
                <a:t>Quindi il modulo vale:</a:t>
              </a:r>
              <a:endParaRPr/>
            </a:p>
          </p:txBody>
        </p:sp>
        <p:sp>
          <p:nvSpPr>
            <p:cNvPr id="223" name="Google Shape;223;p26"/>
            <p:cNvSpPr txBox="1"/>
            <p:nvPr/>
          </p:nvSpPr>
          <p:spPr>
            <a:xfrm>
              <a:off x="1073789" y="5091801"/>
              <a:ext cx="3586295" cy="569002"/>
            </a:xfrm>
            <a:prstGeom prst="rect">
              <a:avLst/>
            </a:prstGeom>
            <a:blipFill rotWithShape="1">
              <a:blip r:embed="rId6">
                <a:alphaModFix/>
              </a:blip>
              <a:stretch>
                <a:fillRect b="0" l="0" r="0" t="0"/>
              </a:stretch>
            </a:blip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it-IT" sz="1800">
                  <a:latin typeface="Garamond"/>
                  <a:ea typeface="Garamond"/>
                  <a:cs typeface="Garamond"/>
                  <a:sym typeface="Garamond"/>
                </a:rPr>
                <a:t> </a:t>
              </a:r>
              <a:endParaRPr/>
            </a:p>
          </p:txBody>
        </p:sp>
      </p:grpSp>
      <p:sp>
        <p:nvSpPr>
          <p:cNvPr id="224" name="Google Shape;224;p26"/>
          <p:cNvSpPr txBox="1"/>
          <p:nvPr/>
        </p:nvSpPr>
        <p:spPr>
          <a:xfrm>
            <a:off x="6550340" y="4241460"/>
            <a:ext cx="4355369" cy="1384995"/>
          </a:xfrm>
          <a:prstGeom prst="rect">
            <a:avLst/>
          </a:prstGeom>
          <a:noFill/>
          <a:ln>
            <a:noFill/>
          </a:ln>
        </p:spPr>
        <p:txBody>
          <a:bodyPr anchorCtr="0" anchor="t" bIns="45700" lIns="91425" spcFirstLastPara="1" rIns="91425" wrap="square" tIns="45700">
            <a:spAutoFit/>
          </a:bodyPr>
          <a:lstStyle/>
          <a:p>
            <a:pPr indent="-285750" lvl="0" marL="285750" marR="0" rtl="0" algn="l">
              <a:spcBef>
                <a:spcPts val="0"/>
              </a:spcBef>
              <a:spcAft>
                <a:spcPts val="0"/>
              </a:spcAft>
              <a:buClr>
                <a:schemeClr val="dk1"/>
              </a:buClr>
              <a:buSzPts val="1400"/>
              <a:buFont typeface="Arial"/>
              <a:buChar char="•"/>
            </a:pPr>
            <a:r>
              <a:rPr lang="it-IT" sz="1400">
                <a:solidFill>
                  <a:schemeClr val="dk1"/>
                </a:solidFill>
                <a:latin typeface="Quattrocento Sans"/>
                <a:ea typeface="Quattrocento Sans"/>
                <a:cs typeface="Quattrocento Sans"/>
                <a:sym typeface="Quattrocento Sans"/>
              </a:rPr>
              <a:t>A frequenza o capacità alte il condensatore tende al cortocircuito.</a:t>
            </a:r>
            <a:endParaRPr/>
          </a:p>
          <a:p>
            <a:pPr indent="-196850" lvl="0" marL="285750" marR="0" rtl="0" algn="l">
              <a:spcBef>
                <a:spcPts val="0"/>
              </a:spcBef>
              <a:spcAft>
                <a:spcPts val="0"/>
              </a:spcAft>
              <a:buClr>
                <a:schemeClr val="dk1"/>
              </a:buClr>
              <a:buSzPts val="1400"/>
              <a:buFont typeface="Arial"/>
              <a:buNone/>
            </a:pPr>
            <a:r>
              <a:t/>
            </a:r>
            <a:endParaRPr sz="1400">
              <a:solidFill>
                <a:schemeClr val="dk1"/>
              </a:solidFill>
              <a:latin typeface="Quattrocento Sans"/>
              <a:ea typeface="Quattrocento Sans"/>
              <a:cs typeface="Quattrocento Sans"/>
              <a:sym typeface="Quattrocento Sans"/>
            </a:endParaRPr>
          </a:p>
          <a:p>
            <a:pPr indent="-285750" lvl="0" marL="285750" marR="0" rtl="0" algn="l">
              <a:spcBef>
                <a:spcPts val="0"/>
              </a:spcBef>
              <a:spcAft>
                <a:spcPts val="0"/>
              </a:spcAft>
              <a:buClr>
                <a:schemeClr val="dk1"/>
              </a:buClr>
              <a:buSzPts val="1400"/>
              <a:buFont typeface="Arial"/>
              <a:buChar char="•"/>
            </a:pPr>
            <a:r>
              <a:rPr lang="it-IT" sz="1400">
                <a:solidFill>
                  <a:schemeClr val="dk1"/>
                </a:solidFill>
                <a:latin typeface="Quattrocento Sans"/>
                <a:ea typeface="Quattrocento Sans"/>
                <a:cs typeface="Quattrocento Sans"/>
                <a:sym typeface="Quattrocento Sans"/>
              </a:rPr>
              <a:t>A frequenza o capacità basse, invece, l’impedenza cresce e il condensatore si comporta come circuito aperto.</a:t>
            </a:r>
            <a:endParaRPr/>
          </a:p>
        </p:txBody>
      </p:sp>
      <p:sp>
        <p:nvSpPr>
          <p:cNvPr id="225" name="Google Shape;225;p26"/>
          <p:cNvSpPr txBox="1"/>
          <p:nvPr/>
        </p:nvSpPr>
        <p:spPr>
          <a:xfrm>
            <a:off x="6550340" y="1372383"/>
            <a:ext cx="4317079" cy="369332"/>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it-IT" sz="1800">
                <a:solidFill>
                  <a:schemeClr val="dk1"/>
                </a:solidFill>
                <a:latin typeface="Quattrocento Sans"/>
                <a:ea typeface="Quattrocento Sans"/>
                <a:cs typeface="Quattrocento Sans"/>
                <a:sym typeface="Quattrocento Sans"/>
              </a:rPr>
              <a:t>Una tabella che mostra le tendenze </a:t>
            </a:r>
            <a:endParaRPr sz="1800">
              <a:solidFill>
                <a:schemeClr val="dk1"/>
              </a:solidFill>
              <a:latin typeface="Garamond"/>
              <a:ea typeface="Garamond"/>
              <a:cs typeface="Garamond"/>
              <a:sym typeface="Garamond"/>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9" name="Shape 229"/>
        <p:cNvGrpSpPr/>
        <p:nvPr/>
      </p:nvGrpSpPr>
      <p:grpSpPr>
        <a:xfrm>
          <a:off x="0" y="0"/>
          <a:ext cx="0" cy="0"/>
          <a:chOff x="0" y="0"/>
          <a:chExt cx="0" cy="0"/>
        </a:xfrm>
      </p:grpSpPr>
      <p:pic>
        <p:nvPicPr>
          <p:cNvPr id="230" name="Google Shape;230;p27"/>
          <p:cNvPicPr preferRelativeResize="0"/>
          <p:nvPr/>
        </p:nvPicPr>
        <p:blipFill rotWithShape="1">
          <a:blip r:embed="rId3">
            <a:alphaModFix/>
          </a:blip>
          <a:srcRect b="10542" l="6059" r="7551" t="3694"/>
          <a:stretch/>
        </p:blipFill>
        <p:spPr>
          <a:xfrm>
            <a:off x="1195264" y="1838548"/>
            <a:ext cx="3246706" cy="1952564"/>
          </a:xfrm>
          <a:prstGeom prst="rect">
            <a:avLst/>
          </a:prstGeom>
          <a:noFill/>
          <a:ln cap="flat" cmpd="sng" w="38100">
            <a:solidFill>
              <a:srgbClr val="FFC000"/>
            </a:solidFill>
            <a:prstDash val="solid"/>
            <a:round/>
            <a:headEnd len="sm" w="sm" type="none"/>
            <a:tailEnd len="sm" w="sm" type="none"/>
          </a:ln>
        </p:spPr>
      </p:pic>
      <p:sp>
        <p:nvSpPr>
          <p:cNvPr id="231" name="Google Shape;231;p27"/>
          <p:cNvSpPr txBox="1"/>
          <p:nvPr/>
        </p:nvSpPr>
        <p:spPr>
          <a:xfrm>
            <a:off x="1099799" y="983501"/>
            <a:ext cx="6115574" cy="369332"/>
          </a:xfrm>
          <a:prstGeom prst="rect">
            <a:avLst/>
          </a:prstGeom>
          <a:noFill/>
          <a:ln>
            <a:noFill/>
          </a:ln>
        </p:spPr>
        <p:txBody>
          <a:bodyPr anchorCtr="0" anchor="t" bIns="91425" lIns="91425" spcFirstLastPara="1" rIns="91425" wrap="square" tIns="91425">
            <a:spAutoFit/>
          </a:bodyPr>
          <a:lstStyle/>
          <a:p>
            <a:pPr indent="0" lvl="0" marL="0" marR="0" rtl="0" algn="l">
              <a:spcBef>
                <a:spcPts val="0"/>
              </a:spcBef>
              <a:spcAft>
                <a:spcPts val="0"/>
              </a:spcAft>
              <a:buClr>
                <a:srgbClr val="073763"/>
              </a:buClr>
              <a:buSzPts val="2500"/>
              <a:buFont typeface="Quattrocento Sans"/>
              <a:buNone/>
            </a:pPr>
            <a:r>
              <a:rPr lang="it-IT" sz="2500">
                <a:solidFill>
                  <a:srgbClr val="073763"/>
                </a:solidFill>
                <a:latin typeface="Quattrocento Sans"/>
                <a:ea typeface="Quattrocento Sans"/>
                <a:cs typeface="Quattrocento Sans"/>
                <a:sym typeface="Quattrocento Sans"/>
              </a:rPr>
              <a:t>HP come partitore di tensione</a:t>
            </a:r>
            <a:endParaRPr/>
          </a:p>
        </p:txBody>
      </p:sp>
      <p:sp>
        <p:nvSpPr>
          <p:cNvPr id="232" name="Google Shape;232;p27"/>
          <p:cNvSpPr txBox="1"/>
          <p:nvPr/>
        </p:nvSpPr>
        <p:spPr>
          <a:xfrm>
            <a:off x="5306037" y="1929943"/>
            <a:ext cx="6115574" cy="646331"/>
          </a:xfrm>
          <a:prstGeom prst="rect">
            <a:avLst/>
          </a:prstGeom>
          <a:noFill/>
          <a:ln>
            <a:noFill/>
          </a:ln>
        </p:spPr>
        <p:txBody>
          <a:bodyPr anchorCtr="0" anchor="t" bIns="91425" lIns="91425" spcFirstLastPara="1" rIns="91425" wrap="square" tIns="91425">
            <a:spAutoFit/>
          </a:bodyPr>
          <a:lstStyle/>
          <a:p>
            <a:pPr indent="0" lvl="0" marL="0" marR="0" rtl="0" algn="l">
              <a:spcBef>
                <a:spcPts val="0"/>
              </a:spcBef>
              <a:spcAft>
                <a:spcPts val="0"/>
              </a:spcAft>
              <a:buClr>
                <a:schemeClr val="dk1"/>
              </a:buClr>
              <a:buSzPts val="1200"/>
              <a:buFont typeface="Libre Franklin"/>
              <a:buNone/>
            </a:pPr>
            <a:r>
              <a:rPr lang="it-IT" sz="1200">
                <a:solidFill>
                  <a:schemeClr val="dk1"/>
                </a:solidFill>
                <a:latin typeface="Libre Franklin"/>
                <a:ea typeface="Libre Franklin"/>
                <a:cs typeface="Libre Franklin"/>
                <a:sym typeface="Libre Franklin"/>
              </a:rPr>
              <a:t>Il filtro passa-alto RC può essere visto come un </a:t>
            </a:r>
            <a:r>
              <a:rPr b="1" lang="it-IT" sz="1200">
                <a:solidFill>
                  <a:schemeClr val="dk1"/>
                </a:solidFill>
                <a:latin typeface="Libre Franklin"/>
                <a:ea typeface="Libre Franklin"/>
                <a:cs typeface="Libre Franklin"/>
                <a:sym typeface="Libre Franklin"/>
              </a:rPr>
              <a:t>partitore di tensione </a:t>
            </a:r>
            <a:r>
              <a:rPr lang="it-IT" sz="1200">
                <a:solidFill>
                  <a:schemeClr val="dk1"/>
                </a:solidFill>
                <a:latin typeface="Libre Franklin"/>
                <a:ea typeface="Libre Franklin"/>
                <a:cs typeface="Libre Franklin"/>
                <a:sym typeface="Libre Franklin"/>
              </a:rPr>
              <a:t>formato da:</a:t>
            </a:r>
            <a:endParaRPr/>
          </a:p>
        </p:txBody>
      </p:sp>
      <p:sp>
        <p:nvSpPr>
          <p:cNvPr id="233" name="Google Shape;233;p27"/>
          <p:cNvSpPr txBox="1"/>
          <p:nvPr/>
        </p:nvSpPr>
        <p:spPr>
          <a:xfrm>
            <a:off x="5306037" y="2358362"/>
            <a:ext cx="1723916" cy="560436"/>
          </a:xfrm>
          <a:prstGeom prst="rect">
            <a:avLst/>
          </a:prstGeom>
          <a:blipFill rotWithShape="1">
            <a:blip r:embed="rId4">
              <a:alphaModFix/>
            </a:blip>
            <a:stretch>
              <a:fillRect b="0" l="0" r="0" t="0"/>
            </a:stretch>
          </a:blip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it-IT" sz="1800">
                <a:latin typeface="Garamond"/>
                <a:ea typeface="Garamond"/>
                <a:cs typeface="Garamond"/>
                <a:sym typeface="Garamond"/>
              </a:rPr>
              <a:t> </a:t>
            </a:r>
            <a:endParaRPr/>
          </a:p>
        </p:txBody>
      </p:sp>
      <p:sp>
        <p:nvSpPr>
          <p:cNvPr id="234" name="Google Shape;234;p27"/>
          <p:cNvSpPr txBox="1"/>
          <p:nvPr/>
        </p:nvSpPr>
        <p:spPr>
          <a:xfrm>
            <a:off x="8061820" y="2491680"/>
            <a:ext cx="302004" cy="369302"/>
          </a:xfrm>
          <a:prstGeom prst="rect">
            <a:avLst/>
          </a:prstGeom>
          <a:noFill/>
          <a:ln>
            <a:noFill/>
          </a:ln>
        </p:spPr>
        <p:txBody>
          <a:bodyPr anchorCtr="0" anchor="t" bIns="91425" lIns="91425" spcFirstLastPara="1" rIns="91425" wrap="square" tIns="91425">
            <a:spAutoFit/>
          </a:bodyPr>
          <a:lstStyle/>
          <a:p>
            <a:pPr indent="0" lvl="0" marL="0" marR="0" rtl="0" algn="l">
              <a:spcBef>
                <a:spcPts val="0"/>
              </a:spcBef>
              <a:spcAft>
                <a:spcPts val="0"/>
              </a:spcAft>
              <a:buClr>
                <a:schemeClr val="dk1"/>
              </a:buClr>
              <a:buSzPts val="1200"/>
              <a:buFont typeface="Libre Franklin"/>
              <a:buNone/>
            </a:pPr>
            <a:r>
              <a:rPr lang="it-IT" sz="1200">
                <a:solidFill>
                  <a:schemeClr val="dk1"/>
                </a:solidFill>
                <a:latin typeface="Libre Franklin"/>
                <a:ea typeface="Libre Franklin"/>
                <a:cs typeface="Libre Franklin"/>
                <a:sym typeface="Libre Franklin"/>
              </a:rPr>
              <a:t>&amp;</a:t>
            </a:r>
            <a:endParaRPr/>
          </a:p>
        </p:txBody>
      </p:sp>
      <p:sp>
        <p:nvSpPr>
          <p:cNvPr id="235" name="Google Shape;235;p27"/>
          <p:cNvSpPr txBox="1"/>
          <p:nvPr/>
        </p:nvSpPr>
        <p:spPr>
          <a:xfrm>
            <a:off x="8900719" y="2537831"/>
            <a:ext cx="1723916" cy="276999"/>
          </a:xfrm>
          <a:prstGeom prst="rect">
            <a:avLst/>
          </a:prstGeom>
          <a:blipFill rotWithShape="1">
            <a:blip r:embed="rId5">
              <a:alphaModFix/>
            </a:blip>
            <a:stretch>
              <a:fillRect b="-6522" l="0" r="0" t="0"/>
            </a:stretch>
          </a:blip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it-IT" sz="1800">
                <a:latin typeface="Garamond"/>
                <a:ea typeface="Garamond"/>
                <a:cs typeface="Garamond"/>
                <a:sym typeface="Garamond"/>
              </a:rPr>
              <a:t> </a:t>
            </a:r>
            <a:endParaRPr/>
          </a:p>
        </p:txBody>
      </p:sp>
      <p:sp>
        <p:nvSpPr>
          <p:cNvPr id="236" name="Google Shape;236;p27"/>
          <p:cNvSpPr txBox="1"/>
          <p:nvPr/>
        </p:nvSpPr>
        <p:spPr>
          <a:xfrm>
            <a:off x="5306037" y="3157384"/>
            <a:ext cx="6115574" cy="430857"/>
          </a:xfrm>
          <a:prstGeom prst="rect">
            <a:avLst/>
          </a:prstGeom>
          <a:noFill/>
          <a:ln>
            <a:noFill/>
          </a:ln>
        </p:spPr>
        <p:txBody>
          <a:bodyPr anchorCtr="0" anchor="t" bIns="91425" lIns="91425" spcFirstLastPara="1" rIns="91425" wrap="square" tIns="91425">
            <a:spAutoFit/>
          </a:bodyPr>
          <a:lstStyle/>
          <a:p>
            <a:pPr indent="0" lvl="0" marL="0" marR="0" rtl="0" algn="l">
              <a:spcBef>
                <a:spcPts val="0"/>
              </a:spcBef>
              <a:spcAft>
                <a:spcPts val="0"/>
              </a:spcAft>
              <a:buClr>
                <a:schemeClr val="dk1"/>
              </a:buClr>
              <a:buSzPts val="1600"/>
              <a:buFont typeface="Libre Franklin"/>
              <a:buNone/>
            </a:pPr>
            <a:r>
              <a:rPr b="1" lang="it-IT" sz="1600">
                <a:solidFill>
                  <a:schemeClr val="dk1"/>
                </a:solidFill>
                <a:latin typeface="Libre Franklin"/>
                <a:ea typeface="Libre Franklin"/>
                <a:cs typeface="Libre Franklin"/>
                <a:sym typeface="Libre Franklin"/>
              </a:rPr>
              <a:t>Formula del partitore</a:t>
            </a:r>
            <a:endParaRPr/>
          </a:p>
        </p:txBody>
      </p:sp>
      <p:sp>
        <p:nvSpPr>
          <p:cNvPr id="237" name="Google Shape;237;p27"/>
          <p:cNvSpPr txBox="1"/>
          <p:nvPr/>
        </p:nvSpPr>
        <p:spPr>
          <a:xfrm>
            <a:off x="733012" y="3953687"/>
            <a:ext cx="363818" cy="439672"/>
          </a:xfrm>
          <a:prstGeom prst="rect">
            <a:avLst/>
          </a:prstGeom>
          <a:blipFill rotWithShape="1">
            <a:blip r:embed="rId6">
              <a:alphaModFix/>
            </a:blip>
            <a:stretch>
              <a:fillRect b="-8333" l="-10000" r="0" t="-1389"/>
            </a:stretch>
          </a:blip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it-IT" sz="1800">
                <a:latin typeface="Garamond"/>
                <a:ea typeface="Garamond"/>
                <a:cs typeface="Garamond"/>
                <a:sym typeface="Garamond"/>
              </a:rPr>
              <a:t> </a:t>
            </a:r>
            <a:endParaRPr/>
          </a:p>
        </p:txBody>
      </p:sp>
      <p:cxnSp>
        <p:nvCxnSpPr>
          <p:cNvPr id="238" name="Google Shape;238;p27"/>
          <p:cNvCxnSpPr/>
          <p:nvPr/>
        </p:nvCxnSpPr>
        <p:spPr>
          <a:xfrm>
            <a:off x="7621398" y="4131950"/>
            <a:ext cx="1182848" cy="0"/>
          </a:xfrm>
          <a:prstGeom prst="straightConnector1">
            <a:avLst/>
          </a:prstGeom>
          <a:noFill/>
          <a:ln cap="flat" cmpd="sng" w="9525">
            <a:solidFill>
              <a:schemeClr val="dk1"/>
            </a:solidFill>
            <a:prstDash val="solid"/>
            <a:round/>
            <a:headEnd len="sm" w="sm" type="none"/>
            <a:tailEnd len="med" w="med" type="triangle"/>
          </a:ln>
        </p:spPr>
      </p:cxnSp>
      <p:sp>
        <p:nvSpPr>
          <p:cNvPr id="239" name="Google Shape;239;p27"/>
          <p:cNvSpPr txBox="1"/>
          <p:nvPr/>
        </p:nvSpPr>
        <p:spPr>
          <a:xfrm>
            <a:off x="9040998" y="3847481"/>
            <a:ext cx="2051203" cy="568938"/>
          </a:xfrm>
          <a:prstGeom prst="rect">
            <a:avLst/>
          </a:prstGeom>
          <a:blipFill rotWithShape="1">
            <a:blip r:embed="rId7">
              <a:alphaModFix/>
            </a:blip>
            <a:stretch>
              <a:fillRect b="0" l="0" r="0" t="0"/>
            </a:stretch>
          </a:blip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it-IT" sz="1800">
                <a:latin typeface="Garamond"/>
                <a:ea typeface="Garamond"/>
                <a:cs typeface="Garamond"/>
                <a:sym typeface="Garamond"/>
              </a:rPr>
              <a:t> </a:t>
            </a:r>
            <a:endParaRPr/>
          </a:p>
        </p:txBody>
      </p:sp>
      <p:pic>
        <p:nvPicPr>
          <p:cNvPr id="240" name="Google Shape;240;p27"/>
          <p:cNvPicPr preferRelativeResize="0"/>
          <p:nvPr/>
        </p:nvPicPr>
        <p:blipFill rotWithShape="1">
          <a:blip r:embed="rId8">
            <a:alphaModFix/>
          </a:blip>
          <a:srcRect b="0" l="0" r="0" t="0"/>
          <a:stretch/>
        </p:blipFill>
        <p:spPr>
          <a:xfrm>
            <a:off x="5487745" y="4833268"/>
            <a:ext cx="5752158" cy="995099"/>
          </a:xfrm>
          <a:prstGeom prst="rect">
            <a:avLst/>
          </a:prstGeom>
          <a:noFill/>
          <a:ln cap="flat" cmpd="sng" w="19050">
            <a:solidFill>
              <a:srgbClr val="7F7F7F"/>
            </a:solidFill>
            <a:prstDash val="solid"/>
            <a:round/>
            <a:headEnd len="sm" w="sm" type="none"/>
            <a:tailEnd len="sm" w="sm" type="none"/>
          </a:ln>
        </p:spPr>
      </p:pic>
      <p:pic>
        <p:nvPicPr>
          <p:cNvPr id="241" name="Google Shape;241;p27"/>
          <p:cNvPicPr preferRelativeResize="0"/>
          <p:nvPr/>
        </p:nvPicPr>
        <p:blipFill rotWithShape="1">
          <a:blip r:embed="rId9">
            <a:alphaModFix/>
          </a:blip>
          <a:srcRect b="0" l="0" r="25487" t="1213"/>
          <a:stretch/>
        </p:blipFill>
        <p:spPr>
          <a:xfrm>
            <a:off x="1195264" y="3990728"/>
            <a:ext cx="3260033" cy="2118220"/>
          </a:xfrm>
          <a:prstGeom prst="rect">
            <a:avLst/>
          </a:prstGeom>
          <a:noFill/>
          <a:ln cap="flat" cmpd="sng" w="9525">
            <a:solidFill>
              <a:schemeClr val="dk1"/>
            </a:solidFill>
            <a:prstDash val="solid"/>
            <a:round/>
            <a:headEnd len="sm" w="sm" type="none"/>
            <a:tailEnd len="sm" w="sm" type="none"/>
          </a:ln>
        </p:spPr>
      </p:pic>
      <p:sp>
        <p:nvSpPr>
          <p:cNvPr id="242" name="Google Shape;242;p27"/>
          <p:cNvSpPr/>
          <p:nvPr/>
        </p:nvSpPr>
        <p:spPr>
          <a:xfrm>
            <a:off x="1099799" y="2076275"/>
            <a:ext cx="467566" cy="461556"/>
          </a:xfrm>
          <a:prstGeom prst="ellipse">
            <a:avLst/>
          </a:prstGeom>
          <a:noFill/>
          <a:ln cap="flat" cmpd="sng" w="15875">
            <a:solidFill>
              <a:srgbClr val="3134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Garamond"/>
              <a:ea typeface="Garamond"/>
              <a:cs typeface="Garamond"/>
              <a:sym typeface="Garamond"/>
            </a:endParaRPr>
          </a:p>
        </p:txBody>
      </p:sp>
      <p:cxnSp>
        <p:nvCxnSpPr>
          <p:cNvPr id="243" name="Google Shape;243;p27"/>
          <p:cNvCxnSpPr>
            <a:stCxn id="242" idx="4"/>
          </p:cNvCxnSpPr>
          <p:nvPr/>
        </p:nvCxnSpPr>
        <p:spPr>
          <a:xfrm>
            <a:off x="1333582" y="2537831"/>
            <a:ext cx="524700" cy="1635600"/>
          </a:xfrm>
          <a:prstGeom prst="straightConnector1">
            <a:avLst/>
          </a:prstGeom>
          <a:noFill/>
          <a:ln cap="flat" cmpd="sng" w="9525">
            <a:solidFill>
              <a:srgbClr val="3134FF"/>
            </a:solidFill>
            <a:prstDash val="solid"/>
            <a:round/>
            <a:headEnd len="sm" w="sm" type="none"/>
            <a:tailEnd len="med" w="med" type="triangle"/>
          </a:ln>
        </p:spPr>
      </p:cxnSp>
      <p:sp>
        <p:nvSpPr>
          <p:cNvPr id="244" name="Google Shape;244;p27"/>
          <p:cNvSpPr/>
          <p:nvPr/>
        </p:nvSpPr>
        <p:spPr>
          <a:xfrm>
            <a:off x="3974404" y="2076275"/>
            <a:ext cx="467566" cy="461556"/>
          </a:xfrm>
          <a:prstGeom prst="ellipse">
            <a:avLst/>
          </a:prstGeom>
          <a:noFill/>
          <a:ln cap="flat" cmpd="sng" w="15875">
            <a:solidFill>
              <a:srgbClr val="37FF3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Garamond"/>
              <a:ea typeface="Garamond"/>
              <a:cs typeface="Garamond"/>
              <a:sym typeface="Garamond"/>
            </a:endParaRPr>
          </a:p>
        </p:txBody>
      </p:sp>
      <p:cxnSp>
        <p:nvCxnSpPr>
          <p:cNvPr id="245" name="Google Shape;245;p27"/>
          <p:cNvCxnSpPr>
            <a:stCxn id="244" idx="4"/>
          </p:cNvCxnSpPr>
          <p:nvPr/>
        </p:nvCxnSpPr>
        <p:spPr>
          <a:xfrm flipH="1">
            <a:off x="2604687" y="2537831"/>
            <a:ext cx="1603500" cy="2046900"/>
          </a:xfrm>
          <a:prstGeom prst="straightConnector1">
            <a:avLst/>
          </a:prstGeom>
          <a:noFill/>
          <a:ln cap="flat" cmpd="sng" w="9525">
            <a:solidFill>
              <a:srgbClr val="37FF3A"/>
            </a:solidFill>
            <a:prstDash val="solid"/>
            <a:round/>
            <a:headEnd len="sm" w="sm" type="none"/>
            <a:tailEnd len="med" w="med" type="triangle"/>
          </a:ln>
        </p:spPr>
      </p:cxnSp>
      <p:sp>
        <p:nvSpPr>
          <p:cNvPr id="246" name="Google Shape;246;p27"/>
          <p:cNvSpPr txBox="1"/>
          <p:nvPr/>
        </p:nvSpPr>
        <p:spPr>
          <a:xfrm>
            <a:off x="3763829" y="5893504"/>
            <a:ext cx="1723916" cy="215444"/>
          </a:xfrm>
          <a:prstGeom prst="rect">
            <a:avLst/>
          </a:prstGeom>
          <a:blipFill rotWithShape="1">
            <a:blip r:embed="rId10">
              <a:alphaModFix/>
            </a:blip>
            <a:stretch>
              <a:fillRect b="-31428" l="0" r="0" t="0"/>
            </a:stretch>
          </a:blip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it-IT" sz="1800">
                <a:latin typeface="Garamond"/>
                <a:ea typeface="Garamond"/>
                <a:cs typeface="Garamond"/>
                <a:sym typeface="Garamond"/>
              </a:rPr>
              <a:t> </a:t>
            </a:r>
            <a:endParaRPr/>
          </a:p>
        </p:txBody>
      </p:sp>
      <p:sp>
        <p:nvSpPr>
          <p:cNvPr id="247" name="Google Shape;247;p27"/>
          <p:cNvSpPr txBox="1"/>
          <p:nvPr/>
        </p:nvSpPr>
        <p:spPr>
          <a:xfrm>
            <a:off x="5418260" y="3847481"/>
            <a:ext cx="1760995" cy="565348"/>
          </a:xfrm>
          <a:prstGeom prst="rect">
            <a:avLst/>
          </a:prstGeom>
          <a:blipFill rotWithShape="1">
            <a:blip r:embed="rId11">
              <a:alphaModFix/>
            </a:blip>
            <a:stretch>
              <a:fillRect b="0" l="0" r="0" t="0"/>
            </a:stretch>
          </a:blip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it-IT" sz="1800">
                <a:latin typeface="Garamond"/>
                <a:ea typeface="Garamond"/>
                <a:cs typeface="Garamond"/>
                <a:sym typeface="Garamond"/>
              </a:rPr>
              <a:t> </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1" name="Shape 251"/>
        <p:cNvGrpSpPr/>
        <p:nvPr/>
      </p:nvGrpSpPr>
      <p:grpSpPr>
        <a:xfrm>
          <a:off x="0" y="0"/>
          <a:ext cx="0" cy="0"/>
          <a:chOff x="0" y="0"/>
          <a:chExt cx="0" cy="0"/>
        </a:xfrm>
      </p:grpSpPr>
      <p:pic>
        <p:nvPicPr>
          <p:cNvPr id="252" name="Google Shape;252;p28"/>
          <p:cNvPicPr preferRelativeResize="0"/>
          <p:nvPr/>
        </p:nvPicPr>
        <p:blipFill rotWithShape="1">
          <a:blip r:embed="rId3">
            <a:alphaModFix/>
          </a:blip>
          <a:srcRect b="0" l="0" r="53693" t="0"/>
          <a:stretch/>
        </p:blipFill>
        <p:spPr>
          <a:xfrm>
            <a:off x="6939093" y="2220025"/>
            <a:ext cx="3639425" cy="3851796"/>
          </a:xfrm>
          <a:prstGeom prst="rect">
            <a:avLst/>
          </a:prstGeom>
          <a:noFill/>
          <a:ln cap="flat" cmpd="sng" w="9525">
            <a:solidFill>
              <a:schemeClr val="dk1"/>
            </a:solidFill>
            <a:prstDash val="solid"/>
            <a:round/>
            <a:headEnd len="sm" w="sm" type="none"/>
            <a:tailEnd len="sm" w="sm" type="none"/>
          </a:ln>
        </p:spPr>
      </p:pic>
      <p:sp>
        <p:nvSpPr>
          <p:cNvPr id="253" name="Google Shape;253;p28"/>
          <p:cNvSpPr txBox="1"/>
          <p:nvPr/>
        </p:nvSpPr>
        <p:spPr>
          <a:xfrm>
            <a:off x="1067577" y="1459750"/>
            <a:ext cx="5028423" cy="553968"/>
          </a:xfrm>
          <a:prstGeom prst="rect">
            <a:avLst/>
          </a:prstGeom>
          <a:noFill/>
          <a:ln>
            <a:noFill/>
          </a:ln>
        </p:spPr>
        <p:txBody>
          <a:bodyPr anchorCtr="0" anchor="t" bIns="91425" lIns="91425" spcFirstLastPara="1" rIns="91425" wrap="square" tIns="91425">
            <a:spAutoFit/>
          </a:bodyPr>
          <a:lstStyle/>
          <a:p>
            <a:pPr indent="0" lvl="0" marL="0" marR="0" rtl="0" algn="l">
              <a:spcBef>
                <a:spcPts val="0"/>
              </a:spcBef>
              <a:spcAft>
                <a:spcPts val="0"/>
              </a:spcAft>
              <a:buClr>
                <a:schemeClr val="dk1"/>
              </a:buClr>
              <a:buSzPts val="1200"/>
              <a:buFont typeface="Libre Franklin"/>
              <a:buNone/>
            </a:pPr>
            <a:r>
              <a:rPr lang="it-IT" sz="1200">
                <a:solidFill>
                  <a:schemeClr val="dk1"/>
                </a:solidFill>
                <a:latin typeface="Libre Franklin"/>
                <a:ea typeface="Libre Franklin"/>
                <a:cs typeface="Libre Franklin"/>
                <a:sym typeface="Libre Franklin"/>
              </a:rPr>
              <a:t>Quando nel circuito è presente un condensatore, bisogna considerare che </a:t>
            </a:r>
            <a:r>
              <a:rPr lang="it-IT" sz="1200" u="sng">
                <a:solidFill>
                  <a:schemeClr val="dk1"/>
                </a:solidFill>
                <a:latin typeface="Libre Franklin"/>
                <a:ea typeface="Libre Franklin"/>
                <a:cs typeface="Libre Franklin"/>
                <a:sym typeface="Libre Franklin"/>
              </a:rPr>
              <a:t>la sua tensione non cambia istantaneamente</a:t>
            </a:r>
            <a:r>
              <a:rPr lang="it-IT" sz="1200">
                <a:solidFill>
                  <a:schemeClr val="dk1"/>
                </a:solidFill>
                <a:latin typeface="Libre Franklin"/>
                <a:ea typeface="Libre Franklin"/>
                <a:cs typeface="Libre Franklin"/>
                <a:sym typeface="Libre Franklin"/>
              </a:rPr>
              <a:t>:</a:t>
            </a:r>
            <a:endParaRPr/>
          </a:p>
        </p:txBody>
      </p:sp>
      <p:sp>
        <p:nvSpPr>
          <p:cNvPr id="254" name="Google Shape;254;p28"/>
          <p:cNvSpPr txBox="1"/>
          <p:nvPr/>
        </p:nvSpPr>
        <p:spPr>
          <a:xfrm>
            <a:off x="1067577" y="786179"/>
            <a:ext cx="6115574" cy="569356"/>
          </a:xfrm>
          <a:prstGeom prst="rect">
            <a:avLst/>
          </a:prstGeom>
          <a:noFill/>
          <a:ln>
            <a:noFill/>
          </a:ln>
        </p:spPr>
        <p:txBody>
          <a:bodyPr anchorCtr="0" anchor="t" bIns="91425" lIns="91425" spcFirstLastPara="1" rIns="91425" wrap="square" tIns="91425">
            <a:spAutoFit/>
          </a:bodyPr>
          <a:lstStyle/>
          <a:p>
            <a:pPr indent="0" lvl="0" marL="0" marR="0" rtl="0" algn="l">
              <a:spcBef>
                <a:spcPts val="0"/>
              </a:spcBef>
              <a:spcAft>
                <a:spcPts val="0"/>
              </a:spcAft>
              <a:buClr>
                <a:srgbClr val="073763"/>
              </a:buClr>
              <a:buSzPts val="2500"/>
              <a:buFont typeface="Quattrocento Sans"/>
              <a:buNone/>
            </a:pPr>
            <a:r>
              <a:rPr lang="it-IT" sz="2500">
                <a:solidFill>
                  <a:srgbClr val="073763"/>
                </a:solidFill>
                <a:latin typeface="Quattrocento Sans"/>
                <a:ea typeface="Quattrocento Sans"/>
                <a:cs typeface="Quattrocento Sans"/>
                <a:sym typeface="Quattrocento Sans"/>
              </a:rPr>
              <a:t>Condensatore nel transitorio</a:t>
            </a:r>
            <a:endParaRPr/>
          </a:p>
        </p:txBody>
      </p:sp>
      <p:sp>
        <p:nvSpPr>
          <p:cNvPr id="255" name="Google Shape;255;p28"/>
          <p:cNvSpPr txBox="1"/>
          <p:nvPr/>
        </p:nvSpPr>
        <p:spPr>
          <a:xfrm>
            <a:off x="6096002" y="1353453"/>
            <a:ext cx="5105399" cy="276999"/>
          </a:xfrm>
          <a:prstGeom prst="rect">
            <a:avLst/>
          </a:prstGeom>
          <a:blipFill rotWithShape="1">
            <a:blip r:embed="rId4">
              <a:alphaModFix/>
            </a:blip>
            <a:stretch>
              <a:fillRect b="-11111" l="0" r="0" t="0"/>
            </a:stretch>
          </a:blip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it-IT" sz="1800">
                <a:latin typeface="Garamond"/>
                <a:ea typeface="Garamond"/>
                <a:cs typeface="Garamond"/>
                <a:sym typeface="Garamond"/>
              </a:rPr>
              <a:t> </a:t>
            </a:r>
            <a:endParaRPr/>
          </a:p>
        </p:txBody>
      </p:sp>
      <p:sp>
        <p:nvSpPr>
          <p:cNvPr id="256" name="Google Shape;256;p28"/>
          <p:cNvSpPr txBox="1"/>
          <p:nvPr/>
        </p:nvSpPr>
        <p:spPr>
          <a:xfrm>
            <a:off x="6096001" y="1736734"/>
            <a:ext cx="5105400" cy="369302"/>
          </a:xfrm>
          <a:prstGeom prst="rect">
            <a:avLst/>
          </a:prstGeom>
          <a:noFill/>
          <a:ln>
            <a:noFill/>
          </a:ln>
        </p:spPr>
        <p:txBody>
          <a:bodyPr anchorCtr="0" anchor="t" bIns="91425" lIns="91425" spcFirstLastPara="1" rIns="91425" wrap="square" tIns="91425">
            <a:spAutoFit/>
          </a:bodyPr>
          <a:lstStyle/>
          <a:p>
            <a:pPr indent="0" lvl="0" marL="0" marR="0" rtl="0" algn="ctr">
              <a:spcBef>
                <a:spcPts val="0"/>
              </a:spcBef>
              <a:spcAft>
                <a:spcPts val="0"/>
              </a:spcAft>
              <a:buClr>
                <a:schemeClr val="dk1"/>
              </a:buClr>
              <a:buSzPts val="1200"/>
              <a:buFont typeface="Libre Franklin"/>
              <a:buNone/>
            </a:pPr>
            <a:r>
              <a:rPr lang="it-IT" sz="1200">
                <a:solidFill>
                  <a:schemeClr val="dk1"/>
                </a:solidFill>
                <a:latin typeface="Libre Franklin"/>
                <a:ea typeface="Libre Franklin"/>
                <a:cs typeface="Libre Franklin"/>
                <a:sym typeface="Libre Franklin"/>
              </a:rPr>
              <a:t>cioè </a:t>
            </a:r>
            <a:r>
              <a:rPr b="1" lang="it-IT" sz="1200">
                <a:solidFill>
                  <a:schemeClr val="dk1"/>
                </a:solidFill>
                <a:latin typeface="Libre Franklin"/>
                <a:ea typeface="Libre Franklin"/>
                <a:cs typeface="Libre Franklin"/>
                <a:sym typeface="Libre Franklin"/>
              </a:rPr>
              <a:t>il condensatore “ricorda” l’energia accumulata prima.</a:t>
            </a:r>
            <a:endParaRPr/>
          </a:p>
        </p:txBody>
      </p:sp>
      <p:sp>
        <p:nvSpPr>
          <p:cNvPr id="257" name="Google Shape;257;p28"/>
          <p:cNvSpPr txBox="1"/>
          <p:nvPr/>
        </p:nvSpPr>
        <p:spPr>
          <a:xfrm>
            <a:off x="981243" y="2212318"/>
            <a:ext cx="6115574" cy="369302"/>
          </a:xfrm>
          <a:prstGeom prst="rect">
            <a:avLst/>
          </a:prstGeom>
          <a:noFill/>
          <a:ln>
            <a:noFill/>
          </a:ln>
        </p:spPr>
        <p:txBody>
          <a:bodyPr anchorCtr="0" anchor="t" bIns="91425" lIns="91425" spcFirstLastPara="1" rIns="91425" wrap="square" tIns="91425">
            <a:spAutoFit/>
          </a:bodyPr>
          <a:lstStyle/>
          <a:p>
            <a:pPr indent="0" lvl="0" marL="0" marR="0" rtl="0" algn="l">
              <a:spcBef>
                <a:spcPts val="0"/>
              </a:spcBef>
              <a:spcAft>
                <a:spcPts val="0"/>
              </a:spcAft>
              <a:buClr>
                <a:schemeClr val="dk1"/>
              </a:buClr>
              <a:buSzPts val="1200"/>
              <a:buFont typeface="Libre Franklin"/>
              <a:buNone/>
            </a:pPr>
            <a:r>
              <a:rPr lang="it-IT" sz="1200">
                <a:solidFill>
                  <a:schemeClr val="dk1"/>
                </a:solidFill>
                <a:latin typeface="Libre Franklin"/>
                <a:ea typeface="Libre Franklin"/>
                <a:cs typeface="Libre Franklin"/>
                <a:sym typeface="Libre Franklin"/>
              </a:rPr>
              <a:t>La carica segue una legge esponenziale:</a:t>
            </a:r>
            <a:endParaRPr/>
          </a:p>
        </p:txBody>
      </p:sp>
      <p:sp>
        <p:nvSpPr>
          <p:cNvPr id="258" name="Google Shape;258;p28"/>
          <p:cNvSpPr/>
          <p:nvPr/>
        </p:nvSpPr>
        <p:spPr>
          <a:xfrm>
            <a:off x="6665053" y="3363985"/>
            <a:ext cx="2176943" cy="1921079"/>
          </a:xfrm>
          <a:prstGeom prst="ellipse">
            <a:avLst/>
          </a:prstGeom>
          <a:noFill/>
          <a:ln cap="flat" cmpd="sng" w="15875">
            <a:solidFill>
              <a:srgbClr val="3134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Garamond"/>
              <a:ea typeface="Garamond"/>
              <a:cs typeface="Garamond"/>
              <a:sym typeface="Garamond"/>
            </a:endParaRPr>
          </a:p>
        </p:txBody>
      </p:sp>
      <p:sp>
        <p:nvSpPr>
          <p:cNvPr id="259" name="Google Shape;259;p28"/>
          <p:cNvSpPr txBox="1"/>
          <p:nvPr/>
        </p:nvSpPr>
        <p:spPr>
          <a:xfrm>
            <a:off x="2918210" y="2812264"/>
            <a:ext cx="2241639" cy="414537"/>
          </a:xfrm>
          <a:prstGeom prst="rect">
            <a:avLst/>
          </a:prstGeom>
          <a:blipFill rotWithShape="1">
            <a:blip r:embed="rId5">
              <a:alphaModFix/>
            </a:blip>
            <a:stretch>
              <a:fillRect b="-119116" l="-1090" r="-19074" t="-101468"/>
            </a:stretch>
          </a:blip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it-IT" sz="1800">
                <a:latin typeface="Garamond"/>
                <a:ea typeface="Garamond"/>
                <a:cs typeface="Garamond"/>
                <a:sym typeface="Garamond"/>
              </a:rPr>
              <a:t> </a:t>
            </a:r>
            <a:endParaRPr/>
          </a:p>
        </p:txBody>
      </p:sp>
      <p:sp>
        <p:nvSpPr>
          <p:cNvPr id="260" name="Google Shape;260;p28"/>
          <p:cNvSpPr txBox="1"/>
          <p:nvPr/>
        </p:nvSpPr>
        <p:spPr>
          <a:xfrm>
            <a:off x="1067577" y="3509572"/>
            <a:ext cx="6115574" cy="36933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it-IT" sz="1200">
                <a:solidFill>
                  <a:schemeClr val="dk1"/>
                </a:solidFill>
                <a:latin typeface="Libre Franklin"/>
                <a:ea typeface="Libre Franklin"/>
                <a:cs typeface="Libre Franklin"/>
                <a:sym typeface="Libre Franklin"/>
              </a:rPr>
              <a:t>dove</a:t>
            </a:r>
            <a:r>
              <a:rPr lang="it-IT" sz="1800">
                <a:solidFill>
                  <a:schemeClr val="dk1"/>
                </a:solidFill>
                <a:latin typeface="Garamond"/>
                <a:ea typeface="Garamond"/>
                <a:cs typeface="Garamond"/>
                <a:sym typeface="Garamond"/>
              </a:rPr>
              <a:t>:</a:t>
            </a:r>
            <a:endParaRPr/>
          </a:p>
        </p:txBody>
      </p:sp>
      <p:sp>
        <p:nvSpPr>
          <p:cNvPr id="261" name="Google Shape;261;p28"/>
          <p:cNvSpPr txBox="1"/>
          <p:nvPr/>
        </p:nvSpPr>
        <p:spPr>
          <a:xfrm>
            <a:off x="2918210" y="4153514"/>
            <a:ext cx="968278" cy="298415"/>
          </a:xfrm>
          <a:prstGeom prst="rect">
            <a:avLst/>
          </a:prstGeom>
          <a:blipFill rotWithShape="1">
            <a:blip r:embed="rId6">
              <a:alphaModFix/>
            </a:blip>
            <a:stretch>
              <a:fillRect b="-20408" l="-3144" r="-3774" t="0"/>
            </a:stretch>
          </a:blip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it-IT" sz="1800">
                <a:latin typeface="Garamond"/>
                <a:ea typeface="Garamond"/>
                <a:cs typeface="Garamond"/>
                <a:sym typeface="Garamond"/>
              </a:rPr>
              <a:t> </a:t>
            </a:r>
            <a:endParaRPr/>
          </a:p>
        </p:txBody>
      </p:sp>
      <p:sp>
        <p:nvSpPr>
          <p:cNvPr id="262" name="Google Shape;262;p28"/>
          <p:cNvSpPr txBox="1"/>
          <p:nvPr/>
        </p:nvSpPr>
        <p:spPr>
          <a:xfrm>
            <a:off x="981242" y="4680536"/>
            <a:ext cx="4328989" cy="553968"/>
          </a:xfrm>
          <a:prstGeom prst="rect">
            <a:avLst/>
          </a:prstGeom>
          <a:noFill/>
          <a:ln>
            <a:noFill/>
          </a:ln>
        </p:spPr>
        <p:txBody>
          <a:bodyPr anchorCtr="0" anchor="t" bIns="91425" lIns="91425" spcFirstLastPara="1" rIns="91425" wrap="square" tIns="91425">
            <a:spAutoFit/>
          </a:bodyPr>
          <a:lstStyle/>
          <a:p>
            <a:pPr indent="0" lvl="0" marL="0" marR="0" rtl="0" algn="l">
              <a:spcBef>
                <a:spcPts val="0"/>
              </a:spcBef>
              <a:spcAft>
                <a:spcPts val="0"/>
              </a:spcAft>
              <a:buClr>
                <a:schemeClr val="dk1"/>
              </a:buClr>
              <a:buSzPts val="1200"/>
              <a:buFont typeface="Libre Franklin"/>
              <a:buNone/>
            </a:pPr>
            <a:r>
              <a:rPr lang="it-IT" sz="1200">
                <a:solidFill>
                  <a:schemeClr val="dk1"/>
                </a:solidFill>
                <a:latin typeface="Libre Franklin"/>
                <a:ea typeface="Libre Franklin"/>
                <a:cs typeface="Libre Franklin"/>
                <a:sym typeface="Libre Franklin"/>
              </a:rPr>
              <a:t>Quindi il condensatore non arriva subito al valore finale, ma ci arriva gradualmente.</a:t>
            </a:r>
            <a:endParaRPr/>
          </a:p>
        </p:txBody>
      </p:sp>
      <p:sp>
        <p:nvSpPr>
          <p:cNvPr id="263" name="Google Shape;263;p28"/>
          <p:cNvSpPr txBox="1"/>
          <p:nvPr/>
        </p:nvSpPr>
        <p:spPr>
          <a:xfrm>
            <a:off x="981243" y="5340895"/>
            <a:ext cx="5771895" cy="738633"/>
          </a:xfrm>
          <a:prstGeom prst="rect">
            <a:avLst/>
          </a:prstGeom>
          <a:noFill/>
          <a:ln>
            <a:noFill/>
          </a:ln>
        </p:spPr>
        <p:txBody>
          <a:bodyPr anchorCtr="0" anchor="t" bIns="91425" lIns="91425" spcFirstLastPara="1" rIns="91425" wrap="square" tIns="91425">
            <a:spAutoFit/>
          </a:bodyPr>
          <a:lstStyle/>
          <a:p>
            <a:pPr indent="0" lvl="0" marL="0" marR="0" rtl="0" algn="l">
              <a:spcBef>
                <a:spcPts val="0"/>
              </a:spcBef>
              <a:spcAft>
                <a:spcPts val="0"/>
              </a:spcAft>
              <a:buClr>
                <a:schemeClr val="dk1"/>
              </a:buClr>
              <a:buSzPts val="1200"/>
              <a:buFont typeface="Libre Franklin"/>
              <a:buNone/>
            </a:pPr>
            <a:r>
              <a:rPr lang="it-IT" sz="1200">
                <a:solidFill>
                  <a:schemeClr val="dk1"/>
                </a:solidFill>
                <a:latin typeface="Libre Franklin"/>
                <a:ea typeface="Libre Franklin"/>
                <a:cs typeface="Libre Franklin"/>
                <a:sym typeface="Libre Franklin"/>
              </a:rPr>
              <a:t>Nel grafico questo si vede nel segnale blu: </a:t>
            </a:r>
            <a:r>
              <a:rPr b="1" lang="it-IT" sz="1200">
                <a:solidFill>
                  <a:schemeClr val="dk1"/>
                </a:solidFill>
                <a:latin typeface="Libre Franklin"/>
                <a:ea typeface="Libre Franklin"/>
                <a:cs typeface="Libre Franklin"/>
                <a:sym typeface="Libre Franklin"/>
              </a:rPr>
              <a:t>all’inizio c’è un transitorio</a:t>
            </a:r>
            <a:r>
              <a:rPr lang="it-IT" sz="1200">
                <a:solidFill>
                  <a:schemeClr val="dk1"/>
                </a:solidFill>
                <a:latin typeface="Libre Franklin"/>
                <a:ea typeface="Libre Franklin"/>
                <a:cs typeface="Libre Franklin"/>
                <a:sym typeface="Libre Franklin"/>
              </a:rPr>
              <a:t>, </a:t>
            </a:r>
            <a:r>
              <a:rPr lang="it-IT" sz="1200" u="sng">
                <a:solidFill>
                  <a:schemeClr val="dk1"/>
                </a:solidFill>
                <a:latin typeface="Libre Franklin"/>
                <a:ea typeface="Libre Franklin"/>
                <a:cs typeface="Libre Franklin"/>
                <a:sym typeface="Libre Franklin"/>
              </a:rPr>
              <a:t>cioè una parte instabile dovuta alla carica/scarica del condensatore.</a:t>
            </a:r>
            <a:r>
              <a:rPr lang="it-IT" sz="1200">
                <a:solidFill>
                  <a:schemeClr val="dk1"/>
                </a:solidFill>
                <a:latin typeface="Libre Franklin"/>
                <a:ea typeface="Libre Franklin"/>
                <a:cs typeface="Libre Franklin"/>
                <a:sym typeface="Libre Franklin"/>
              </a:rPr>
              <a:t> Solo dopo l’assestamento il circuito mostra il comportamento reale a regime.</a:t>
            </a:r>
            <a:endParaRPr/>
          </a:p>
        </p:txBody>
      </p:sp>
      <p:sp>
        <p:nvSpPr>
          <p:cNvPr id="264" name="Google Shape;264;p28"/>
          <p:cNvSpPr txBox="1"/>
          <p:nvPr/>
        </p:nvSpPr>
        <p:spPr>
          <a:xfrm>
            <a:off x="7493398" y="5466797"/>
            <a:ext cx="2697195" cy="553968"/>
          </a:xfrm>
          <a:prstGeom prst="rect">
            <a:avLst/>
          </a:prstGeom>
          <a:noFill/>
          <a:ln>
            <a:noFill/>
          </a:ln>
        </p:spPr>
        <p:txBody>
          <a:bodyPr anchorCtr="0" anchor="t" bIns="91425" lIns="91425" spcFirstLastPara="1" rIns="91425" wrap="square" tIns="91425">
            <a:spAutoFit/>
          </a:bodyPr>
          <a:lstStyle/>
          <a:p>
            <a:pPr indent="0" lvl="0" marL="0" marR="0" rtl="0" algn="ctr">
              <a:spcBef>
                <a:spcPts val="0"/>
              </a:spcBef>
              <a:spcAft>
                <a:spcPts val="0"/>
              </a:spcAft>
              <a:buClr>
                <a:schemeClr val="dk1"/>
              </a:buClr>
              <a:buSzPts val="1200"/>
              <a:buFont typeface="Libre Franklin"/>
              <a:buNone/>
            </a:pPr>
            <a:r>
              <a:rPr lang="it-IT" sz="1200">
                <a:solidFill>
                  <a:schemeClr val="dk1"/>
                </a:solidFill>
                <a:latin typeface="Libre Franklin"/>
                <a:ea typeface="Libre Franklin"/>
                <a:cs typeface="Libre Franklin"/>
                <a:sym typeface="Libre Franklin"/>
              </a:rPr>
              <a:t>Esempio con configurazione opamp del disturbo</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8" name="Shape 268"/>
        <p:cNvGrpSpPr/>
        <p:nvPr/>
      </p:nvGrpSpPr>
      <p:grpSpPr>
        <a:xfrm>
          <a:off x="0" y="0"/>
          <a:ext cx="0" cy="0"/>
          <a:chOff x="0" y="0"/>
          <a:chExt cx="0" cy="0"/>
        </a:xfrm>
      </p:grpSpPr>
      <p:sp>
        <p:nvSpPr>
          <p:cNvPr id="269" name="Google Shape;269;p29"/>
          <p:cNvSpPr txBox="1"/>
          <p:nvPr/>
        </p:nvSpPr>
        <p:spPr>
          <a:xfrm>
            <a:off x="989901" y="990856"/>
            <a:ext cx="10142289" cy="553968"/>
          </a:xfrm>
          <a:prstGeom prst="rect">
            <a:avLst/>
          </a:prstGeom>
          <a:noFill/>
          <a:ln>
            <a:noFill/>
          </a:ln>
        </p:spPr>
        <p:txBody>
          <a:bodyPr anchorCtr="0" anchor="t" bIns="91425" lIns="91425" spcFirstLastPara="1" rIns="91425" wrap="square" tIns="91425">
            <a:spAutoFit/>
          </a:bodyPr>
          <a:lstStyle/>
          <a:p>
            <a:pPr indent="0" lvl="0" marL="0" marR="0" rtl="0" algn="l">
              <a:spcBef>
                <a:spcPts val="0"/>
              </a:spcBef>
              <a:spcAft>
                <a:spcPts val="0"/>
              </a:spcAft>
              <a:buClr>
                <a:schemeClr val="dk1"/>
              </a:buClr>
              <a:buSzPts val="1200"/>
              <a:buFont typeface="Libre Franklin"/>
              <a:buNone/>
            </a:pPr>
            <a:r>
              <a:rPr lang="it-IT" sz="1200">
                <a:solidFill>
                  <a:schemeClr val="dk1"/>
                </a:solidFill>
                <a:latin typeface="Libre Franklin"/>
                <a:ea typeface="Libre Franklin"/>
                <a:cs typeface="Libre Franklin"/>
                <a:sym typeface="Libre Franklin"/>
              </a:rPr>
              <a:t>Quindi, </a:t>
            </a:r>
            <a:r>
              <a:rPr b="1" lang="it-IT" sz="1200">
                <a:solidFill>
                  <a:schemeClr val="dk1"/>
                </a:solidFill>
                <a:latin typeface="Libre Franklin"/>
                <a:ea typeface="Libre Franklin"/>
                <a:cs typeface="Libre Franklin"/>
                <a:sym typeface="Libre Franklin"/>
              </a:rPr>
              <a:t>in simulazione, conviene far passare un certo tempo prima di osservare il segnale, così il condensatore è già “saturo” </a:t>
            </a:r>
            <a:r>
              <a:rPr lang="it-IT" sz="1200">
                <a:solidFill>
                  <a:schemeClr val="dk1"/>
                </a:solidFill>
                <a:latin typeface="Libre Franklin"/>
                <a:ea typeface="Libre Franklin"/>
                <a:cs typeface="Libre Franklin"/>
                <a:sym typeface="Libre Franklin"/>
              </a:rPr>
              <a:t>e non altera più l’analisi del circuito.</a:t>
            </a:r>
            <a:endParaRPr/>
          </a:p>
        </p:txBody>
      </p:sp>
      <p:sp>
        <p:nvSpPr>
          <p:cNvPr id="270" name="Google Shape;270;p29"/>
          <p:cNvSpPr txBox="1"/>
          <p:nvPr/>
        </p:nvSpPr>
        <p:spPr>
          <a:xfrm>
            <a:off x="989901" y="1544824"/>
            <a:ext cx="9010825" cy="553968"/>
          </a:xfrm>
          <a:prstGeom prst="rect">
            <a:avLst/>
          </a:prstGeom>
          <a:blipFill rotWithShape="1">
            <a:blip r:embed="rId3">
              <a:alphaModFix/>
            </a:blip>
            <a:stretch>
              <a:fillRect b="0" l="0" r="0" t="0"/>
            </a:stretch>
          </a:blip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it-IT" sz="1800">
                <a:latin typeface="Garamond"/>
                <a:ea typeface="Garamond"/>
                <a:cs typeface="Garamond"/>
                <a:sym typeface="Garamond"/>
              </a:rPr>
              <a:t> </a:t>
            </a:r>
            <a:endParaRPr/>
          </a:p>
        </p:txBody>
      </p:sp>
      <p:pic>
        <p:nvPicPr>
          <p:cNvPr id="271" name="Google Shape;271;p29"/>
          <p:cNvPicPr preferRelativeResize="0"/>
          <p:nvPr/>
        </p:nvPicPr>
        <p:blipFill rotWithShape="1">
          <a:blip r:embed="rId4">
            <a:alphaModFix/>
          </a:blip>
          <a:srcRect b="0" l="0" r="0" t="0"/>
          <a:stretch/>
        </p:blipFill>
        <p:spPr>
          <a:xfrm>
            <a:off x="633669" y="2265436"/>
            <a:ext cx="5418157" cy="2655405"/>
          </a:xfrm>
          <a:prstGeom prst="rect">
            <a:avLst/>
          </a:prstGeom>
          <a:noFill/>
          <a:ln>
            <a:noFill/>
          </a:ln>
        </p:spPr>
      </p:pic>
      <p:pic>
        <p:nvPicPr>
          <p:cNvPr id="272" name="Google Shape;272;p29"/>
          <p:cNvPicPr preferRelativeResize="0"/>
          <p:nvPr/>
        </p:nvPicPr>
        <p:blipFill rotWithShape="1">
          <a:blip r:embed="rId5">
            <a:alphaModFix/>
          </a:blip>
          <a:srcRect b="0" l="0" r="0" t="0"/>
          <a:stretch/>
        </p:blipFill>
        <p:spPr>
          <a:xfrm>
            <a:off x="6140175" y="2265437"/>
            <a:ext cx="5418156" cy="2655404"/>
          </a:xfrm>
          <a:prstGeom prst="rect">
            <a:avLst/>
          </a:prstGeom>
          <a:noFill/>
          <a:ln>
            <a:noFill/>
          </a:ln>
        </p:spPr>
      </p:pic>
      <p:sp>
        <p:nvSpPr>
          <p:cNvPr id="273" name="Google Shape;273;p29"/>
          <p:cNvSpPr txBox="1"/>
          <p:nvPr/>
        </p:nvSpPr>
        <p:spPr>
          <a:xfrm>
            <a:off x="3386922" y="2356607"/>
            <a:ext cx="2593246" cy="954077"/>
          </a:xfrm>
          <a:prstGeom prst="rect">
            <a:avLst/>
          </a:prstGeom>
          <a:noFill/>
          <a:ln>
            <a:noFill/>
          </a:ln>
        </p:spPr>
        <p:txBody>
          <a:bodyPr anchorCtr="0" anchor="t" bIns="91425" lIns="91425" spcFirstLastPara="1" rIns="91425" wrap="square" tIns="91425">
            <a:spAutoFit/>
          </a:bodyPr>
          <a:lstStyle/>
          <a:p>
            <a:pPr indent="0" lvl="0" marL="0" marR="0" rtl="0" algn="ctr">
              <a:spcBef>
                <a:spcPts val="0"/>
              </a:spcBef>
              <a:spcAft>
                <a:spcPts val="0"/>
              </a:spcAft>
              <a:buClr>
                <a:schemeClr val="dk1"/>
              </a:buClr>
              <a:buSzPts val="1000"/>
              <a:buFont typeface="Libre Franklin"/>
              <a:buNone/>
            </a:pPr>
            <a:r>
              <a:rPr lang="it-IT" sz="1000">
                <a:solidFill>
                  <a:schemeClr val="dk1"/>
                </a:solidFill>
                <a:latin typeface="Libre Franklin"/>
                <a:ea typeface="Libre Franklin"/>
                <a:cs typeface="Libre Franklin"/>
                <a:sym typeface="Libre Franklin"/>
              </a:rPr>
              <a:t>Con </a:t>
            </a:r>
            <a:r>
              <a:rPr b="1" lang="it-IT" sz="1000">
                <a:solidFill>
                  <a:srgbClr val="3134FF"/>
                </a:solidFill>
                <a:latin typeface="Libre Franklin"/>
                <a:ea typeface="Libre Franklin"/>
                <a:cs typeface="Libre Franklin"/>
                <a:sym typeface="Libre Franklin"/>
              </a:rPr>
              <a:t>.tran 0 100m 0 100u </a:t>
            </a:r>
            <a:r>
              <a:rPr lang="it-IT" sz="1000">
                <a:solidFill>
                  <a:schemeClr val="dk1"/>
                </a:solidFill>
                <a:latin typeface="Libre Franklin"/>
                <a:ea typeface="Libre Franklin"/>
                <a:cs typeface="Libre Franklin"/>
                <a:sym typeface="Libre Franklin"/>
              </a:rPr>
              <a:t>LTspice simula da 0 a 100 ms.</a:t>
            </a:r>
            <a:br>
              <a:rPr lang="it-IT" sz="1000">
                <a:solidFill>
                  <a:schemeClr val="dk1"/>
                </a:solidFill>
                <a:latin typeface="Libre Franklin"/>
                <a:ea typeface="Libre Franklin"/>
                <a:cs typeface="Libre Franklin"/>
                <a:sym typeface="Libre Franklin"/>
              </a:rPr>
            </a:br>
            <a:r>
              <a:rPr lang="it-IT" sz="1000">
                <a:solidFill>
                  <a:schemeClr val="dk1"/>
                </a:solidFill>
                <a:latin typeface="Libre Franklin"/>
                <a:ea typeface="Libre Franklin"/>
                <a:cs typeface="Libre Franklin"/>
                <a:sym typeface="Libre Franklin"/>
              </a:rPr>
              <a:t>Mostra tutto subito da 0, quindi vedi anche il transitorio iniziale del condensatore.</a:t>
            </a:r>
            <a:endParaRPr/>
          </a:p>
        </p:txBody>
      </p:sp>
      <p:sp>
        <p:nvSpPr>
          <p:cNvPr id="274" name="Google Shape;274;p29"/>
          <p:cNvSpPr txBox="1"/>
          <p:nvPr/>
        </p:nvSpPr>
        <p:spPr>
          <a:xfrm>
            <a:off x="8640794" y="2267943"/>
            <a:ext cx="2740054" cy="954077"/>
          </a:xfrm>
          <a:prstGeom prst="rect">
            <a:avLst/>
          </a:prstGeom>
          <a:noFill/>
          <a:ln>
            <a:noFill/>
          </a:ln>
        </p:spPr>
        <p:txBody>
          <a:bodyPr anchorCtr="0" anchor="t" bIns="91425" lIns="91425" spcFirstLastPara="1" rIns="91425" wrap="square" tIns="91425">
            <a:spAutoFit/>
          </a:bodyPr>
          <a:lstStyle/>
          <a:p>
            <a:pPr indent="0" lvl="0" marL="0" marR="0" rtl="0" algn="ctr">
              <a:spcBef>
                <a:spcPts val="0"/>
              </a:spcBef>
              <a:spcAft>
                <a:spcPts val="0"/>
              </a:spcAft>
              <a:buClr>
                <a:schemeClr val="dk1"/>
              </a:buClr>
              <a:buSzPts val="1000"/>
              <a:buFont typeface="Libre Franklin"/>
              <a:buNone/>
            </a:pPr>
            <a:r>
              <a:rPr lang="it-IT" sz="1000">
                <a:solidFill>
                  <a:schemeClr val="dk1"/>
                </a:solidFill>
                <a:latin typeface="Libre Franklin"/>
                <a:ea typeface="Libre Franklin"/>
                <a:cs typeface="Libre Franklin"/>
                <a:sym typeface="Libre Franklin"/>
              </a:rPr>
              <a:t>Con </a:t>
            </a:r>
            <a:r>
              <a:rPr b="1" lang="it-IT" sz="1000">
                <a:solidFill>
                  <a:srgbClr val="3134FF"/>
                </a:solidFill>
                <a:latin typeface="Libre Franklin"/>
                <a:ea typeface="Libre Franklin"/>
                <a:cs typeface="Libre Franklin"/>
                <a:sym typeface="Libre Franklin"/>
              </a:rPr>
              <a:t>.tran 0 5 4.9 100u </a:t>
            </a:r>
            <a:r>
              <a:rPr lang="it-IT" sz="1000">
                <a:solidFill>
                  <a:schemeClr val="dk1"/>
                </a:solidFill>
                <a:latin typeface="Libre Franklin"/>
                <a:ea typeface="Libre Franklin"/>
                <a:cs typeface="Libre Franklin"/>
                <a:sym typeface="Libre Franklin"/>
              </a:rPr>
              <a:t>LTspice simula il circuito da 0 a 5 s.</a:t>
            </a:r>
            <a:br>
              <a:rPr lang="it-IT" sz="1000">
                <a:solidFill>
                  <a:schemeClr val="dk1"/>
                </a:solidFill>
                <a:latin typeface="Libre Franklin"/>
                <a:ea typeface="Libre Franklin"/>
                <a:cs typeface="Libre Franklin"/>
                <a:sym typeface="Libre Franklin"/>
              </a:rPr>
            </a:br>
            <a:r>
              <a:rPr i="1" lang="it-IT" sz="1000" u="sng">
                <a:solidFill>
                  <a:schemeClr val="dk1"/>
                </a:solidFill>
                <a:latin typeface="Libre Franklin"/>
                <a:ea typeface="Libre Franklin"/>
                <a:cs typeface="Libre Franklin"/>
                <a:sym typeface="Libre Franklin"/>
              </a:rPr>
              <a:t>Però mostra/salva solo da 4.9 s a 5 s.</a:t>
            </a:r>
            <a:br>
              <a:rPr i="1" lang="it-IT" sz="1000" u="sng">
                <a:solidFill>
                  <a:schemeClr val="dk1"/>
                </a:solidFill>
                <a:latin typeface="Libre Franklin"/>
                <a:ea typeface="Libre Franklin"/>
                <a:cs typeface="Libre Franklin"/>
                <a:sym typeface="Libre Franklin"/>
              </a:rPr>
            </a:br>
            <a:r>
              <a:rPr b="1" lang="it-IT" sz="1000">
                <a:solidFill>
                  <a:schemeClr val="dk1"/>
                </a:solidFill>
                <a:latin typeface="Libre Franklin"/>
                <a:ea typeface="Libre Franklin"/>
                <a:cs typeface="Libre Franklin"/>
                <a:sym typeface="Libre Franklin"/>
              </a:rPr>
              <a:t>Così vediamo un solo periodo finale, dopo che il condensatore si è assestato.</a:t>
            </a:r>
            <a:endParaRPr/>
          </a:p>
        </p:txBody>
      </p:sp>
      <p:pic>
        <p:nvPicPr>
          <p:cNvPr id="275" name="Google Shape;275;p29"/>
          <p:cNvPicPr preferRelativeResize="0"/>
          <p:nvPr/>
        </p:nvPicPr>
        <p:blipFill rotWithShape="1">
          <a:blip r:embed="rId6">
            <a:alphaModFix/>
          </a:blip>
          <a:srcRect b="66154" l="139" r="0" t="0"/>
          <a:stretch/>
        </p:blipFill>
        <p:spPr>
          <a:xfrm>
            <a:off x="1881255" y="5049838"/>
            <a:ext cx="3011333" cy="868352"/>
          </a:xfrm>
          <a:prstGeom prst="rect">
            <a:avLst/>
          </a:prstGeom>
          <a:noFill/>
          <a:ln>
            <a:noFill/>
          </a:ln>
        </p:spPr>
      </p:pic>
      <p:pic>
        <p:nvPicPr>
          <p:cNvPr id="276" name="Google Shape;276;p29"/>
          <p:cNvPicPr preferRelativeResize="0"/>
          <p:nvPr/>
        </p:nvPicPr>
        <p:blipFill rotWithShape="1">
          <a:blip r:embed="rId7">
            <a:alphaModFix/>
          </a:blip>
          <a:srcRect b="66228" l="0" r="0" t="0"/>
          <a:stretch/>
        </p:blipFill>
        <p:spPr>
          <a:xfrm>
            <a:off x="7341489" y="5046703"/>
            <a:ext cx="3015527" cy="871487"/>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1" name="Shape 281"/>
        <p:cNvGrpSpPr/>
        <p:nvPr/>
      </p:nvGrpSpPr>
      <p:grpSpPr>
        <a:xfrm>
          <a:off x="0" y="0"/>
          <a:ext cx="0" cy="0"/>
          <a:chOff x="0" y="0"/>
          <a:chExt cx="0" cy="0"/>
        </a:xfrm>
      </p:grpSpPr>
      <p:sp>
        <p:nvSpPr>
          <p:cNvPr id="282" name="Google Shape;282;p30"/>
          <p:cNvSpPr txBox="1"/>
          <p:nvPr/>
        </p:nvSpPr>
        <p:spPr>
          <a:xfrm>
            <a:off x="1049142" y="1127656"/>
            <a:ext cx="4968834" cy="569400"/>
          </a:xfrm>
          <a:prstGeom prst="rect">
            <a:avLst/>
          </a:prstGeom>
          <a:noFill/>
          <a:ln>
            <a:noFill/>
          </a:ln>
        </p:spPr>
        <p:txBody>
          <a:bodyPr anchorCtr="0" anchor="t" bIns="91425" lIns="91425" spcFirstLastPara="1" rIns="91425" wrap="square" tIns="91425">
            <a:spAutoFit/>
          </a:bodyPr>
          <a:lstStyle/>
          <a:p>
            <a:pPr indent="0" lvl="0" marL="0" marR="0" rtl="0" algn="l">
              <a:spcBef>
                <a:spcPts val="0"/>
              </a:spcBef>
              <a:spcAft>
                <a:spcPts val="0"/>
              </a:spcAft>
              <a:buClr>
                <a:srgbClr val="073763"/>
              </a:buClr>
              <a:buSzPts val="2500"/>
              <a:buFont typeface="Quattrocento Sans"/>
              <a:buNone/>
            </a:pPr>
            <a:r>
              <a:rPr lang="it-IT" sz="2500">
                <a:solidFill>
                  <a:srgbClr val="073763"/>
                </a:solidFill>
                <a:latin typeface="Quattrocento Sans"/>
                <a:ea typeface="Quattrocento Sans"/>
                <a:cs typeface="Quattrocento Sans"/>
                <a:sym typeface="Quattrocento Sans"/>
              </a:rPr>
              <a:t>Analisi transitoria</a:t>
            </a:r>
            <a:endParaRPr sz="2500">
              <a:solidFill>
                <a:srgbClr val="073763"/>
              </a:solidFill>
              <a:latin typeface="Quattrocento Sans"/>
              <a:ea typeface="Quattrocento Sans"/>
              <a:cs typeface="Quattrocento Sans"/>
              <a:sym typeface="Quattrocento Sans"/>
            </a:endParaRPr>
          </a:p>
        </p:txBody>
      </p:sp>
      <p:sp>
        <p:nvSpPr>
          <p:cNvPr id="283" name="Google Shape;283;p30"/>
          <p:cNvSpPr txBox="1"/>
          <p:nvPr/>
        </p:nvSpPr>
        <p:spPr>
          <a:xfrm>
            <a:off x="1049142" y="1859354"/>
            <a:ext cx="10093716" cy="3693288"/>
          </a:xfrm>
          <a:prstGeom prst="rect">
            <a:avLst/>
          </a:prstGeom>
          <a:noFill/>
          <a:ln>
            <a:noFill/>
          </a:ln>
        </p:spPr>
        <p:txBody>
          <a:bodyPr anchorCtr="0" anchor="t" bIns="91425" lIns="91425" spcFirstLastPara="1" rIns="91425" wrap="square" tIns="91425">
            <a:spAutoFit/>
          </a:bodyPr>
          <a:lstStyle/>
          <a:p>
            <a:pPr indent="0" lvl="0" marL="0" marR="0" rtl="0" algn="l">
              <a:spcBef>
                <a:spcPts val="0"/>
              </a:spcBef>
              <a:spcAft>
                <a:spcPts val="0"/>
              </a:spcAft>
              <a:buClr>
                <a:schemeClr val="dk1"/>
              </a:buClr>
              <a:buSzPts val="1200"/>
              <a:buFont typeface="Libre Franklin"/>
              <a:buNone/>
            </a:pPr>
            <a:r>
              <a:rPr lang="it-IT" sz="1200" u="sng">
                <a:solidFill>
                  <a:schemeClr val="dk1"/>
                </a:solidFill>
                <a:latin typeface="Libre Franklin"/>
                <a:ea typeface="Libre Franklin"/>
                <a:cs typeface="Libre Franklin"/>
                <a:sym typeface="Libre Franklin"/>
              </a:rPr>
              <a:t>Scelta la configurazione RC con </a:t>
            </a:r>
            <a:r>
              <a:rPr b="1" i="1" lang="it-IT" sz="1200" u="sng">
                <a:solidFill>
                  <a:schemeClr val="dk1"/>
                </a:solidFill>
                <a:latin typeface="Libre Franklin"/>
                <a:ea typeface="Libre Franklin"/>
                <a:cs typeface="Libre Franklin"/>
                <a:sym typeface="Libre Franklin"/>
              </a:rPr>
              <a:t>frequenza di taglio pari a 159 Hz</a:t>
            </a:r>
            <a:r>
              <a:rPr lang="it-IT" sz="1200">
                <a:solidFill>
                  <a:schemeClr val="dk1"/>
                </a:solidFill>
                <a:latin typeface="Libre Franklin"/>
                <a:ea typeface="Libre Franklin"/>
                <a:cs typeface="Libre Franklin"/>
                <a:sym typeface="Libre Franklin"/>
              </a:rPr>
              <a:t>, è possibile analizzare il comportamento del filtro al variare della frequenza del segnale di ingresso.</a:t>
            </a:r>
            <a:br>
              <a:rPr lang="it-IT" sz="1200">
                <a:solidFill>
                  <a:schemeClr val="dk1"/>
                </a:solidFill>
                <a:latin typeface="Libre Franklin"/>
                <a:ea typeface="Libre Franklin"/>
                <a:cs typeface="Libre Franklin"/>
                <a:sym typeface="Libre Franklin"/>
              </a:rPr>
            </a:br>
            <a:br>
              <a:rPr lang="it-IT" sz="1200">
                <a:solidFill>
                  <a:schemeClr val="dk1"/>
                </a:solidFill>
                <a:latin typeface="Libre Franklin"/>
                <a:ea typeface="Libre Franklin"/>
                <a:cs typeface="Libre Franklin"/>
                <a:sym typeface="Libre Franklin"/>
              </a:rPr>
            </a:br>
            <a:endParaRPr sz="1200">
              <a:solidFill>
                <a:schemeClr val="dk1"/>
              </a:solidFill>
              <a:latin typeface="Libre Franklin"/>
              <a:ea typeface="Libre Franklin"/>
              <a:cs typeface="Libre Franklin"/>
              <a:sym typeface="Libre Franklin"/>
            </a:endParaRPr>
          </a:p>
          <a:p>
            <a:pPr indent="0" lvl="0" marL="0" marR="0" rtl="0" algn="l">
              <a:spcBef>
                <a:spcPts val="0"/>
              </a:spcBef>
              <a:spcAft>
                <a:spcPts val="0"/>
              </a:spcAft>
              <a:buClr>
                <a:schemeClr val="dk1"/>
              </a:buClr>
              <a:buSzPts val="1200"/>
              <a:buFont typeface="Libre Franklin"/>
              <a:buNone/>
            </a:pPr>
            <a:r>
              <a:rPr lang="it-IT" sz="1200">
                <a:solidFill>
                  <a:schemeClr val="dk1"/>
                </a:solidFill>
                <a:latin typeface="Libre Franklin"/>
                <a:ea typeface="Libre Franklin"/>
                <a:cs typeface="Libre Franklin"/>
                <a:sym typeface="Libre Franklin"/>
              </a:rPr>
              <a:t>Sono state eseguite simulazioni con tre segnali sinusoidali a </a:t>
            </a:r>
            <a:r>
              <a:rPr b="1" i="1" lang="it-IT" sz="1200">
                <a:solidFill>
                  <a:schemeClr val="dk1"/>
                </a:solidFill>
                <a:latin typeface="Libre Franklin"/>
                <a:ea typeface="Libre Franklin"/>
                <a:cs typeface="Libre Franklin"/>
                <a:sym typeface="Libre Franklin"/>
              </a:rPr>
              <a:t>10 Hz,159Hz, 250 Hz e 3 kHz</a:t>
            </a:r>
            <a:r>
              <a:rPr lang="it-IT" sz="1200">
                <a:solidFill>
                  <a:schemeClr val="dk1"/>
                </a:solidFill>
                <a:latin typeface="Libre Franklin"/>
                <a:ea typeface="Libre Franklin"/>
                <a:cs typeface="Libre Franklin"/>
                <a:sym typeface="Libre Franklin"/>
              </a:rPr>
              <a:t>. </a:t>
            </a:r>
            <a:br>
              <a:rPr lang="it-IT" sz="1200">
                <a:solidFill>
                  <a:schemeClr val="dk1"/>
                </a:solidFill>
                <a:latin typeface="Libre Franklin"/>
                <a:ea typeface="Libre Franklin"/>
                <a:cs typeface="Libre Franklin"/>
                <a:sym typeface="Libre Franklin"/>
              </a:rPr>
            </a:br>
            <a:r>
              <a:rPr lang="it-IT" sz="1200">
                <a:solidFill>
                  <a:schemeClr val="dk1"/>
                </a:solidFill>
                <a:latin typeface="Libre Franklin"/>
                <a:ea typeface="Libre Franklin"/>
                <a:cs typeface="Libre Franklin"/>
                <a:sym typeface="Libre Franklin"/>
              </a:rPr>
              <a:t>I risultati mostrano come la risposta del filtro dipenda dalla posizione della frequenza di ingresso rispetto alla frequenza di taglio:</a:t>
            </a:r>
            <a:br>
              <a:rPr lang="it-IT" sz="1200">
                <a:solidFill>
                  <a:schemeClr val="dk1"/>
                </a:solidFill>
                <a:latin typeface="Libre Franklin"/>
                <a:ea typeface="Libre Franklin"/>
                <a:cs typeface="Libre Franklin"/>
                <a:sym typeface="Libre Franklin"/>
              </a:rPr>
            </a:br>
            <a:br>
              <a:rPr lang="it-IT" sz="1200">
                <a:solidFill>
                  <a:schemeClr val="dk1"/>
                </a:solidFill>
                <a:latin typeface="Libre Franklin"/>
                <a:ea typeface="Libre Franklin"/>
                <a:cs typeface="Libre Franklin"/>
                <a:sym typeface="Libre Franklin"/>
              </a:rPr>
            </a:br>
            <a:endParaRPr sz="1200">
              <a:solidFill>
                <a:schemeClr val="dk1"/>
              </a:solidFill>
              <a:latin typeface="Libre Franklin"/>
              <a:ea typeface="Libre Franklin"/>
              <a:cs typeface="Libre Franklin"/>
              <a:sym typeface="Libre Franklin"/>
            </a:endParaRPr>
          </a:p>
          <a:p>
            <a:pPr indent="0" lvl="0" marL="0" marR="0" rtl="0" algn="l">
              <a:spcBef>
                <a:spcPts val="0"/>
              </a:spcBef>
              <a:spcAft>
                <a:spcPts val="0"/>
              </a:spcAft>
              <a:buClr>
                <a:schemeClr val="dk1"/>
              </a:buClr>
              <a:buSzPts val="1200"/>
              <a:buFont typeface="Libre Franklin"/>
              <a:buNone/>
            </a:pPr>
            <a:r>
              <a:rPr lang="it-IT" sz="1200">
                <a:solidFill>
                  <a:schemeClr val="dk1"/>
                </a:solidFill>
                <a:latin typeface="Libre Franklin"/>
                <a:ea typeface="Libre Franklin"/>
                <a:cs typeface="Libre Franklin"/>
                <a:sym typeface="Libre Franklin"/>
              </a:rPr>
              <a:t>• Per </a:t>
            </a:r>
            <a:r>
              <a:rPr lang="it-IT" sz="1200" u="sng">
                <a:solidFill>
                  <a:schemeClr val="dk1"/>
                </a:solidFill>
                <a:latin typeface="Libre Franklin"/>
                <a:ea typeface="Libre Franklin"/>
                <a:cs typeface="Libre Franklin"/>
                <a:sym typeface="Libre Franklin"/>
              </a:rPr>
              <a:t>frequenze molto inferiori come​ (10 Hz)</a:t>
            </a:r>
            <a:r>
              <a:rPr lang="it-IT" sz="1200">
                <a:solidFill>
                  <a:schemeClr val="dk1"/>
                </a:solidFill>
                <a:latin typeface="Libre Franklin"/>
                <a:ea typeface="Libre Franklin"/>
                <a:cs typeface="Libre Franklin"/>
                <a:sym typeface="Libre Franklin"/>
              </a:rPr>
              <a:t>, il segnale risulta </a:t>
            </a:r>
            <a:r>
              <a:rPr i="1" lang="it-IT" sz="1200" u="sng">
                <a:solidFill>
                  <a:schemeClr val="dk1"/>
                </a:solidFill>
                <a:latin typeface="Libre Franklin"/>
                <a:ea typeface="Libre Franklin"/>
                <a:cs typeface="Libre Franklin"/>
                <a:sym typeface="Libre Franklin"/>
              </a:rPr>
              <a:t>fortemente attenuato e presenta uno sfasamento significativo</a:t>
            </a:r>
            <a:r>
              <a:rPr lang="it-IT" sz="1200">
                <a:solidFill>
                  <a:schemeClr val="dk1"/>
                </a:solidFill>
                <a:latin typeface="Libre Franklin"/>
                <a:ea typeface="Libre Franklin"/>
                <a:cs typeface="Libre Franklin"/>
                <a:sym typeface="Libre Franklin"/>
              </a:rPr>
              <a:t>.</a:t>
            </a:r>
            <a:endParaRPr/>
          </a:p>
          <a:p>
            <a:pPr indent="0" lvl="0" marL="0" marR="0" rtl="0" algn="l">
              <a:spcBef>
                <a:spcPts val="0"/>
              </a:spcBef>
              <a:spcAft>
                <a:spcPts val="0"/>
              </a:spcAft>
              <a:buClr>
                <a:schemeClr val="dk1"/>
              </a:buClr>
              <a:buSzPts val="1200"/>
              <a:buFont typeface="Libre Franklin"/>
              <a:buNone/>
            </a:pPr>
            <a:r>
              <a:t/>
            </a:r>
            <a:endParaRPr sz="1200">
              <a:solidFill>
                <a:schemeClr val="dk1"/>
              </a:solidFill>
              <a:latin typeface="Libre Franklin"/>
              <a:ea typeface="Libre Franklin"/>
              <a:cs typeface="Libre Franklin"/>
              <a:sym typeface="Libre Franklin"/>
            </a:endParaRPr>
          </a:p>
          <a:p>
            <a:pPr indent="0" lvl="0" marL="0" marR="0" rtl="0" algn="l">
              <a:spcBef>
                <a:spcPts val="0"/>
              </a:spcBef>
              <a:spcAft>
                <a:spcPts val="0"/>
              </a:spcAft>
              <a:buClr>
                <a:schemeClr val="dk1"/>
              </a:buClr>
              <a:buSzPts val="1200"/>
              <a:buFont typeface="Libre Franklin"/>
              <a:buNone/>
            </a:pPr>
            <a:r>
              <a:rPr lang="it-IT" sz="1200">
                <a:solidFill>
                  <a:schemeClr val="dk1"/>
                </a:solidFill>
                <a:latin typeface="Libre Franklin"/>
                <a:ea typeface="Libre Franklin"/>
                <a:cs typeface="Libre Franklin"/>
                <a:sym typeface="Libre Franklin"/>
              </a:rPr>
              <a:t>• In prossimità della frequenza di taglio (250 Hz), l'attenuazione diminuisce e il segnale in uscita assume un'ampiezza più vicina a quella del segnale di ingresso.</a:t>
            </a:r>
            <a:endParaRPr/>
          </a:p>
          <a:p>
            <a:pPr indent="0" lvl="0" marL="0" marR="0" rtl="0" algn="l">
              <a:spcBef>
                <a:spcPts val="0"/>
              </a:spcBef>
              <a:spcAft>
                <a:spcPts val="0"/>
              </a:spcAft>
              <a:buClr>
                <a:schemeClr val="dk1"/>
              </a:buClr>
              <a:buSzPts val="1200"/>
              <a:buFont typeface="Libre Franklin"/>
              <a:buNone/>
            </a:pPr>
            <a:r>
              <a:t/>
            </a:r>
            <a:endParaRPr sz="1200">
              <a:solidFill>
                <a:schemeClr val="dk1"/>
              </a:solidFill>
              <a:latin typeface="Libre Franklin"/>
              <a:ea typeface="Libre Franklin"/>
              <a:cs typeface="Libre Franklin"/>
              <a:sym typeface="Libre Franklin"/>
            </a:endParaRPr>
          </a:p>
          <a:p>
            <a:pPr indent="0" lvl="0" marL="0" marR="0" rtl="0" algn="l">
              <a:spcBef>
                <a:spcPts val="0"/>
              </a:spcBef>
              <a:spcAft>
                <a:spcPts val="0"/>
              </a:spcAft>
              <a:buClr>
                <a:schemeClr val="dk1"/>
              </a:buClr>
              <a:buSzPts val="1200"/>
              <a:buFont typeface="Libre Franklin"/>
              <a:buNone/>
            </a:pPr>
            <a:r>
              <a:rPr lang="it-IT" sz="1200">
                <a:solidFill>
                  <a:schemeClr val="dk1"/>
                </a:solidFill>
                <a:latin typeface="Libre Franklin"/>
                <a:ea typeface="Libre Franklin"/>
                <a:cs typeface="Libre Franklin"/>
                <a:sym typeface="Libre Franklin"/>
              </a:rPr>
              <a:t>• Per frequenze molto superiori a ƒc​ (3 kHz), il filtro lascia passare quasi interamente il segnale, con ampiezza pressoché invariata e sfasamento ridotto.</a:t>
            </a:r>
            <a:endParaRPr/>
          </a:p>
          <a:p>
            <a:pPr indent="0" lvl="0" marL="0" marR="0" rtl="0" algn="l">
              <a:spcBef>
                <a:spcPts val="0"/>
              </a:spcBef>
              <a:spcAft>
                <a:spcPts val="0"/>
              </a:spcAft>
              <a:buClr>
                <a:schemeClr val="dk1"/>
              </a:buClr>
              <a:buSzPts val="1200"/>
              <a:buFont typeface="Libre Franklin"/>
              <a:buNone/>
            </a:pPr>
            <a:r>
              <a:t/>
            </a:r>
            <a:endParaRPr sz="1200">
              <a:solidFill>
                <a:schemeClr val="dk1"/>
              </a:solidFill>
              <a:latin typeface="Libre Franklin"/>
              <a:ea typeface="Libre Franklin"/>
              <a:cs typeface="Libre Franklin"/>
              <a:sym typeface="Libre Franklin"/>
            </a:endParaRPr>
          </a:p>
          <a:p>
            <a:pPr indent="0" lvl="0" marL="0" marR="0" rtl="0" algn="l">
              <a:spcBef>
                <a:spcPts val="0"/>
              </a:spcBef>
              <a:spcAft>
                <a:spcPts val="0"/>
              </a:spcAft>
              <a:buClr>
                <a:schemeClr val="dk1"/>
              </a:buClr>
              <a:buSzPts val="1200"/>
              <a:buFont typeface="Libre Franklin"/>
              <a:buNone/>
            </a:pPr>
            <a:r>
              <a:t/>
            </a:r>
            <a:endParaRPr sz="1200">
              <a:solidFill>
                <a:schemeClr val="dk1"/>
              </a:solidFill>
              <a:latin typeface="Libre Franklin"/>
              <a:ea typeface="Libre Franklin"/>
              <a:cs typeface="Libre Franklin"/>
              <a:sym typeface="Libre Franklin"/>
            </a:endParaRPr>
          </a:p>
          <a:p>
            <a:pPr indent="0" lvl="0" marL="0" marR="0" rtl="0" algn="l">
              <a:spcBef>
                <a:spcPts val="0"/>
              </a:spcBef>
              <a:spcAft>
                <a:spcPts val="0"/>
              </a:spcAft>
              <a:buClr>
                <a:schemeClr val="dk1"/>
              </a:buClr>
              <a:buSzPts val="1200"/>
              <a:buFont typeface="Libre Franklin"/>
              <a:buNone/>
            </a:pPr>
            <a:r>
              <a:rPr lang="it-IT" sz="1200">
                <a:solidFill>
                  <a:schemeClr val="dk1"/>
                </a:solidFill>
                <a:latin typeface="Libre Franklin"/>
                <a:ea typeface="Libre Franklin"/>
                <a:cs typeface="Libre Franklin"/>
                <a:sym typeface="Libre Franklin"/>
              </a:rPr>
              <a:t>Si osserva quindi il comportamento tipico di un filtro passa-alto: l'attenuazione diminuisce all'aumentare della frequenza del segnale di ingresso.</a:t>
            </a:r>
            <a:endParaRPr sz="1200">
              <a:solidFill>
                <a:schemeClr val="dk1"/>
              </a:solidFill>
              <a:latin typeface="Libre Franklin"/>
              <a:ea typeface="Libre Franklin"/>
              <a:cs typeface="Libre Franklin"/>
              <a:sym typeface="Libre Franklin"/>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dk1"/>
        </a:solidFill>
      </p:bgPr>
    </p:bg>
    <p:spTree>
      <p:nvGrpSpPr>
        <p:cNvPr id="288" name="Shape 288"/>
        <p:cNvGrpSpPr/>
        <p:nvPr/>
      </p:nvGrpSpPr>
      <p:grpSpPr>
        <a:xfrm>
          <a:off x="0" y="0"/>
          <a:ext cx="0" cy="0"/>
          <a:chOff x="0" y="0"/>
          <a:chExt cx="0" cy="0"/>
        </a:xfrm>
      </p:grpSpPr>
      <p:sp>
        <p:nvSpPr>
          <p:cNvPr id="289" name="Google Shape;289;p31"/>
          <p:cNvSpPr/>
          <p:nvPr/>
        </p:nvSpPr>
        <p:spPr>
          <a:xfrm>
            <a:off x="0" y="0"/>
            <a:ext cx="12192000" cy="6858000"/>
          </a:xfrm>
          <a:prstGeom prst="rect">
            <a:avLst/>
          </a:prstGeom>
          <a:solidFill>
            <a:srgbClr val="26262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Garamond"/>
              <a:ea typeface="Garamond"/>
              <a:cs typeface="Garamond"/>
              <a:sym typeface="Garamond"/>
            </a:endParaRPr>
          </a:p>
        </p:txBody>
      </p:sp>
      <p:sp>
        <p:nvSpPr>
          <p:cNvPr id="290" name="Google Shape;290;p31"/>
          <p:cNvSpPr/>
          <p:nvPr/>
        </p:nvSpPr>
        <p:spPr>
          <a:xfrm>
            <a:off x="477012" y="480059"/>
            <a:ext cx="5538555" cy="2887029"/>
          </a:xfrm>
          <a:prstGeom prst="rect">
            <a:avLst/>
          </a:prstGeom>
          <a:noFill/>
          <a:ln cap="flat" cmpd="sng" w="15875">
            <a:solidFill>
              <a:schemeClr val="lt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Garamond"/>
              <a:ea typeface="Garamond"/>
              <a:cs typeface="Garamond"/>
              <a:sym typeface="Garamond"/>
            </a:endParaRPr>
          </a:p>
        </p:txBody>
      </p:sp>
      <p:pic>
        <p:nvPicPr>
          <p:cNvPr id="291" name="Google Shape;291;p31"/>
          <p:cNvPicPr preferRelativeResize="0"/>
          <p:nvPr/>
        </p:nvPicPr>
        <p:blipFill rotWithShape="1">
          <a:blip r:embed="rId3">
            <a:alphaModFix/>
          </a:blip>
          <a:srcRect b="0" l="0" r="0" t="0"/>
          <a:stretch/>
        </p:blipFill>
        <p:spPr>
          <a:xfrm>
            <a:off x="641179" y="647429"/>
            <a:ext cx="5212080" cy="2553919"/>
          </a:xfrm>
          <a:prstGeom prst="rect">
            <a:avLst/>
          </a:prstGeom>
          <a:noFill/>
          <a:ln>
            <a:noFill/>
          </a:ln>
        </p:spPr>
      </p:pic>
      <p:sp>
        <p:nvSpPr>
          <p:cNvPr id="292" name="Google Shape;292;p31"/>
          <p:cNvSpPr/>
          <p:nvPr/>
        </p:nvSpPr>
        <p:spPr>
          <a:xfrm>
            <a:off x="6176432" y="480060"/>
            <a:ext cx="5538555" cy="2887028"/>
          </a:xfrm>
          <a:prstGeom prst="rect">
            <a:avLst/>
          </a:prstGeom>
          <a:noFill/>
          <a:ln cap="flat" cmpd="sng" w="15875">
            <a:solidFill>
              <a:schemeClr val="lt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Garamond"/>
              <a:ea typeface="Garamond"/>
              <a:cs typeface="Garamond"/>
              <a:sym typeface="Garamond"/>
            </a:endParaRPr>
          </a:p>
        </p:txBody>
      </p:sp>
      <p:pic>
        <p:nvPicPr>
          <p:cNvPr id="293" name="Google Shape;293;p31"/>
          <p:cNvPicPr preferRelativeResize="0"/>
          <p:nvPr/>
        </p:nvPicPr>
        <p:blipFill rotWithShape="1">
          <a:blip r:embed="rId4">
            <a:alphaModFix/>
          </a:blip>
          <a:srcRect b="0" l="0" r="0" t="0"/>
          <a:stretch/>
        </p:blipFill>
        <p:spPr>
          <a:xfrm>
            <a:off x="6339669" y="647429"/>
            <a:ext cx="5212080" cy="2553919"/>
          </a:xfrm>
          <a:prstGeom prst="rect">
            <a:avLst/>
          </a:prstGeom>
          <a:noFill/>
          <a:ln>
            <a:noFill/>
          </a:ln>
        </p:spPr>
      </p:pic>
      <p:sp>
        <p:nvSpPr>
          <p:cNvPr id="294" name="Google Shape;294;p31"/>
          <p:cNvSpPr/>
          <p:nvPr/>
        </p:nvSpPr>
        <p:spPr>
          <a:xfrm>
            <a:off x="477013" y="3527956"/>
            <a:ext cx="5538554" cy="2849985"/>
          </a:xfrm>
          <a:prstGeom prst="rect">
            <a:avLst/>
          </a:prstGeom>
          <a:noFill/>
          <a:ln cap="flat" cmpd="sng" w="15875">
            <a:solidFill>
              <a:schemeClr val="lt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Garamond"/>
              <a:ea typeface="Garamond"/>
              <a:cs typeface="Garamond"/>
              <a:sym typeface="Garamond"/>
            </a:endParaRPr>
          </a:p>
        </p:txBody>
      </p:sp>
      <p:pic>
        <p:nvPicPr>
          <p:cNvPr id="295" name="Google Shape;295;p31"/>
          <p:cNvPicPr preferRelativeResize="0"/>
          <p:nvPr/>
        </p:nvPicPr>
        <p:blipFill rotWithShape="1">
          <a:blip r:embed="rId5">
            <a:alphaModFix/>
          </a:blip>
          <a:srcRect b="0" l="0" r="0" t="0"/>
          <a:stretch/>
        </p:blipFill>
        <p:spPr>
          <a:xfrm>
            <a:off x="641179" y="3656651"/>
            <a:ext cx="5212080" cy="2553919"/>
          </a:xfrm>
          <a:prstGeom prst="rect">
            <a:avLst/>
          </a:prstGeom>
          <a:noFill/>
          <a:ln>
            <a:noFill/>
          </a:ln>
        </p:spPr>
      </p:pic>
      <p:sp>
        <p:nvSpPr>
          <p:cNvPr id="296" name="Google Shape;296;p31"/>
          <p:cNvSpPr/>
          <p:nvPr/>
        </p:nvSpPr>
        <p:spPr>
          <a:xfrm>
            <a:off x="6176432" y="3527956"/>
            <a:ext cx="5538555" cy="2849985"/>
          </a:xfrm>
          <a:prstGeom prst="rect">
            <a:avLst/>
          </a:prstGeom>
          <a:noFill/>
          <a:ln cap="flat" cmpd="sng" w="15875">
            <a:solidFill>
              <a:schemeClr val="lt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Garamond"/>
              <a:ea typeface="Garamond"/>
              <a:cs typeface="Garamond"/>
              <a:sym typeface="Garamond"/>
            </a:endParaRPr>
          </a:p>
        </p:txBody>
      </p:sp>
      <p:pic>
        <p:nvPicPr>
          <p:cNvPr id="297" name="Google Shape;297;p31"/>
          <p:cNvPicPr preferRelativeResize="0"/>
          <p:nvPr/>
        </p:nvPicPr>
        <p:blipFill rotWithShape="1">
          <a:blip r:embed="rId6">
            <a:alphaModFix/>
          </a:blip>
          <a:srcRect b="0" l="0" r="0" t="0"/>
          <a:stretch/>
        </p:blipFill>
        <p:spPr>
          <a:xfrm>
            <a:off x="6339669" y="3675988"/>
            <a:ext cx="5212080" cy="2553919"/>
          </a:xfrm>
          <a:prstGeom prst="rect">
            <a:avLst/>
          </a:prstGeom>
          <a:noFill/>
          <a:ln>
            <a:noFill/>
          </a:ln>
        </p:spPr>
      </p:pic>
      <p:sp>
        <p:nvSpPr>
          <p:cNvPr id="298" name="Google Shape;298;p31"/>
          <p:cNvSpPr txBox="1"/>
          <p:nvPr/>
        </p:nvSpPr>
        <p:spPr>
          <a:xfrm>
            <a:off x="5217102" y="647429"/>
            <a:ext cx="636157" cy="369302"/>
          </a:xfrm>
          <a:prstGeom prst="rect">
            <a:avLst/>
          </a:prstGeom>
          <a:noFill/>
          <a:ln>
            <a:noFill/>
          </a:ln>
        </p:spPr>
        <p:txBody>
          <a:bodyPr anchorCtr="0" anchor="t" bIns="91425" lIns="91425" spcFirstLastPara="1" rIns="91425" wrap="square" tIns="91425">
            <a:spAutoFit/>
          </a:bodyPr>
          <a:lstStyle/>
          <a:p>
            <a:pPr indent="0" lvl="0" marL="0" marR="0" rtl="0" algn="l">
              <a:spcBef>
                <a:spcPts val="0"/>
              </a:spcBef>
              <a:spcAft>
                <a:spcPts val="0"/>
              </a:spcAft>
              <a:buClr>
                <a:schemeClr val="dk1"/>
              </a:buClr>
              <a:buSzPts val="1200"/>
              <a:buFont typeface="Libre Franklin"/>
              <a:buNone/>
            </a:pPr>
            <a:r>
              <a:rPr lang="it-IT" sz="1200" u="sng">
                <a:solidFill>
                  <a:schemeClr val="dk1"/>
                </a:solidFill>
                <a:latin typeface="Libre Franklin"/>
                <a:ea typeface="Libre Franklin"/>
                <a:cs typeface="Libre Franklin"/>
                <a:sym typeface="Libre Franklin"/>
              </a:rPr>
              <a:t>10 Hz</a:t>
            </a:r>
            <a:endParaRPr sz="1200" u="sng">
              <a:solidFill>
                <a:schemeClr val="dk1"/>
              </a:solidFill>
              <a:latin typeface="Libre Franklin"/>
              <a:ea typeface="Libre Franklin"/>
              <a:cs typeface="Libre Franklin"/>
              <a:sym typeface="Libre Franklin"/>
            </a:endParaRPr>
          </a:p>
        </p:txBody>
      </p:sp>
      <p:sp>
        <p:nvSpPr>
          <p:cNvPr id="299" name="Google Shape;299;p31"/>
          <p:cNvSpPr txBox="1"/>
          <p:nvPr/>
        </p:nvSpPr>
        <p:spPr>
          <a:xfrm>
            <a:off x="5087924" y="3656651"/>
            <a:ext cx="765336" cy="369302"/>
          </a:xfrm>
          <a:prstGeom prst="rect">
            <a:avLst/>
          </a:prstGeom>
          <a:noFill/>
          <a:ln>
            <a:noFill/>
          </a:ln>
        </p:spPr>
        <p:txBody>
          <a:bodyPr anchorCtr="0" anchor="t" bIns="91425" lIns="91425" spcFirstLastPara="1" rIns="91425" wrap="square" tIns="91425">
            <a:spAutoFit/>
          </a:bodyPr>
          <a:lstStyle/>
          <a:p>
            <a:pPr indent="0" lvl="0" marL="0" marR="0" rtl="0" algn="l">
              <a:spcBef>
                <a:spcPts val="0"/>
              </a:spcBef>
              <a:spcAft>
                <a:spcPts val="0"/>
              </a:spcAft>
              <a:buClr>
                <a:schemeClr val="dk1"/>
              </a:buClr>
              <a:buSzPts val="1200"/>
              <a:buFont typeface="Libre Franklin"/>
              <a:buNone/>
            </a:pPr>
            <a:r>
              <a:rPr lang="it-IT" sz="1200" u="sng">
                <a:solidFill>
                  <a:schemeClr val="dk1"/>
                </a:solidFill>
                <a:latin typeface="Libre Franklin"/>
                <a:ea typeface="Libre Franklin"/>
                <a:cs typeface="Libre Franklin"/>
                <a:sym typeface="Libre Franklin"/>
              </a:rPr>
              <a:t>250 Hz</a:t>
            </a:r>
            <a:endParaRPr sz="1200" u="sng">
              <a:solidFill>
                <a:schemeClr val="dk1"/>
              </a:solidFill>
              <a:latin typeface="Libre Franklin"/>
              <a:ea typeface="Libre Franklin"/>
              <a:cs typeface="Libre Franklin"/>
              <a:sym typeface="Libre Franklin"/>
            </a:endParaRPr>
          </a:p>
        </p:txBody>
      </p:sp>
      <p:sp>
        <p:nvSpPr>
          <p:cNvPr id="300" name="Google Shape;300;p31"/>
          <p:cNvSpPr txBox="1"/>
          <p:nvPr/>
        </p:nvSpPr>
        <p:spPr>
          <a:xfrm>
            <a:off x="10914664" y="3675988"/>
            <a:ext cx="636157" cy="369302"/>
          </a:xfrm>
          <a:prstGeom prst="rect">
            <a:avLst/>
          </a:prstGeom>
          <a:noFill/>
          <a:ln>
            <a:noFill/>
          </a:ln>
        </p:spPr>
        <p:txBody>
          <a:bodyPr anchorCtr="0" anchor="t" bIns="91425" lIns="91425" spcFirstLastPara="1" rIns="91425" wrap="square" tIns="91425">
            <a:spAutoFit/>
          </a:bodyPr>
          <a:lstStyle/>
          <a:p>
            <a:pPr indent="0" lvl="0" marL="0" marR="0" rtl="0" algn="l">
              <a:spcBef>
                <a:spcPts val="0"/>
              </a:spcBef>
              <a:spcAft>
                <a:spcPts val="0"/>
              </a:spcAft>
              <a:buClr>
                <a:schemeClr val="dk1"/>
              </a:buClr>
              <a:buSzPts val="1200"/>
              <a:buFont typeface="Libre Franklin"/>
              <a:buNone/>
            </a:pPr>
            <a:r>
              <a:rPr lang="it-IT" sz="1200" u="sng">
                <a:solidFill>
                  <a:schemeClr val="dk1"/>
                </a:solidFill>
                <a:latin typeface="Libre Franklin"/>
                <a:ea typeface="Libre Franklin"/>
                <a:cs typeface="Libre Franklin"/>
                <a:sym typeface="Libre Franklin"/>
              </a:rPr>
              <a:t>3k Hz</a:t>
            </a:r>
            <a:endParaRPr sz="1200" u="sng">
              <a:solidFill>
                <a:schemeClr val="dk1"/>
              </a:solidFill>
              <a:latin typeface="Libre Franklin"/>
              <a:ea typeface="Libre Franklin"/>
              <a:cs typeface="Libre Franklin"/>
              <a:sym typeface="Libre Franklin"/>
            </a:endParaRPr>
          </a:p>
        </p:txBody>
      </p:sp>
      <p:sp>
        <p:nvSpPr>
          <p:cNvPr id="301" name="Google Shape;301;p31"/>
          <p:cNvSpPr txBox="1"/>
          <p:nvPr/>
        </p:nvSpPr>
        <p:spPr>
          <a:xfrm>
            <a:off x="10876327" y="647429"/>
            <a:ext cx="674494" cy="369302"/>
          </a:xfrm>
          <a:prstGeom prst="rect">
            <a:avLst/>
          </a:prstGeom>
          <a:noFill/>
          <a:ln>
            <a:noFill/>
          </a:ln>
        </p:spPr>
        <p:txBody>
          <a:bodyPr anchorCtr="0" anchor="t" bIns="91425" lIns="91425" spcFirstLastPara="1" rIns="91425" wrap="square" tIns="91425">
            <a:spAutoFit/>
          </a:bodyPr>
          <a:lstStyle/>
          <a:p>
            <a:pPr indent="0" lvl="0" marL="0" marR="0" rtl="0" algn="l">
              <a:spcBef>
                <a:spcPts val="0"/>
              </a:spcBef>
              <a:spcAft>
                <a:spcPts val="0"/>
              </a:spcAft>
              <a:buClr>
                <a:schemeClr val="dk1"/>
              </a:buClr>
              <a:buSzPts val="1200"/>
              <a:buFont typeface="Libre Franklin"/>
              <a:buNone/>
            </a:pPr>
            <a:r>
              <a:rPr lang="it-IT" sz="1200" u="sng">
                <a:solidFill>
                  <a:schemeClr val="dk1"/>
                </a:solidFill>
                <a:latin typeface="Libre Franklin"/>
                <a:ea typeface="Libre Franklin"/>
                <a:cs typeface="Libre Franklin"/>
                <a:sym typeface="Libre Franklin"/>
              </a:rPr>
              <a:t>159 Hz</a:t>
            </a:r>
            <a:endParaRPr sz="1200" u="sng">
              <a:solidFill>
                <a:schemeClr val="dk1"/>
              </a:solidFill>
              <a:latin typeface="Libre Franklin"/>
              <a:ea typeface="Libre Franklin"/>
              <a:cs typeface="Libre Franklin"/>
              <a:sym typeface="Libre Franklin"/>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6" name="Shape 306"/>
        <p:cNvGrpSpPr/>
        <p:nvPr/>
      </p:nvGrpSpPr>
      <p:grpSpPr>
        <a:xfrm>
          <a:off x="0" y="0"/>
          <a:ext cx="0" cy="0"/>
          <a:chOff x="0" y="0"/>
          <a:chExt cx="0" cy="0"/>
        </a:xfrm>
      </p:grpSpPr>
      <p:sp>
        <p:nvSpPr>
          <p:cNvPr id="307" name="Google Shape;307;p32"/>
          <p:cNvSpPr txBox="1"/>
          <p:nvPr/>
        </p:nvSpPr>
        <p:spPr>
          <a:xfrm>
            <a:off x="1049142" y="1127656"/>
            <a:ext cx="4968834" cy="569400"/>
          </a:xfrm>
          <a:prstGeom prst="rect">
            <a:avLst/>
          </a:prstGeom>
          <a:noFill/>
          <a:ln>
            <a:noFill/>
          </a:ln>
        </p:spPr>
        <p:txBody>
          <a:bodyPr anchorCtr="0" anchor="t" bIns="91425" lIns="91425" spcFirstLastPara="1" rIns="91425" wrap="square" tIns="91425">
            <a:spAutoFit/>
          </a:bodyPr>
          <a:lstStyle/>
          <a:p>
            <a:pPr indent="0" lvl="0" marL="0" marR="0" rtl="0" algn="l">
              <a:spcBef>
                <a:spcPts val="0"/>
              </a:spcBef>
              <a:spcAft>
                <a:spcPts val="0"/>
              </a:spcAft>
              <a:buClr>
                <a:srgbClr val="073763"/>
              </a:buClr>
              <a:buSzPts val="2500"/>
              <a:buFont typeface="Quattrocento Sans"/>
              <a:buNone/>
            </a:pPr>
            <a:r>
              <a:rPr lang="it-IT" sz="2500">
                <a:solidFill>
                  <a:srgbClr val="073763"/>
                </a:solidFill>
                <a:latin typeface="Quattrocento Sans"/>
                <a:ea typeface="Quattrocento Sans"/>
                <a:cs typeface="Quattrocento Sans"/>
                <a:sym typeface="Quattrocento Sans"/>
              </a:rPr>
              <a:t>Analisi Sfasamento</a:t>
            </a:r>
            <a:endParaRPr/>
          </a:p>
        </p:txBody>
      </p:sp>
      <p:sp>
        <p:nvSpPr>
          <p:cNvPr id="308" name="Google Shape;308;p32"/>
          <p:cNvSpPr txBox="1"/>
          <p:nvPr/>
        </p:nvSpPr>
        <p:spPr>
          <a:xfrm>
            <a:off x="1049142" y="1762132"/>
            <a:ext cx="10152258" cy="738633"/>
          </a:xfrm>
          <a:prstGeom prst="rect">
            <a:avLst/>
          </a:prstGeom>
          <a:noFill/>
          <a:ln>
            <a:noFill/>
          </a:ln>
        </p:spPr>
        <p:txBody>
          <a:bodyPr anchorCtr="0" anchor="t" bIns="91425" lIns="91425" spcFirstLastPara="1" rIns="91425" wrap="square" tIns="91425">
            <a:spAutoFit/>
          </a:bodyPr>
          <a:lstStyle/>
          <a:p>
            <a:pPr indent="0" lvl="0" marL="0" marR="0" rtl="0" algn="l">
              <a:spcBef>
                <a:spcPts val="0"/>
              </a:spcBef>
              <a:spcAft>
                <a:spcPts val="0"/>
              </a:spcAft>
              <a:buClr>
                <a:schemeClr val="dk1"/>
              </a:buClr>
              <a:buSzPts val="1200"/>
              <a:buFont typeface="Libre Franklin"/>
              <a:buNone/>
            </a:pPr>
            <a:r>
              <a:rPr lang="it-IT" sz="1200" u="none">
                <a:solidFill>
                  <a:schemeClr val="dk1"/>
                </a:solidFill>
                <a:latin typeface="Libre Franklin"/>
                <a:ea typeface="Libre Franklin"/>
                <a:cs typeface="Libre Franklin"/>
                <a:sym typeface="Libre Franklin"/>
              </a:rPr>
              <a:t>Oltre all'attenuazione del segnale, il filtro passa-alto introduce uno </a:t>
            </a:r>
            <a:r>
              <a:rPr i="1" lang="it-IT" sz="1200" u="sng">
                <a:solidFill>
                  <a:schemeClr val="dk1"/>
                </a:solidFill>
                <a:latin typeface="Libre Franklin"/>
                <a:ea typeface="Libre Franklin"/>
                <a:cs typeface="Libre Franklin"/>
                <a:sym typeface="Libre Franklin"/>
              </a:rPr>
              <a:t>sfasamento tra ingresso e uscita.</a:t>
            </a:r>
            <a:endParaRPr/>
          </a:p>
          <a:p>
            <a:pPr indent="0" lvl="0" marL="0" marR="0" rtl="0" algn="l">
              <a:spcBef>
                <a:spcPts val="0"/>
              </a:spcBef>
              <a:spcAft>
                <a:spcPts val="0"/>
              </a:spcAft>
              <a:buClr>
                <a:schemeClr val="dk1"/>
              </a:buClr>
              <a:buSzPts val="1200"/>
              <a:buFont typeface="Libre Franklin"/>
              <a:buNone/>
            </a:pPr>
            <a:r>
              <a:rPr lang="it-IT" sz="1200" u="none">
                <a:solidFill>
                  <a:schemeClr val="dk1"/>
                </a:solidFill>
                <a:latin typeface="Libre Franklin"/>
                <a:ea typeface="Libre Franklin"/>
                <a:cs typeface="Libre Franklin"/>
                <a:sym typeface="Libre Franklin"/>
              </a:rPr>
              <a:t>Per il caso con frequenza di ingresso pari a 159 Hz, lo sfasamento può essere ricavato misurando il ritardo temporale (ΔT) tra i picchi dei segnali di ingresso e di uscita.</a:t>
            </a:r>
            <a:endParaRPr/>
          </a:p>
        </p:txBody>
      </p:sp>
      <p:pic>
        <p:nvPicPr>
          <p:cNvPr id="309" name="Google Shape;309;p32"/>
          <p:cNvPicPr preferRelativeResize="0"/>
          <p:nvPr/>
        </p:nvPicPr>
        <p:blipFill rotWithShape="1">
          <a:blip r:embed="rId3">
            <a:alphaModFix/>
          </a:blip>
          <a:srcRect b="0" l="0" r="0" t="0"/>
          <a:stretch/>
        </p:blipFill>
        <p:spPr>
          <a:xfrm>
            <a:off x="648510" y="2726421"/>
            <a:ext cx="5444531" cy="2690356"/>
          </a:xfrm>
          <a:prstGeom prst="rect">
            <a:avLst/>
          </a:prstGeom>
          <a:noFill/>
          <a:ln>
            <a:noFill/>
          </a:ln>
        </p:spPr>
      </p:pic>
      <p:pic>
        <p:nvPicPr>
          <p:cNvPr id="310" name="Google Shape;310;p32"/>
          <p:cNvPicPr preferRelativeResize="0"/>
          <p:nvPr/>
        </p:nvPicPr>
        <p:blipFill rotWithShape="1">
          <a:blip r:embed="rId4">
            <a:alphaModFix/>
          </a:blip>
          <a:srcRect b="0" l="0" r="0" t="0"/>
          <a:stretch/>
        </p:blipFill>
        <p:spPr>
          <a:xfrm>
            <a:off x="6093041" y="2726421"/>
            <a:ext cx="5461808" cy="2690356"/>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4" name="Shape 314"/>
        <p:cNvGrpSpPr/>
        <p:nvPr/>
      </p:nvGrpSpPr>
      <p:grpSpPr>
        <a:xfrm>
          <a:off x="0" y="0"/>
          <a:ext cx="0" cy="0"/>
          <a:chOff x="0" y="0"/>
          <a:chExt cx="0" cy="0"/>
        </a:xfrm>
      </p:grpSpPr>
      <p:pic>
        <p:nvPicPr>
          <p:cNvPr id="315" name="Google Shape;315;p33"/>
          <p:cNvPicPr preferRelativeResize="0"/>
          <p:nvPr/>
        </p:nvPicPr>
        <p:blipFill rotWithShape="1">
          <a:blip r:embed="rId3">
            <a:alphaModFix/>
          </a:blip>
          <a:srcRect b="0" l="0" r="0" t="0"/>
          <a:stretch/>
        </p:blipFill>
        <p:spPr>
          <a:xfrm>
            <a:off x="644537" y="637290"/>
            <a:ext cx="5649643" cy="2791710"/>
          </a:xfrm>
          <a:prstGeom prst="rect">
            <a:avLst/>
          </a:prstGeom>
          <a:noFill/>
          <a:ln>
            <a:noFill/>
          </a:ln>
        </p:spPr>
      </p:pic>
      <p:pic>
        <p:nvPicPr>
          <p:cNvPr id="316" name="Google Shape;316;p33"/>
          <p:cNvPicPr preferRelativeResize="0"/>
          <p:nvPr/>
        </p:nvPicPr>
        <p:blipFill rotWithShape="1">
          <a:blip r:embed="rId4">
            <a:alphaModFix/>
          </a:blip>
          <a:srcRect b="0" l="0" r="0" t="0"/>
          <a:stretch/>
        </p:blipFill>
        <p:spPr>
          <a:xfrm>
            <a:off x="5871485" y="3429001"/>
            <a:ext cx="5667571" cy="2791710"/>
          </a:xfrm>
          <a:prstGeom prst="rect">
            <a:avLst/>
          </a:prstGeom>
          <a:noFill/>
          <a:ln>
            <a:noFill/>
          </a:ln>
        </p:spPr>
      </p:pic>
      <p:sp>
        <p:nvSpPr>
          <p:cNvPr id="317" name="Google Shape;317;p33"/>
          <p:cNvSpPr/>
          <p:nvPr/>
        </p:nvSpPr>
        <p:spPr>
          <a:xfrm>
            <a:off x="2852767" y="637289"/>
            <a:ext cx="1233182" cy="1149291"/>
          </a:xfrm>
          <a:prstGeom prst="ellipse">
            <a:avLst/>
          </a:prstGeom>
          <a:noFill/>
          <a:ln cap="flat" cmpd="sng" w="15875">
            <a:solidFill>
              <a:srgbClr val="3134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Garamond"/>
              <a:ea typeface="Garamond"/>
              <a:cs typeface="Garamond"/>
              <a:sym typeface="Garamond"/>
            </a:endParaRPr>
          </a:p>
        </p:txBody>
      </p:sp>
      <p:pic>
        <p:nvPicPr>
          <p:cNvPr id="318" name="Google Shape;318;p33"/>
          <p:cNvPicPr preferRelativeResize="0"/>
          <p:nvPr/>
        </p:nvPicPr>
        <p:blipFill rotWithShape="1">
          <a:blip r:embed="rId4">
            <a:alphaModFix/>
          </a:blip>
          <a:srcRect b="46276" l="18118" r="70572" t="37569"/>
          <a:stretch/>
        </p:blipFill>
        <p:spPr>
          <a:xfrm>
            <a:off x="1856755" y="3673771"/>
            <a:ext cx="3222780" cy="2267415"/>
          </a:xfrm>
          <a:prstGeom prst="rect">
            <a:avLst/>
          </a:prstGeom>
          <a:noFill/>
          <a:ln>
            <a:noFill/>
          </a:ln>
        </p:spPr>
      </p:pic>
      <p:pic>
        <p:nvPicPr>
          <p:cNvPr id="319" name="Google Shape;319;p33"/>
          <p:cNvPicPr preferRelativeResize="0"/>
          <p:nvPr/>
        </p:nvPicPr>
        <p:blipFill rotWithShape="1">
          <a:blip r:embed="rId3">
            <a:alphaModFix/>
          </a:blip>
          <a:srcRect b="71272" l="44322" r="44322" t="12854"/>
          <a:stretch/>
        </p:blipFill>
        <p:spPr>
          <a:xfrm>
            <a:off x="7064078" y="899437"/>
            <a:ext cx="3282384" cy="2267415"/>
          </a:xfrm>
          <a:prstGeom prst="rect">
            <a:avLst/>
          </a:prstGeom>
          <a:noFill/>
          <a:ln>
            <a:noFill/>
          </a:ln>
        </p:spPr>
      </p:pic>
      <p:sp>
        <p:nvSpPr>
          <p:cNvPr id="320" name="Google Shape;320;p33"/>
          <p:cNvSpPr/>
          <p:nvPr/>
        </p:nvSpPr>
        <p:spPr>
          <a:xfrm>
            <a:off x="6619424" y="4139692"/>
            <a:ext cx="1233182" cy="1149291"/>
          </a:xfrm>
          <a:prstGeom prst="ellipse">
            <a:avLst/>
          </a:prstGeom>
          <a:noFill/>
          <a:ln cap="flat" cmpd="sng" w="15875">
            <a:solidFill>
              <a:srgbClr val="37FF3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Garamond"/>
              <a:ea typeface="Garamond"/>
              <a:cs typeface="Garamond"/>
              <a:sym typeface="Garamond"/>
            </a:endParaRPr>
          </a:p>
        </p:txBody>
      </p:sp>
      <p:cxnSp>
        <p:nvCxnSpPr>
          <p:cNvPr id="321" name="Google Shape;321;p33"/>
          <p:cNvCxnSpPr>
            <a:stCxn id="320" idx="2"/>
            <a:endCxn id="318" idx="3"/>
          </p:cNvCxnSpPr>
          <p:nvPr/>
        </p:nvCxnSpPr>
        <p:spPr>
          <a:xfrm flipH="1">
            <a:off x="5079524" y="4714338"/>
            <a:ext cx="1539900" cy="93000"/>
          </a:xfrm>
          <a:prstGeom prst="straightConnector1">
            <a:avLst/>
          </a:prstGeom>
          <a:noFill/>
          <a:ln cap="flat" cmpd="sng" w="9525">
            <a:solidFill>
              <a:srgbClr val="37FF3A"/>
            </a:solidFill>
            <a:prstDash val="solid"/>
            <a:round/>
            <a:headEnd len="sm" w="sm" type="none"/>
            <a:tailEnd len="med" w="med" type="triangle"/>
          </a:ln>
        </p:spPr>
      </p:cxnSp>
      <p:cxnSp>
        <p:nvCxnSpPr>
          <p:cNvPr id="322" name="Google Shape;322;p33"/>
          <p:cNvCxnSpPr>
            <a:endCxn id="319" idx="1"/>
          </p:cNvCxnSpPr>
          <p:nvPr/>
        </p:nvCxnSpPr>
        <p:spPr>
          <a:xfrm>
            <a:off x="4085978" y="1233045"/>
            <a:ext cx="2978100" cy="800100"/>
          </a:xfrm>
          <a:prstGeom prst="straightConnector1">
            <a:avLst/>
          </a:prstGeom>
          <a:noFill/>
          <a:ln cap="flat" cmpd="sng" w="9525">
            <a:solidFill>
              <a:srgbClr val="3134FF"/>
            </a:solidFill>
            <a:prstDash val="solid"/>
            <a:round/>
            <a:headEnd len="sm" w="sm" type="none"/>
            <a:tailEnd len="med" w="med" type="triangle"/>
          </a:ln>
        </p:spPr>
      </p:cxnSp>
      <p:sp>
        <p:nvSpPr>
          <p:cNvPr id="323" name="Google Shape;323;p33"/>
          <p:cNvSpPr txBox="1"/>
          <p:nvPr/>
        </p:nvSpPr>
        <p:spPr>
          <a:xfrm>
            <a:off x="5079535" y="973203"/>
            <a:ext cx="6115574" cy="36933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1" lang="it-IT" sz="1800">
                <a:solidFill>
                  <a:srgbClr val="3134FF"/>
                </a:solidFill>
                <a:latin typeface="Garamond"/>
                <a:ea typeface="Garamond"/>
                <a:cs typeface="Garamond"/>
                <a:sym typeface="Garamond"/>
              </a:rPr>
              <a:t>ingresso</a:t>
            </a:r>
            <a:endParaRPr b="1" sz="1800">
              <a:solidFill>
                <a:schemeClr val="dk1"/>
              </a:solidFill>
              <a:latin typeface="Garamond"/>
              <a:ea typeface="Garamond"/>
              <a:cs typeface="Garamond"/>
              <a:sym typeface="Garamond"/>
            </a:endParaRPr>
          </a:p>
        </p:txBody>
      </p:sp>
      <p:sp>
        <p:nvSpPr>
          <p:cNvPr id="324" name="Google Shape;324;p33"/>
          <p:cNvSpPr txBox="1"/>
          <p:nvPr/>
        </p:nvSpPr>
        <p:spPr>
          <a:xfrm>
            <a:off x="6035879" y="5756520"/>
            <a:ext cx="6115574" cy="36933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1" lang="it-IT" sz="1800">
                <a:solidFill>
                  <a:srgbClr val="37FF3A"/>
                </a:solidFill>
                <a:latin typeface="Garamond"/>
                <a:ea typeface="Garamond"/>
                <a:cs typeface="Garamond"/>
                <a:sym typeface="Garamond"/>
              </a:rPr>
              <a:t>uscita</a:t>
            </a:r>
            <a:endParaRPr b="1" sz="1800">
              <a:solidFill>
                <a:schemeClr val="dk1"/>
              </a:solidFill>
              <a:latin typeface="Garamond"/>
              <a:ea typeface="Garamond"/>
              <a:cs typeface="Garamond"/>
              <a:sym typeface="Garamon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9" name="Shape 329"/>
        <p:cNvGrpSpPr/>
        <p:nvPr/>
      </p:nvGrpSpPr>
      <p:grpSpPr>
        <a:xfrm>
          <a:off x="0" y="0"/>
          <a:ext cx="0" cy="0"/>
          <a:chOff x="0" y="0"/>
          <a:chExt cx="0" cy="0"/>
        </a:xfrm>
      </p:grpSpPr>
      <p:sp>
        <p:nvSpPr>
          <p:cNvPr id="330" name="Google Shape;330;p34"/>
          <p:cNvSpPr txBox="1"/>
          <p:nvPr/>
        </p:nvSpPr>
        <p:spPr>
          <a:xfrm>
            <a:off x="1054250" y="1634641"/>
            <a:ext cx="3777017" cy="369302"/>
          </a:xfrm>
          <a:prstGeom prst="rect">
            <a:avLst/>
          </a:prstGeom>
          <a:noFill/>
          <a:ln>
            <a:noFill/>
          </a:ln>
        </p:spPr>
        <p:txBody>
          <a:bodyPr anchorCtr="0" anchor="t" bIns="91425" lIns="91425" spcFirstLastPara="1" rIns="91425" wrap="square" tIns="91425">
            <a:spAutoFit/>
          </a:bodyPr>
          <a:lstStyle/>
          <a:p>
            <a:pPr indent="0" lvl="0" marL="0" marR="0" rtl="0" algn="l">
              <a:spcBef>
                <a:spcPts val="0"/>
              </a:spcBef>
              <a:spcAft>
                <a:spcPts val="0"/>
              </a:spcAft>
              <a:buClr>
                <a:schemeClr val="dk1"/>
              </a:buClr>
              <a:buSzPts val="1200"/>
              <a:buFont typeface="Libre Franklin"/>
              <a:buNone/>
            </a:pPr>
            <a:r>
              <a:rPr lang="it-IT" sz="1200" u="none">
                <a:solidFill>
                  <a:schemeClr val="dk1"/>
                </a:solidFill>
                <a:latin typeface="Libre Franklin"/>
                <a:ea typeface="Libre Franklin"/>
                <a:cs typeface="Libre Franklin"/>
                <a:sym typeface="Libre Franklin"/>
              </a:rPr>
              <a:t>Lo sfasamento è calcolato mediante la relazione:</a:t>
            </a:r>
            <a:endParaRPr sz="1200" u="none">
              <a:solidFill>
                <a:schemeClr val="dk1"/>
              </a:solidFill>
              <a:latin typeface="Libre Franklin"/>
              <a:ea typeface="Libre Franklin"/>
              <a:cs typeface="Libre Franklin"/>
              <a:sym typeface="Libre Franklin"/>
            </a:endParaRPr>
          </a:p>
        </p:txBody>
      </p:sp>
      <p:sp>
        <p:nvSpPr>
          <p:cNvPr id="331" name="Google Shape;331;p34"/>
          <p:cNvSpPr txBox="1"/>
          <p:nvPr/>
        </p:nvSpPr>
        <p:spPr>
          <a:xfrm>
            <a:off x="7084969" y="1634641"/>
            <a:ext cx="4156280" cy="369302"/>
          </a:xfrm>
          <a:prstGeom prst="rect">
            <a:avLst/>
          </a:prstGeom>
          <a:noFill/>
          <a:ln>
            <a:noFill/>
          </a:ln>
        </p:spPr>
        <p:txBody>
          <a:bodyPr anchorCtr="0" anchor="t" bIns="91425" lIns="91425" spcFirstLastPara="1" rIns="91425" wrap="square" tIns="91425">
            <a:spAutoFit/>
          </a:bodyPr>
          <a:lstStyle/>
          <a:p>
            <a:pPr indent="0" lvl="0" marL="0" marR="0" rtl="0" algn="l">
              <a:spcBef>
                <a:spcPts val="0"/>
              </a:spcBef>
              <a:spcAft>
                <a:spcPts val="0"/>
              </a:spcAft>
              <a:buClr>
                <a:schemeClr val="dk1"/>
              </a:buClr>
              <a:buSzPts val="1200"/>
              <a:buFont typeface="Libre Franklin"/>
              <a:buNone/>
            </a:pPr>
            <a:r>
              <a:rPr lang="it-IT" sz="1200" u="none">
                <a:solidFill>
                  <a:schemeClr val="dk1"/>
                </a:solidFill>
                <a:latin typeface="Libre Franklin"/>
                <a:ea typeface="Libre Franklin"/>
                <a:cs typeface="Libre Franklin"/>
                <a:sym typeface="Libre Franklin"/>
              </a:rPr>
              <a:t>dove “T” è il periodo del segnale.</a:t>
            </a:r>
            <a:endParaRPr sz="1200" u="none">
              <a:solidFill>
                <a:schemeClr val="dk1"/>
              </a:solidFill>
              <a:latin typeface="Libre Franklin"/>
              <a:ea typeface="Libre Franklin"/>
              <a:cs typeface="Libre Franklin"/>
              <a:sym typeface="Libre Franklin"/>
            </a:endParaRPr>
          </a:p>
        </p:txBody>
      </p:sp>
      <p:sp>
        <p:nvSpPr>
          <p:cNvPr id="332" name="Google Shape;332;p34"/>
          <p:cNvSpPr txBox="1"/>
          <p:nvPr/>
        </p:nvSpPr>
        <p:spPr>
          <a:xfrm>
            <a:off x="1054250" y="2556005"/>
            <a:ext cx="5608800" cy="369302"/>
          </a:xfrm>
          <a:prstGeom prst="rect">
            <a:avLst/>
          </a:prstGeom>
          <a:noFill/>
          <a:ln>
            <a:noFill/>
          </a:ln>
        </p:spPr>
        <p:txBody>
          <a:bodyPr anchorCtr="0" anchor="t" bIns="91425" lIns="91425" spcFirstLastPara="1" rIns="91425" wrap="square" tIns="91425">
            <a:spAutoFit/>
          </a:bodyPr>
          <a:lstStyle/>
          <a:p>
            <a:pPr indent="0" lvl="0" marL="0" marR="0" rtl="0" algn="l">
              <a:spcBef>
                <a:spcPts val="0"/>
              </a:spcBef>
              <a:spcAft>
                <a:spcPts val="0"/>
              </a:spcAft>
              <a:buClr>
                <a:schemeClr val="dk1"/>
              </a:buClr>
              <a:buSzPts val="1200"/>
              <a:buFont typeface="Libre Franklin"/>
              <a:buNone/>
            </a:pPr>
            <a:r>
              <a:rPr lang="it-IT" sz="1200" u="none">
                <a:solidFill>
                  <a:schemeClr val="dk1"/>
                </a:solidFill>
                <a:latin typeface="Libre Franklin"/>
                <a:ea typeface="Libre Franklin"/>
                <a:cs typeface="Libre Franklin"/>
                <a:sym typeface="Libre Franklin"/>
              </a:rPr>
              <a:t>Applicando la formula ai valori misurati dalla simulazione si ottiene:</a:t>
            </a:r>
            <a:endParaRPr sz="1200" u="none">
              <a:solidFill>
                <a:schemeClr val="dk1"/>
              </a:solidFill>
              <a:latin typeface="Libre Franklin"/>
              <a:ea typeface="Libre Franklin"/>
              <a:cs typeface="Libre Franklin"/>
              <a:sym typeface="Libre Franklin"/>
            </a:endParaRPr>
          </a:p>
        </p:txBody>
      </p:sp>
      <p:sp>
        <p:nvSpPr>
          <p:cNvPr id="333" name="Google Shape;333;p34"/>
          <p:cNvSpPr txBox="1"/>
          <p:nvPr/>
        </p:nvSpPr>
        <p:spPr>
          <a:xfrm>
            <a:off x="5106934" y="1642220"/>
            <a:ext cx="1297887" cy="345672"/>
          </a:xfrm>
          <a:prstGeom prst="rect">
            <a:avLst/>
          </a:prstGeom>
          <a:blipFill rotWithShape="1">
            <a:blip r:embed="rId3">
              <a:alphaModFix/>
            </a:blip>
            <a:stretch>
              <a:fillRect b="-11864" l="0" r="0" t="0"/>
            </a:stretch>
          </a:blipFill>
          <a:ln cap="flat" cmpd="sng" w="9525">
            <a:solidFill>
              <a:schemeClr val="dk1"/>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rPr lang="it-IT" sz="1800">
                <a:latin typeface="Garamond"/>
                <a:ea typeface="Garamond"/>
                <a:cs typeface="Garamond"/>
                <a:sym typeface="Garamond"/>
              </a:rPr>
              <a:t> </a:t>
            </a:r>
            <a:endParaRPr/>
          </a:p>
        </p:txBody>
      </p:sp>
      <p:sp>
        <p:nvSpPr>
          <p:cNvPr id="334" name="Google Shape;334;p34"/>
          <p:cNvSpPr txBox="1"/>
          <p:nvPr/>
        </p:nvSpPr>
        <p:spPr>
          <a:xfrm>
            <a:off x="1373976" y="3243059"/>
            <a:ext cx="4900252" cy="520463"/>
          </a:xfrm>
          <a:prstGeom prst="rect">
            <a:avLst/>
          </a:prstGeom>
          <a:blipFill rotWithShape="1">
            <a:blip r:embed="rId4">
              <a:alphaModFix/>
            </a:blip>
            <a:stretch>
              <a:fillRect b="0" l="0" r="0" t="0"/>
            </a:stretch>
          </a:blip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it-IT" sz="1800">
                <a:latin typeface="Garamond"/>
                <a:ea typeface="Garamond"/>
                <a:cs typeface="Garamond"/>
                <a:sym typeface="Garamond"/>
              </a:rPr>
              <a:t> </a:t>
            </a:r>
            <a:endParaRPr/>
          </a:p>
        </p:txBody>
      </p:sp>
      <p:sp>
        <p:nvSpPr>
          <p:cNvPr id="335" name="Google Shape;335;p34"/>
          <p:cNvSpPr txBox="1"/>
          <p:nvPr/>
        </p:nvSpPr>
        <p:spPr>
          <a:xfrm>
            <a:off x="1373976" y="3747233"/>
            <a:ext cx="1980479" cy="276999"/>
          </a:xfrm>
          <a:prstGeom prst="rect">
            <a:avLst/>
          </a:prstGeom>
          <a:blipFill rotWithShape="1">
            <a:blip r:embed="rId5">
              <a:alphaModFix/>
            </a:blip>
            <a:stretch>
              <a:fillRect b="-15556" l="-1846" r="-1231" t="0"/>
            </a:stretch>
          </a:blip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it-IT" sz="1800">
                <a:latin typeface="Garamond"/>
                <a:ea typeface="Garamond"/>
                <a:cs typeface="Garamond"/>
                <a:sym typeface="Garamond"/>
              </a:rPr>
              <a:t> </a:t>
            </a:r>
            <a:endParaRPr/>
          </a:p>
        </p:txBody>
      </p:sp>
      <p:sp>
        <p:nvSpPr>
          <p:cNvPr id="336" name="Google Shape;336;p34"/>
          <p:cNvSpPr txBox="1"/>
          <p:nvPr/>
        </p:nvSpPr>
        <p:spPr>
          <a:xfrm>
            <a:off x="1373976" y="4097572"/>
            <a:ext cx="3779496" cy="276999"/>
          </a:xfrm>
          <a:prstGeom prst="rect">
            <a:avLst/>
          </a:prstGeom>
          <a:blipFill rotWithShape="1">
            <a:blip r:embed="rId6">
              <a:alphaModFix/>
            </a:blip>
            <a:stretch>
              <a:fillRect b="-21739" l="-645" r="-323" t="0"/>
            </a:stretch>
          </a:blip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it-IT" sz="1800">
                <a:latin typeface="Garamond"/>
                <a:ea typeface="Garamond"/>
                <a:cs typeface="Garamond"/>
                <a:sym typeface="Garamond"/>
              </a:rPr>
              <a:t> </a:t>
            </a:r>
            <a:endParaRPr/>
          </a:p>
        </p:txBody>
      </p:sp>
      <p:sp>
        <p:nvSpPr>
          <p:cNvPr id="337" name="Google Shape;337;p34"/>
          <p:cNvSpPr txBox="1"/>
          <p:nvPr/>
        </p:nvSpPr>
        <p:spPr>
          <a:xfrm>
            <a:off x="6748942" y="3380646"/>
            <a:ext cx="3650808" cy="276999"/>
          </a:xfrm>
          <a:prstGeom prst="rect">
            <a:avLst/>
          </a:prstGeom>
          <a:blipFill rotWithShape="1">
            <a:blip r:embed="rId7">
              <a:alphaModFix/>
            </a:blip>
            <a:stretch>
              <a:fillRect b="-35556" l="-1002" r="-334" t="-4444"/>
            </a:stretch>
          </a:blip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it-IT" sz="1800">
                <a:latin typeface="Garamond"/>
                <a:ea typeface="Garamond"/>
                <a:cs typeface="Garamond"/>
                <a:sym typeface="Garamond"/>
              </a:rPr>
              <a:t> </a:t>
            </a:r>
            <a:endParaRPr/>
          </a:p>
        </p:txBody>
      </p:sp>
      <p:sp>
        <p:nvSpPr>
          <p:cNvPr id="338" name="Google Shape;338;p34"/>
          <p:cNvSpPr txBox="1"/>
          <p:nvPr/>
        </p:nvSpPr>
        <p:spPr>
          <a:xfrm>
            <a:off x="6748942" y="3743982"/>
            <a:ext cx="2153603" cy="276999"/>
          </a:xfrm>
          <a:prstGeom prst="rect">
            <a:avLst/>
          </a:prstGeom>
          <a:blipFill rotWithShape="1">
            <a:blip r:embed="rId8">
              <a:alphaModFix/>
            </a:blip>
            <a:stretch>
              <a:fillRect b="-6522" l="-1983" r="-1133" t="0"/>
            </a:stretch>
          </a:blip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it-IT" sz="1800">
                <a:latin typeface="Garamond"/>
                <a:ea typeface="Garamond"/>
                <a:cs typeface="Garamond"/>
                <a:sym typeface="Garamond"/>
              </a:rPr>
              <a:t> </a:t>
            </a:r>
            <a:endParaRPr/>
          </a:p>
        </p:txBody>
      </p:sp>
      <p:sp>
        <p:nvSpPr>
          <p:cNvPr id="339" name="Google Shape;339;p34"/>
          <p:cNvSpPr txBox="1"/>
          <p:nvPr/>
        </p:nvSpPr>
        <p:spPr>
          <a:xfrm>
            <a:off x="4648463" y="4905591"/>
            <a:ext cx="3177280" cy="549702"/>
          </a:xfrm>
          <a:prstGeom prst="rect">
            <a:avLst/>
          </a:prstGeom>
          <a:blipFill rotWithShape="1">
            <a:blip r:embed="rId9">
              <a:alphaModFix/>
            </a:blip>
            <a:stretch>
              <a:fillRect b="0" l="0" r="0" t="0"/>
            </a:stretch>
          </a:blip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it-IT" sz="1800">
                <a:latin typeface="Garamond"/>
                <a:ea typeface="Garamond"/>
                <a:cs typeface="Garamond"/>
                <a:sym typeface="Garamond"/>
              </a:rPr>
              <a:t> </a:t>
            </a:r>
            <a:endParaRPr/>
          </a:p>
        </p:txBody>
      </p:sp>
      <p:sp>
        <p:nvSpPr>
          <p:cNvPr id="340" name="Google Shape;340;p34"/>
          <p:cNvSpPr txBox="1"/>
          <p:nvPr/>
        </p:nvSpPr>
        <p:spPr>
          <a:xfrm>
            <a:off x="1054250" y="712407"/>
            <a:ext cx="4968834" cy="569400"/>
          </a:xfrm>
          <a:prstGeom prst="rect">
            <a:avLst/>
          </a:prstGeom>
          <a:noFill/>
          <a:ln>
            <a:noFill/>
          </a:ln>
        </p:spPr>
        <p:txBody>
          <a:bodyPr anchorCtr="0" anchor="t" bIns="91425" lIns="91425" spcFirstLastPara="1" rIns="91425" wrap="square" tIns="91425">
            <a:spAutoFit/>
          </a:bodyPr>
          <a:lstStyle/>
          <a:p>
            <a:pPr indent="0" lvl="0" marL="0" marR="0" rtl="0" algn="l">
              <a:spcBef>
                <a:spcPts val="0"/>
              </a:spcBef>
              <a:spcAft>
                <a:spcPts val="0"/>
              </a:spcAft>
              <a:buClr>
                <a:srgbClr val="073763"/>
              </a:buClr>
              <a:buSzPts val="2500"/>
              <a:buFont typeface="Quattrocento Sans"/>
              <a:buNone/>
            </a:pPr>
            <a:r>
              <a:rPr lang="it-IT" sz="2500">
                <a:solidFill>
                  <a:srgbClr val="073763"/>
                </a:solidFill>
                <a:latin typeface="Quattrocento Sans"/>
                <a:ea typeface="Quattrocento Sans"/>
                <a:cs typeface="Quattrocento Sans"/>
                <a:sym typeface="Quattrocento Sans"/>
              </a:rPr>
              <a:t>Calcolando lo sfasamento</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4" name="Shape 344"/>
        <p:cNvGrpSpPr/>
        <p:nvPr/>
      </p:nvGrpSpPr>
      <p:grpSpPr>
        <a:xfrm>
          <a:off x="0" y="0"/>
          <a:ext cx="0" cy="0"/>
          <a:chOff x="0" y="0"/>
          <a:chExt cx="0" cy="0"/>
        </a:xfrm>
      </p:grpSpPr>
      <p:sp>
        <p:nvSpPr>
          <p:cNvPr id="345" name="Google Shape;345;p35"/>
          <p:cNvSpPr txBox="1"/>
          <p:nvPr/>
        </p:nvSpPr>
        <p:spPr>
          <a:xfrm>
            <a:off x="989215" y="959214"/>
            <a:ext cx="10556400" cy="1354187"/>
          </a:xfrm>
          <a:prstGeom prst="rect">
            <a:avLst/>
          </a:prstGeom>
          <a:noFill/>
          <a:ln>
            <a:noFill/>
          </a:ln>
        </p:spPr>
        <p:txBody>
          <a:bodyPr anchorCtr="0" anchor="t" bIns="91425" lIns="91425" spcFirstLastPara="1" rIns="91425" wrap="square" tIns="91425">
            <a:spAutoFit/>
          </a:bodyPr>
          <a:lstStyle/>
          <a:p>
            <a:pPr indent="0" lvl="0" marL="0" marR="0" rtl="0" algn="l">
              <a:spcBef>
                <a:spcPts val="0"/>
              </a:spcBef>
              <a:spcAft>
                <a:spcPts val="0"/>
              </a:spcAft>
              <a:buClr>
                <a:schemeClr val="dk1"/>
              </a:buClr>
              <a:buSzPts val="1400"/>
              <a:buFont typeface="Libre Franklin"/>
              <a:buNone/>
            </a:pPr>
            <a:r>
              <a:rPr b="1" lang="it-IT" sz="1400" u="none">
                <a:solidFill>
                  <a:schemeClr val="dk1"/>
                </a:solidFill>
                <a:latin typeface="Libre Franklin"/>
                <a:ea typeface="Libre Franklin"/>
                <a:cs typeface="Libre Franklin"/>
                <a:sym typeface="Libre Franklin"/>
              </a:rPr>
              <a:t>Osservazione:</a:t>
            </a:r>
            <a:endParaRPr/>
          </a:p>
          <a:p>
            <a:pPr indent="0" lvl="0" marL="0" marR="0" rtl="0" algn="l">
              <a:spcBef>
                <a:spcPts val="0"/>
              </a:spcBef>
              <a:spcAft>
                <a:spcPts val="0"/>
              </a:spcAft>
              <a:buClr>
                <a:schemeClr val="dk1"/>
              </a:buClr>
              <a:buSzPts val="1400"/>
              <a:buFont typeface="Libre Franklin"/>
              <a:buNone/>
            </a:pPr>
            <a:r>
              <a:t/>
            </a:r>
            <a:endParaRPr b="1" sz="1400" u="none">
              <a:solidFill>
                <a:schemeClr val="dk1"/>
              </a:solidFill>
              <a:latin typeface="Libre Franklin"/>
              <a:ea typeface="Libre Franklin"/>
              <a:cs typeface="Libre Franklin"/>
              <a:sym typeface="Libre Franklin"/>
            </a:endParaRPr>
          </a:p>
          <a:p>
            <a:pPr indent="0" lvl="0" marL="0" marR="0" rtl="0" algn="l">
              <a:spcBef>
                <a:spcPts val="0"/>
              </a:spcBef>
              <a:spcAft>
                <a:spcPts val="0"/>
              </a:spcAft>
              <a:buClr>
                <a:schemeClr val="dk1"/>
              </a:buClr>
              <a:buSzPts val="1200"/>
              <a:buFont typeface="Libre Franklin"/>
              <a:buNone/>
            </a:pPr>
            <a:r>
              <a:rPr lang="it-IT" sz="1200" u="none">
                <a:solidFill>
                  <a:schemeClr val="dk1"/>
                </a:solidFill>
                <a:latin typeface="Libre Franklin"/>
                <a:ea typeface="Libre Franklin"/>
                <a:cs typeface="Libre Franklin"/>
                <a:sym typeface="Libre Franklin"/>
              </a:rPr>
              <a:t>Alla frequenza di taglio </a:t>
            </a:r>
            <a:r>
              <a:rPr b="1" i="1" lang="it-IT" sz="1200" u="none">
                <a:solidFill>
                  <a:schemeClr val="dk1"/>
                </a:solidFill>
                <a:latin typeface="Libre Franklin"/>
                <a:ea typeface="Libre Franklin"/>
                <a:cs typeface="Libre Franklin"/>
                <a:sym typeface="Libre Franklin"/>
              </a:rPr>
              <a:t>f=ƒc=159 Hz</a:t>
            </a:r>
            <a:r>
              <a:rPr lang="it-IT" sz="1200" u="none">
                <a:solidFill>
                  <a:schemeClr val="dk1"/>
                </a:solidFill>
                <a:latin typeface="Libre Franklin"/>
                <a:ea typeface="Libre Franklin"/>
                <a:cs typeface="Libre Franklin"/>
                <a:sym typeface="Libre Franklin"/>
              </a:rPr>
              <a:t>, il filtro passa-alto RC </a:t>
            </a:r>
            <a:r>
              <a:rPr lang="it-IT" sz="1200" u="sng">
                <a:solidFill>
                  <a:schemeClr val="dk1"/>
                </a:solidFill>
                <a:latin typeface="Libre Franklin"/>
                <a:ea typeface="Libre Franklin"/>
                <a:cs typeface="Libre Franklin"/>
                <a:sym typeface="Libre Franklin"/>
              </a:rPr>
              <a:t>mostra un comportamento intermedio tra attenuazione e trasparenza del segnale</a:t>
            </a:r>
            <a:r>
              <a:rPr lang="it-IT" sz="1200" u="none">
                <a:solidFill>
                  <a:schemeClr val="dk1"/>
                </a:solidFill>
                <a:latin typeface="Libre Franklin"/>
                <a:ea typeface="Libre Franklin"/>
                <a:cs typeface="Libre Franklin"/>
                <a:sym typeface="Libre Franklin"/>
              </a:rPr>
              <a:t>. </a:t>
            </a:r>
            <a:br>
              <a:rPr lang="it-IT" sz="1200" u="none">
                <a:solidFill>
                  <a:schemeClr val="dk1"/>
                </a:solidFill>
                <a:latin typeface="Libre Franklin"/>
                <a:ea typeface="Libre Franklin"/>
                <a:cs typeface="Libre Franklin"/>
                <a:sym typeface="Libre Franklin"/>
              </a:rPr>
            </a:br>
            <a:endParaRPr sz="1200" u="none">
              <a:solidFill>
                <a:schemeClr val="dk1"/>
              </a:solidFill>
              <a:latin typeface="Libre Franklin"/>
              <a:ea typeface="Libre Franklin"/>
              <a:cs typeface="Libre Franklin"/>
              <a:sym typeface="Libre Franklin"/>
            </a:endParaRPr>
          </a:p>
          <a:p>
            <a:pPr indent="0" lvl="0" marL="0" marR="0" rtl="0" algn="l">
              <a:spcBef>
                <a:spcPts val="0"/>
              </a:spcBef>
              <a:spcAft>
                <a:spcPts val="0"/>
              </a:spcAft>
              <a:buClr>
                <a:schemeClr val="dk1"/>
              </a:buClr>
              <a:buSzPts val="1200"/>
              <a:buFont typeface="Libre Franklin"/>
              <a:buNone/>
            </a:pPr>
            <a:r>
              <a:rPr i="1" lang="it-IT" sz="1200" u="none">
                <a:solidFill>
                  <a:schemeClr val="dk1"/>
                </a:solidFill>
                <a:latin typeface="Libre Franklin"/>
                <a:ea typeface="Libre Franklin"/>
                <a:cs typeface="Libre Franklin"/>
                <a:sym typeface="Libre Franklin"/>
              </a:rPr>
              <a:t>Lo sfasamento di circa 45° è coerente con la teoria, </a:t>
            </a:r>
            <a:r>
              <a:rPr b="1" i="1" lang="it-IT" sz="1200" u="none">
                <a:solidFill>
                  <a:schemeClr val="dk1"/>
                </a:solidFill>
                <a:latin typeface="Libre Franklin"/>
                <a:ea typeface="Libre Franklin"/>
                <a:cs typeface="Libre Franklin"/>
                <a:sym typeface="Libre Franklin"/>
              </a:rPr>
              <a:t>secondo cui alla frequenza di taglio l’uscita risulta attenuata di circa −3 dB </a:t>
            </a:r>
            <a:r>
              <a:rPr i="1" lang="it-IT" sz="1200" u="none">
                <a:solidFill>
                  <a:schemeClr val="dk1"/>
                </a:solidFill>
                <a:latin typeface="Libre Franklin"/>
                <a:ea typeface="Libre Franklin"/>
                <a:cs typeface="Libre Franklin"/>
                <a:sym typeface="Libre Franklin"/>
              </a:rPr>
              <a:t>e presenta uno sfasamento intermedio tra il regime a bassa e alta frequenza.</a:t>
            </a:r>
            <a:endParaRPr i="1" sz="1200" u="none">
              <a:solidFill>
                <a:schemeClr val="dk1"/>
              </a:solidFill>
              <a:latin typeface="Libre Franklin"/>
              <a:ea typeface="Libre Franklin"/>
              <a:cs typeface="Libre Franklin"/>
              <a:sym typeface="Libre Franklin"/>
            </a:endParaRPr>
          </a:p>
        </p:txBody>
      </p:sp>
      <p:sp>
        <p:nvSpPr>
          <p:cNvPr id="346" name="Google Shape;346;p35"/>
          <p:cNvSpPr txBox="1"/>
          <p:nvPr/>
        </p:nvSpPr>
        <p:spPr>
          <a:xfrm>
            <a:off x="989215" y="2751652"/>
            <a:ext cx="1931105" cy="568938"/>
          </a:xfrm>
          <a:prstGeom prst="rect">
            <a:avLst/>
          </a:prstGeom>
          <a:blipFill rotWithShape="1">
            <a:blip r:embed="rId3">
              <a:alphaModFix/>
            </a:blip>
            <a:stretch>
              <a:fillRect b="0" l="0" r="0" t="0"/>
            </a:stretch>
          </a:blip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it-IT" sz="1800">
                <a:latin typeface="Garamond"/>
                <a:ea typeface="Garamond"/>
                <a:cs typeface="Garamond"/>
                <a:sym typeface="Garamond"/>
              </a:rPr>
              <a:t> </a:t>
            </a:r>
            <a:endParaRPr/>
          </a:p>
        </p:txBody>
      </p:sp>
      <p:sp>
        <p:nvSpPr>
          <p:cNvPr id="347" name="Google Shape;347;p35"/>
          <p:cNvSpPr txBox="1"/>
          <p:nvPr/>
        </p:nvSpPr>
        <p:spPr>
          <a:xfrm>
            <a:off x="989215" y="3947184"/>
            <a:ext cx="1887824" cy="276999"/>
          </a:xfrm>
          <a:prstGeom prst="rect">
            <a:avLst/>
          </a:prstGeom>
          <a:blipFill rotWithShape="1">
            <a:blip r:embed="rId4">
              <a:alphaModFix/>
            </a:blip>
            <a:stretch>
              <a:fillRect b="-35556" l="-3871" r="-2581" t="-4444"/>
            </a:stretch>
          </a:blip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it-IT" sz="1800">
                <a:latin typeface="Garamond"/>
                <a:ea typeface="Garamond"/>
                <a:cs typeface="Garamond"/>
                <a:sym typeface="Garamond"/>
              </a:rPr>
              <a:t> </a:t>
            </a:r>
            <a:endParaRPr/>
          </a:p>
        </p:txBody>
      </p:sp>
      <p:sp>
        <p:nvSpPr>
          <p:cNvPr id="348" name="Google Shape;348;p35"/>
          <p:cNvSpPr txBox="1"/>
          <p:nvPr/>
        </p:nvSpPr>
        <p:spPr>
          <a:xfrm>
            <a:off x="989215" y="4850777"/>
            <a:ext cx="2651495" cy="398122"/>
          </a:xfrm>
          <a:prstGeom prst="rect">
            <a:avLst/>
          </a:prstGeom>
          <a:blipFill rotWithShape="1">
            <a:blip r:embed="rId5">
              <a:alphaModFix/>
            </a:blip>
            <a:stretch>
              <a:fillRect b="-20000" l="-4138" r="-2069" t="0"/>
            </a:stretch>
          </a:blip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it-IT" sz="1800">
                <a:latin typeface="Garamond"/>
                <a:ea typeface="Garamond"/>
                <a:cs typeface="Garamond"/>
                <a:sym typeface="Garamond"/>
              </a:rPr>
              <a:t> </a:t>
            </a:r>
            <a:endParaRPr/>
          </a:p>
        </p:txBody>
      </p:sp>
      <p:pic>
        <p:nvPicPr>
          <p:cNvPr id="349" name="Google Shape;349;p35"/>
          <p:cNvPicPr preferRelativeResize="0"/>
          <p:nvPr/>
        </p:nvPicPr>
        <p:blipFill rotWithShape="1">
          <a:blip r:embed="rId6">
            <a:alphaModFix/>
          </a:blip>
          <a:srcRect b="0" l="0" r="0" t="0"/>
          <a:stretch/>
        </p:blipFill>
        <p:spPr>
          <a:xfrm>
            <a:off x="3695350" y="2313401"/>
            <a:ext cx="7789178" cy="3848313"/>
          </a:xfrm>
          <a:prstGeom prst="rect">
            <a:avLst/>
          </a:prstGeom>
          <a:noFill/>
          <a:ln>
            <a:noFill/>
          </a:ln>
        </p:spPr>
      </p:pic>
      <p:sp>
        <p:nvSpPr>
          <p:cNvPr id="350" name="Google Shape;350;p35"/>
          <p:cNvSpPr/>
          <p:nvPr/>
        </p:nvSpPr>
        <p:spPr>
          <a:xfrm>
            <a:off x="7194070" y="3429000"/>
            <a:ext cx="1233182" cy="1149291"/>
          </a:xfrm>
          <a:prstGeom prst="ellipse">
            <a:avLst/>
          </a:prstGeom>
          <a:noFill/>
          <a:ln cap="flat" cmpd="sng" w="15875">
            <a:solidFill>
              <a:srgbClr val="37FF3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Garamond"/>
              <a:ea typeface="Garamond"/>
              <a:cs typeface="Garamond"/>
              <a:sym typeface="Garamond"/>
            </a:endParaRPr>
          </a:p>
        </p:txBody>
      </p:sp>
      <p:pic>
        <p:nvPicPr>
          <p:cNvPr id="351" name="Google Shape;351;p35"/>
          <p:cNvPicPr preferRelativeResize="0"/>
          <p:nvPr/>
        </p:nvPicPr>
        <p:blipFill rotWithShape="1">
          <a:blip r:embed="rId6">
            <a:alphaModFix/>
          </a:blip>
          <a:srcRect b="44071" l="47586" r="40505" t="31229"/>
          <a:stretch/>
        </p:blipFill>
        <p:spPr>
          <a:xfrm>
            <a:off x="8763497" y="2979691"/>
            <a:ext cx="2369890" cy="2428511"/>
          </a:xfrm>
          <a:prstGeom prst="rect">
            <a:avLst/>
          </a:prstGeom>
          <a:noFill/>
          <a:ln>
            <a:noFill/>
          </a:ln>
        </p:spPr>
      </p:pic>
      <p:cxnSp>
        <p:nvCxnSpPr>
          <p:cNvPr id="352" name="Google Shape;352;p35"/>
          <p:cNvCxnSpPr/>
          <p:nvPr/>
        </p:nvCxnSpPr>
        <p:spPr>
          <a:xfrm>
            <a:off x="10091956" y="3628239"/>
            <a:ext cx="843094" cy="0"/>
          </a:xfrm>
          <a:prstGeom prst="straightConnector1">
            <a:avLst/>
          </a:prstGeom>
          <a:noFill/>
          <a:ln cap="flat" cmpd="sng" w="28575">
            <a:solidFill>
              <a:srgbClr val="37FF3A"/>
            </a:solidFill>
            <a:prstDash val="solid"/>
            <a:round/>
            <a:headEnd len="sm" w="sm" type="none"/>
            <a:tailEnd len="sm" w="sm" type="none"/>
          </a:ln>
        </p:spPr>
      </p:cxnSp>
      <p:cxnSp>
        <p:nvCxnSpPr>
          <p:cNvPr id="353" name="Google Shape;353;p35"/>
          <p:cNvCxnSpPr/>
          <p:nvPr/>
        </p:nvCxnSpPr>
        <p:spPr>
          <a:xfrm>
            <a:off x="8942665" y="3598878"/>
            <a:ext cx="843094" cy="0"/>
          </a:xfrm>
          <a:prstGeom prst="straightConnector1">
            <a:avLst/>
          </a:prstGeom>
          <a:noFill/>
          <a:ln cap="flat" cmpd="sng" w="28575">
            <a:solidFill>
              <a:srgbClr val="37FF3A"/>
            </a:solidFill>
            <a:prstDash val="solid"/>
            <a:round/>
            <a:headEnd len="sm" w="sm" type="none"/>
            <a:tailEnd len="sm" w="sm" type="none"/>
          </a:ln>
        </p:spPr>
      </p:cxnSp>
      <p:sp>
        <p:nvSpPr>
          <p:cNvPr id="354" name="Google Shape;354;p35"/>
          <p:cNvSpPr/>
          <p:nvPr/>
        </p:nvSpPr>
        <p:spPr>
          <a:xfrm>
            <a:off x="7118059" y="2848341"/>
            <a:ext cx="45719" cy="45719"/>
          </a:xfrm>
          <a:prstGeom prst="ellipse">
            <a:avLst/>
          </a:prstGeom>
          <a:solidFill>
            <a:schemeClr val="dk1"/>
          </a:solidFill>
          <a:ln cap="flat" cmpd="sng" w="15875">
            <a:solidFill>
              <a:schemeClr val="dk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Garamond"/>
              <a:ea typeface="Garamond"/>
              <a:cs typeface="Garamond"/>
              <a:sym typeface="Garamond"/>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9" name="Shape 359"/>
        <p:cNvGrpSpPr/>
        <p:nvPr/>
      </p:nvGrpSpPr>
      <p:grpSpPr>
        <a:xfrm>
          <a:off x="0" y="0"/>
          <a:ext cx="0" cy="0"/>
          <a:chOff x="0" y="0"/>
          <a:chExt cx="0" cy="0"/>
        </a:xfrm>
      </p:grpSpPr>
      <p:sp>
        <p:nvSpPr>
          <p:cNvPr id="360" name="Google Shape;360;p36"/>
          <p:cNvSpPr txBox="1"/>
          <p:nvPr/>
        </p:nvSpPr>
        <p:spPr>
          <a:xfrm>
            <a:off x="1050636" y="866638"/>
            <a:ext cx="10078916" cy="553968"/>
          </a:xfrm>
          <a:prstGeom prst="rect">
            <a:avLst/>
          </a:prstGeom>
          <a:noFill/>
          <a:ln>
            <a:noFill/>
          </a:ln>
        </p:spPr>
        <p:txBody>
          <a:bodyPr anchorCtr="0" anchor="t" bIns="91425" lIns="91425" spcFirstLastPara="1" rIns="91425" wrap="square" tIns="91425">
            <a:spAutoFit/>
          </a:bodyPr>
          <a:lstStyle/>
          <a:p>
            <a:pPr indent="0" lvl="0" marL="0" marR="0" rtl="0" algn="l">
              <a:spcBef>
                <a:spcPts val="0"/>
              </a:spcBef>
              <a:spcAft>
                <a:spcPts val="0"/>
              </a:spcAft>
              <a:buClr>
                <a:schemeClr val="dk1"/>
              </a:buClr>
              <a:buSzPts val="1200"/>
              <a:buFont typeface="Libre Franklin"/>
              <a:buNone/>
            </a:pPr>
            <a:r>
              <a:rPr b="0" lang="it-IT" sz="1200" u="none">
                <a:solidFill>
                  <a:schemeClr val="dk1"/>
                </a:solidFill>
                <a:latin typeface="Libre Franklin"/>
                <a:ea typeface="Libre Franklin"/>
                <a:cs typeface="Libre Franklin"/>
                <a:sym typeface="Libre Franklin"/>
              </a:rPr>
              <a:t>Ripetendo il calcolo per un segnale a 10 Hz si ottiene uno </a:t>
            </a:r>
            <a:r>
              <a:rPr b="0" lang="it-IT" sz="1200" u="sng">
                <a:solidFill>
                  <a:schemeClr val="dk1"/>
                </a:solidFill>
                <a:latin typeface="Libre Franklin"/>
                <a:ea typeface="Libre Franklin"/>
                <a:cs typeface="Libre Franklin"/>
                <a:sym typeface="Libre Franklin"/>
              </a:rPr>
              <a:t>sfasamento pari a circa 86,9°</a:t>
            </a:r>
            <a:r>
              <a:rPr b="0" lang="it-IT" sz="1200" u="none">
                <a:solidFill>
                  <a:schemeClr val="dk1"/>
                </a:solidFill>
                <a:latin typeface="Libre Franklin"/>
                <a:ea typeface="Libre Franklin"/>
                <a:cs typeface="Libre Franklin"/>
                <a:sym typeface="Libre Franklin"/>
              </a:rPr>
              <a:t>, valore prossimo a 90°, tipico delle frequenze molto inferiori alla frequenza di taglio.</a:t>
            </a:r>
            <a:endParaRPr b="0" sz="1200" u="none">
              <a:solidFill>
                <a:schemeClr val="dk1"/>
              </a:solidFill>
              <a:latin typeface="Libre Franklin"/>
              <a:ea typeface="Libre Franklin"/>
              <a:cs typeface="Libre Franklin"/>
              <a:sym typeface="Libre Franklin"/>
            </a:endParaRPr>
          </a:p>
        </p:txBody>
      </p:sp>
      <p:sp>
        <p:nvSpPr>
          <p:cNvPr id="361" name="Google Shape;361;p36"/>
          <p:cNvSpPr txBox="1"/>
          <p:nvPr/>
        </p:nvSpPr>
        <p:spPr>
          <a:xfrm>
            <a:off x="1050636" y="3114156"/>
            <a:ext cx="10078916" cy="553968"/>
          </a:xfrm>
          <a:prstGeom prst="rect">
            <a:avLst/>
          </a:prstGeom>
          <a:noFill/>
          <a:ln>
            <a:noFill/>
          </a:ln>
        </p:spPr>
        <p:txBody>
          <a:bodyPr anchorCtr="0" anchor="t" bIns="91425" lIns="91425" spcFirstLastPara="1" rIns="91425" wrap="square" tIns="91425">
            <a:spAutoFit/>
          </a:bodyPr>
          <a:lstStyle/>
          <a:p>
            <a:pPr indent="0" lvl="0" marL="0" marR="0" rtl="0" algn="l">
              <a:spcBef>
                <a:spcPts val="0"/>
              </a:spcBef>
              <a:spcAft>
                <a:spcPts val="0"/>
              </a:spcAft>
              <a:buClr>
                <a:schemeClr val="dk1"/>
              </a:buClr>
              <a:buSzPts val="1200"/>
              <a:buFont typeface="Libre Franklin"/>
              <a:buNone/>
            </a:pPr>
            <a:r>
              <a:rPr b="0" lang="it-IT" sz="1200" u="none">
                <a:solidFill>
                  <a:schemeClr val="dk1"/>
                </a:solidFill>
                <a:latin typeface="Libre Franklin"/>
                <a:ea typeface="Libre Franklin"/>
                <a:cs typeface="Libre Franklin"/>
                <a:sym typeface="Libre Franklin"/>
              </a:rPr>
              <a:t>Ripetendo il calcolo per un segnale a 250 Hz si ottiene uno </a:t>
            </a:r>
            <a:r>
              <a:rPr b="0" lang="it-IT" sz="1200" u="sng">
                <a:solidFill>
                  <a:schemeClr val="dk1"/>
                </a:solidFill>
                <a:latin typeface="Libre Franklin"/>
                <a:ea typeface="Libre Franklin"/>
                <a:cs typeface="Libre Franklin"/>
                <a:sym typeface="Libre Franklin"/>
              </a:rPr>
              <a:t>sfasamento pari a circa 32,3°</a:t>
            </a:r>
            <a:r>
              <a:rPr b="0" lang="it-IT" sz="1200" u="none">
                <a:solidFill>
                  <a:schemeClr val="dk1"/>
                </a:solidFill>
                <a:latin typeface="Libre Franklin"/>
                <a:ea typeface="Libre Franklin"/>
                <a:cs typeface="Libre Franklin"/>
                <a:sym typeface="Libre Franklin"/>
              </a:rPr>
              <a:t>, tipico delle frequenze vicine alla frequenza di taglio.</a:t>
            </a:r>
            <a:endParaRPr b="0" sz="1200" u="none">
              <a:solidFill>
                <a:schemeClr val="dk1"/>
              </a:solidFill>
              <a:latin typeface="Libre Franklin"/>
              <a:ea typeface="Libre Franklin"/>
              <a:cs typeface="Libre Franklin"/>
              <a:sym typeface="Libre Franklin"/>
            </a:endParaRPr>
          </a:p>
        </p:txBody>
      </p:sp>
      <p:sp>
        <p:nvSpPr>
          <p:cNvPr id="362" name="Google Shape;362;p36"/>
          <p:cNvSpPr txBox="1"/>
          <p:nvPr/>
        </p:nvSpPr>
        <p:spPr>
          <a:xfrm>
            <a:off x="1050636" y="5293415"/>
            <a:ext cx="10078916" cy="553968"/>
          </a:xfrm>
          <a:prstGeom prst="rect">
            <a:avLst/>
          </a:prstGeom>
          <a:noFill/>
          <a:ln>
            <a:noFill/>
          </a:ln>
        </p:spPr>
        <p:txBody>
          <a:bodyPr anchorCtr="0" anchor="t" bIns="91425" lIns="91425" spcFirstLastPara="1" rIns="91425" wrap="square" tIns="91425">
            <a:spAutoFit/>
          </a:bodyPr>
          <a:lstStyle/>
          <a:p>
            <a:pPr indent="0" lvl="0" marL="0" marR="0" rtl="0" algn="l">
              <a:spcBef>
                <a:spcPts val="0"/>
              </a:spcBef>
              <a:spcAft>
                <a:spcPts val="0"/>
              </a:spcAft>
              <a:buClr>
                <a:schemeClr val="dk1"/>
              </a:buClr>
              <a:buSzPts val="1200"/>
              <a:buFont typeface="Libre Franklin"/>
              <a:buNone/>
            </a:pPr>
            <a:r>
              <a:rPr b="0" lang="it-IT" sz="1200" u="none">
                <a:solidFill>
                  <a:schemeClr val="dk1"/>
                </a:solidFill>
                <a:latin typeface="Libre Franklin"/>
                <a:ea typeface="Libre Franklin"/>
                <a:cs typeface="Libre Franklin"/>
                <a:sym typeface="Libre Franklin"/>
              </a:rPr>
              <a:t>Mentre per frequenze molto superiori a ƒc, </a:t>
            </a:r>
            <a:r>
              <a:rPr b="0" lang="it-IT" sz="1200" u="sng">
                <a:solidFill>
                  <a:schemeClr val="dk1"/>
                </a:solidFill>
                <a:latin typeface="Libre Franklin"/>
                <a:ea typeface="Libre Franklin"/>
                <a:cs typeface="Libre Franklin"/>
                <a:sym typeface="Libre Franklin"/>
              </a:rPr>
              <a:t>come nel caso del segnale a 3 kHz, lo sfasamento tende a 0°</a:t>
            </a:r>
            <a:r>
              <a:rPr b="0" lang="it-IT" sz="1200" u="none">
                <a:solidFill>
                  <a:schemeClr val="dk1"/>
                </a:solidFill>
                <a:latin typeface="Libre Franklin"/>
                <a:ea typeface="Libre Franklin"/>
                <a:cs typeface="Libre Franklin"/>
                <a:sym typeface="Libre Franklin"/>
              </a:rPr>
              <a:t>, indicando che il segnale viene trasferito quasi integralmente in uscita.</a:t>
            </a:r>
            <a:endParaRPr b="0" sz="1200" u="none">
              <a:solidFill>
                <a:schemeClr val="dk1"/>
              </a:solidFill>
              <a:latin typeface="Libre Franklin"/>
              <a:ea typeface="Libre Franklin"/>
              <a:cs typeface="Libre Franklin"/>
              <a:sym typeface="Libre Franklin"/>
            </a:endParaRPr>
          </a:p>
        </p:txBody>
      </p:sp>
      <p:grpSp>
        <p:nvGrpSpPr>
          <p:cNvPr id="363" name="Google Shape;363;p36"/>
          <p:cNvGrpSpPr/>
          <p:nvPr/>
        </p:nvGrpSpPr>
        <p:grpSpPr>
          <a:xfrm>
            <a:off x="1617462" y="1723320"/>
            <a:ext cx="8040253" cy="1047568"/>
            <a:chOff x="1458894" y="1840488"/>
            <a:chExt cx="8040253" cy="1047568"/>
          </a:xfrm>
        </p:grpSpPr>
        <p:grpSp>
          <p:nvGrpSpPr>
            <p:cNvPr id="364" name="Google Shape;364;p36"/>
            <p:cNvGrpSpPr/>
            <p:nvPr/>
          </p:nvGrpSpPr>
          <p:grpSpPr>
            <a:xfrm>
              <a:off x="1458894" y="1840488"/>
              <a:ext cx="2031646" cy="1047568"/>
              <a:chOff x="1910773" y="1895047"/>
              <a:chExt cx="2031646" cy="1047568"/>
            </a:xfrm>
          </p:grpSpPr>
          <p:sp>
            <p:nvSpPr>
              <p:cNvPr id="365" name="Google Shape;365;p36"/>
              <p:cNvSpPr txBox="1"/>
              <p:nvPr/>
            </p:nvSpPr>
            <p:spPr>
              <a:xfrm>
                <a:off x="1910773" y="1895047"/>
                <a:ext cx="2031646" cy="346890"/>
              </a:xfrm>
              <a:prstGeom prst="rect">
                <a:avLst/>
              </a:prstGeom>
              <a:blipFill rotWithShape="1">
                <a:blip r:embed="rId3">
                  <a:alphaModFix/>
                </a:blip>
                <a:stretch>
                  <a:fillRect b="-14035" l="-1198" r="-1198" t="-3509"/>
                </a:stretch>
              </a:blip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it-IT" sz="1800">
                    <a:latin typeface="Garamond"/>
                    <a:ea typeface="Garamond"/>
                    <a:cs typeface="Garamond"/>
                    <a:sym typeface="Garamond"/>
                  </a:rPr>
                  <a:t> </a:t>
                </a:r>
                <a:endParaRPr/>
              </a:p>
            </p:txBody>
          </p:sp>
          <p:sp>
            <p:nvSpPr>
              <p:cNvPr id="366" name="Google Shape;366;p36"/>
              <p:cNvSpPr txBox="1"/>
              <p:nvPr/>
            </p:nvSpPr>
            <p:spPr>
              <a:xfrm>
                <a:off x="1910773" y="2407610"/>
                <a:ext cx="1313949" cy="184666"/>
              </a:xfrm>
              <a:prstGeom prst="rect">
                <a:avLst/>
              </a:prstGeom>
              <a:blipFill rotWithShape="1">
                <a:blip r:embed="rId4">
                  <a:alphaModFix/>
                </a:blip>
                <a:stretch>
                  <a:fillRect b="-13332" l="-1852" r="-1389" t="0"/>
                </a:stretch>
              </a:blip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it-IT" sz="1800">
                    <a:latin typeface="Garamond"/>
                    <a:ea typeface="Garamond"/>
                    <a:cs typeface="Garamond"/>
                    <a:sym typeface="Garamond"/>
                  </a:rPr>
                  <a:t> </a:t>
                </a:r>
                <a:endParaRPr/>
              </a:p>
            </p:txBody>
          </p:sp>
          <p:sp>
            <p:nvSpPr>
              <p:cNvPr id="367" name="Google Shape;367;p36"/>
              <p:cNvSpPr txBox="1"/>
              <p:nvPr/>
            </p:nvSpPr>
            <p:spPr>
              <a:xfrm>
                <a:off x="1910773" y="2757949"/>
                <a:ext cx="1317540" cy="184666"/>
              </a:xfrm>
              <a:prstGeom prst="rect">
                <a:avLst/>
              </a:prstGeom>
              <a:blipFill rotWithShape="1">
                <a:blip r:embed="rId5">
                  <a:alphaModFix/>
                </a:blip>
                <a:stretch>
                  <a:fillRect b="-9677" l="-1852" r="-1389" t="0"/>
                </a:stretch>
              </a:blip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it-IT" sz="1800">
                    <a:latin typeface="Garamond"/>
                    <a:ea typeface="Garamond"/>
                    <a:cs typeface="Garamond"/>
                    <a:sym typeface="Garamond"/>
                  </a:rPr>
                  <a:t> </a:t>
                </a:r>
                <a:endParaRPr/>
              </a:p>
            </p:txBody>
          </p:sp>
        </p:grpSp>
        <p:sp>
          <p:nvSpPr>
            <p:cNvPr id="368" name="Google Shape;368;p36"/>
            <p:cNvSpPr txBox="1"/>
            <p:nvPr/>
          </p:nvSpPr>
          <p:spPr>
            <a:xfrm>
              <a:off x="4887421" y="2271822"/>
              <a:ext cx="1342803" cy="184666"/>
            </a:xfrm>
            <a:prstGeom prst="rect">
              <a:avLst/>
            </a:prstGeom>
            <a:blipFill rotWithShape="1">
              <a:blip r:embed="rId6">
                <a:alphaModFix/>
              </a:blip>
              <a:stretch>
                <a:fillRect b="-6452" l="-2273" r="-909" t="0"/>
              </a:stretch>
            </a:blip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it-IT" sz="1800">
                  <a:latin typeface="Garamond"/>
                  <a:ea typeface="Garamond"/>
                  <a:cs typeface="Garamond"/>
                  <a:sym typeface="Garamond"/>
                </a:rPr>
                <a:t> </a:t>
              </a:r>
              <a:endParaRPr/>
            </a:p>
          </p:txBody>
        </p:sp>
        <p:sp>
          <p:nvSpPr>
            <p:cNvPr id="369" name="Google Shape;369;p36"/>
            <p:cNvSpPr txBox="1"/>
            <p:nvPr/>
          </p:nvSpPr>
          <p:spPr>
            <a:xfrm>
              <a:off x="7475451" y="2177714"/>
              <a:ext cx="2023696" cy="350673"/>
            </a:xfrm>
            <a:prstGeom prst="rect">
              <a:avLst/>
            </a:prstGeom>
            <a:blipFill rotWithShape="1">
              <a:blip r:embed="rId7">
                <a:alphaModFix/>
              </a:blip>
              <a:stretch>
                <a:fillRect b="-13793" l="-1506" r="-1506" t="-3448"/>
              </a:stretch>
            </a:blip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it-IT" sz="1800">
                  <a:latin typeface="Garamond"/>
                  <a:ea typeface="Garamond"/>
                  <a:cs typeface="Garamond"/>
                  <a:sym typeface="Garamond"/>
                </a:rPr>
                <a:t> </a:t>
              </a:r>
              <a:endParaRPr/>
            </a:p>
          </p:txBody>
        </p:sp>
      </p:grpSp>
      <p:grpSp>
        <p:nvGrpSpPr>
          <p:cNvPr id="370" name="Google Shape;370;p36"/>
          <p:cNvGrpSpPr/>
          <p:nvPr/>
        </p:nvGrpSpPr>
        <p:grpSpPr>
          <a:xfrm>
            <a:off x="1565061" y="3943288"/>
            <a:ext cx="8145056" cy="1106216"/>
            <a:chOff x="1439049" y="3916683"/>
            <a:chExt cx="8145056" cy="1106216"/>
          </a:xfrm>
        </p:grpSpPr>
        <p:grpSp>
          <p:nvGrpSpPr>
            <p:cNvPr id="371" name="Google Shape;371;p36"/>
            <p:cNvGrpSpPr/>
            <p:nvPr/>
          </p:nvGrpSpPr>
          <p:grpSpPr>
            <a:xfrm>
              <a:off x="1439049" y="3916683"/>
              <a:ext cx="2051491" cy="1106216"/>
              <a:chOff x="1736859" y="4289515"/>
              <a:chExt cx="2051491" cy="1106216"/>
            </a:xfrm>
          </p:grpSpPr>
          <p:sp>
            <p:nvSpPr>
              <p:cNvPr id="372" name="Google Shape;372;p36"/>
              <p:cNvSpPr txBox="1"/>
              <p:nvPr/>
            </p:nvSpPr>
            <p:spPr>
              <a:xfrm>
                <a:off x="1756704" y="4289515"/>
                <a:ext cx="2031646" cy="346890"/>
              </a:xfrm>
              <a:prstGeom prst="rect">
                <a:avLst/>
              </a:prstGeom>
              <a:blipFill rotWithShape="1">
                <a:blip r:embed="rId8">
                  <a:alphaModFix/>
                </a:blip>
                <a:stretch>
                  <a:fillRect b="-14035" l="-1502" r="-1502" t="-3509"/>
                </a:stretch>
              </a:blip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it-IT" sz="1800">
                    <a:latin typeface="Garamond"/>
                    <a:ea typeface="Garamond"/>
                    <a:cs typeface="Garamond"/>
                    <a:sym typeface="Garamond"/>
                  </a:rPr>
                  <a:t> </a:t>
                </a:r>
                <a:endParaRPr/>
              </a:p>
            </p:txBody>
          </p:sp>
          <p:sp>
            <p:nvSpPr>
              <p:cNvPr id="373" name="Google Shape;373;p36"/>
              <p:cNvSpPr txBox="1"/>
              <p:nvPr/>
            </p:nvSpPr>
            <p:spPr>
              <a:xfrm>
                <a:off x="1736859" y="4831402"/>
                <a:ext cx="1313949" cy="184666"/>
              </a:xfrm>
              <a:prstGeom prst="rect">
                <a:avLst/>
              </a:prstGeom>
              <a:blipFill rotWithShape="1">
                <a:blip r:embed="rId9">
                  <a:alphaModFix/>
                </a:blip>
                <a:stretch>
                  <a:fillRect b="-23333" l="0" r="0" t="0"/>
                </a:stretch>
              </a:blip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it-IT" sz="1800">
                    <a:latin typeface="Garamond"/>
                    <a:ea typeface="Garamond"/>
                    <a:cs typeface="Garamond"/>
                    <a:sym typeface="Garamond"/>
                  </a:rPr>
                  <a:t> </a:t>
                </a:r>
                <a:endParaRPr/>
              </a:p>
            </p:txBody>
          </p:sp>
          <p:sp>
            <p:nvSpPr>
              <p:cNvPr id="374" name="Google Shape;374;p36"/>
              <p:cNvSpPr txBox="1"/>
              <p:nvPr/>
            </p:nvSpPr>
            <p:spPr>
              <a:xfrm>
                <a:off x="1756704" y="5211065"/>
                <a:ext cx="1274260" cy="184666"/>
              </a:xfrm>
              <a:prstGeom prst="rect">
                <a:avLst/>
              </a:prstGeom>
              <a:blipFill rotWithShape="1">
                <a:blip r:embed="rId10">
                  <a:alphaModFix/>
                </a:blip>
                <a:stretch>
                  <a:fillRect b="-23333" l="-1914" r="-957" t="0"/>
                </a:stretch>
              </a:blip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it-IT" sz="1800">
                    <a:latin typeface="Garamond"/>
                    <a:ea typeface="Garamond"/>
                    <a:cs typeface="Garamond"/>
                    <a:sym typeface="Garamond"/>
                  </a:rPr>
                  <a:t> </a:t>
                </a:r>
                <a:endParaRPr/>
              </a:p>
            </p:txBody>
          </p:sp>
        </p:grpSp>
        <p:sp>
          <p:nvSpPr>
            <p:cNvPr id="375" name="Google Shape;375;p36"/>
            <p:cNvSpPr txBox="1"/>
            <p:nvPr/>
          </p:nvSpPr>
          <p:spPr>
            <a:xfrm>
              <a:off x="4974034" y="4377458"/>
              <a:ext cx="1427763" cy="184666"/>
            </a:xfrm>
            <a:prstGeom prst="rect">
              <a:avLst/>
            </a:prstGeom>
            <a:blipFill rotWithShape="1">
              <a:blip r:embed="rId11">
                <a:alphaModFix/>
              </a:blip>
              <a:stretch>
                <a:fillRect b="-6452" l="-2137" r="-855" t="0"/>
              </a:stretch>
            </a:blip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it-IT" sz="1800">
                  <a:latin typeface="Garamond"/>
                  <a:ea typeface="Garamond"/>
                  <a:cs typeface="Garamond"/>
                  <a:sym typeface="Garamond"/>
                </a:rPr>
                <a:t> </a:t>
              </a:r>
              <a:endParaRPr/>
            </a:p>
          </p:txBody>
        </p:sp>
        <p:sp>
          <p:nvSpPr>
            <p:cNvPr id="376" name="Google Shape;376;p36"/>
            <p:cNvSpPr txBox="1"/>
            <p:nvPr/>
          </p:nvSpPr>
          <p:spPr>
            <a:xfrm>
              <a:off x="7475451" y="4294455"/>
              <a:ext cx="2108654" cy="350673"/>
            </a:xfrm>
            <a:prstGeom prst="rect">
              <a:avLst/>
            </a:prstGeom>
            <a:blipFill rotWithShape="1">
              <a:blip r:embed="rId12">
                <a:alphaModFix/>
              </a:blip>
              <a:stretch>
                <a:fillRect b="-15789" l="-1445" r="-1156" t="-3509"/>
              </a:stretch>
            </a:blip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it-IT" sz="1800">
                  <a:latin typeface="Garamond"/>
                  <a:ea typeface="Garamond"/>
                  <a:cs typeface="Garamond"/>
                  <a:sym typeface="Garamond"/>
                </a:rPr>
                <a:t> </a:t>
              </a:r>
              <a:endParaRPr/>
            </a:p>
          </p:txBody>
        </p:sp>
      </p:gr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0" name="Shape 380"/>
        <p:cNvGrpSpPr/>
        <p:nvPr/>
      </p:nvGrpSpPr>
      <p:grpSpPr>
        <a:xfrm>
          <a:off x="0" y="0"/>
          <a:ext cx="0" cy="0"/>
          <a:chOff x="0" y="0"/>
          <a:chExt cx="0" cy="0"/>
        </a:xfrm>
      </p:grpSpPr>
      <p:sp>
        <p:nvSpPr>
          <p:cNvPr id="381" name="Google Shape;381;p37"/>
          <p:cNvSpPr txBox="1"/>
          <p:nvPr/>
        </p:nvSpPr>
        <p:spPr>
          <a:xfrm>
            <a:off x="1042099" y="1500459"/>
            <a:ext cx="10107802" cy="553968"/>
          </a:xfrm>
          <a:prstGeom prst="rect">
            <a:avLst/>
          </a:prstGeom>
          <a:noFill/>
          <a:ln>
            <a:noFill/>
          </a:ln>
        </p:spPr>
        <p:txBody>
          <a:bodyPr anchorCtr="0" anchor="t" bIns="91425" lIns="91425" spcFirstLastPara="1" rIns="91425" wrap="square" tIns="91425">
            <a:spAutoFit/>
          </a:bodyPr>
          <a:lstStyle/>
          <a:p>
            <a:pPr indent="0" lvl="0" marL="0" marR="0" rtl="0" algn="l">
              <a:spcBef>
                <a:spcPts val="0"/>
              </a:spcBef>
              <a:spcAft>
                <a:spcPts val="0"/>
              </a:spcAft>
              <a:buClr>
                <a:schemeClr val="dk1"/>
              </a:buClr>
              <a:buSzPts val="1200"/>
              <a:buFont typeface="Libre Franklin"/>
              <a:buNone/>
            </a:pPr>
            <a:r>
              <a:rPr b="0" lang="it-IT" sz="1200" u="none">
                <a:solidFill>
                  <a:schemeClr val="dk1"/>
                </a:solidFill>
                <a:latin typeface="Libre Franklin"/>
                <a:ea typeface="Libre Franklin"/>
                <a:cs typeface="Libre Franklin"/>
                <a:sym typeface="Libre Franklin"/>
              </a:rPr>
              <a:t>Ora possiamo spiegare che, conoscendo la frequenza del segnale da analizzare, è possibile ricavare direttamente il comportamento del filtro.</a:t>
            </a:r>
            <a:endParaRPr/>
          </a:p>
        </p:txBody>
      </p:sp>
      <p:sp>
        <p:nvSpPr>
          <p:cNvPr id="382" name="Google Shape;382;p37"/>
          <p:cNvSpPr txBox="1"/>
          <p:nvPr/>
        </p:nvSpPr>
        <p:spPr>
          <a:xfrm>
            <a:off x="1042099" y="2083452"/>
            <a:ext cx="10107802" cy="369302"/>
          </a:xfrm>
          <a:prstGeom prst="rect">
            <a:avLst/>
          </a:prstGeom>
          <a:noFill/>
          <a:ln>
            <a:noFill/>
          </a:ln>
        </p:spPr>
        <p:txBody>
          <a:bodyPr anchorCtr="0" anchor="t" bIns="91425" lIns="91425" spcFirstLastPara="1" rIns="91425" wrap="square" tIns="91425">
            <a:spAutoFit/>
          </a:bodyPr>
          <a:lstStyle/>
          <a:p>
            <a:pPr indent="0" lvl="0" marL="0" marR="0" rtl="0" algn="l">
              <a:spcBef>
                <a:spcPts val="0"/>
              </a:spcBef>
              <a:spcAft>
                <a:spcPts val="0"/>
              </a:spcAft>
              <a:buClr>
                <a:schemeClr val="dk1"/>
              </a:buClr>
              <a:buSzPts val="1200"/>
              <a:buFont typeface="Libre Franklin"/>
              <a:buNone/>
            </a:pPr>
            <a:r>
              <a:rPr b="0" lang="it-IT" sz="1200" u="none">
                <a:solidFill>
                  <a:schemeClr val="dk1"/>
                </a:solidFill>
                <a:latin typeface="Libre Franklin"/>
                <a:ea typeface="Libre Franklin"/>
                <a:cs typeface="Libre Franklin"/>
                <a:sym typeface="Libre Franklin"/>
              </a:rPr>
              <a:t>Infatti f si calcola come: </a:t>
            </a:r>
            <a:endParaRPr/>
          </a:p>
        </p:txBody>
      </p:sp>
      <p:sp>
        <p:nvSpPr>
          <p:cNvPr id="383" name="Google Shape;383;p37"/>
          <p:cNvSpPr txBox="1"/>
          <p:nvPr/>
        </p:nvSpPr>
        <p:spPr>
          <a:xfrm>
            <a:off x="3020036" y="2175770"/>
            <a:ext cx="722955" cy="215444"/>
          </a:xfrm>
          <a:prstGeom prst="rect">
            <a:avLst/>
          </a:prstGeom>
          <a:blipFill rotWithShape="1">
            <a:blip r:embed="rId3">
              <a:alphaModFix/>
            </a:blip>
            <a:stretch>
              <a:fillRect b="-31428" l="-2521" r="-6723" t="0"/>
            </a:stretch>
          </a:blip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it-IT" sz="1800">
                <a:latin typeface="Garamond"/>
                <a:ea typeface="Garamond"/>
                <a:cs typeface="Garamond"/>
                <a:sym typeface="Garamond"/>
              </a:rPr>
              <a:t> </a:t>
            </a:r>
            <a:endParaRPr/>
          </a:p>
        </p:txBody>
      </p:sp>
      <p:sp>
        <p:nvSpPr>
          <p:cNvPr id="384" name="Google Shape;384;p37"/>
          <p:cNvSpPr txBox="1"/>
          <p:nvPr/>
        </p:nvSpPr>
        <p:spPr>
          <a:xfrm>
            <a:off x="1054250" y="712407"/>
            <a:ext cx="10107802" cy="569356"/>
          </a:xfrm>
          <a:prstGeom prst="rect">
            <a:avLst/>
          </a:prstGeom>
          <a:noFill/>
          <a:ln>
            <a:noFill/>
          </a:ln>
        </p:spPr>
        <p:txBody>
          <a:bodyPr anchorCtr="0" anchor="t" bIns="91425" lIns="91425" spcFirstLastPara="1" rIns="91425" wrap="square" tIns="91425">
            <a:spAutoFit/>
          </a:bodyPr>
          <a:lstStyle/>
          <a:p>
            <a:pPr indent="0" lvl="0" marL="0" marR="0" rtl="0" algn="l">
              <a:spcBef>
                <a:spcPts val="0"/>
              </a:spcBef>
              <a:spcAft>
                <a:spcPts val="0"/>
              </a:spcAft>
              <a:buClr>
                <a:srgbClr val="073763"/>
              </a:buClr>
              <a:buSzPts val="2500"/>
              <a:buFont typeface="Quattrocento Sans"/>
              <a:buNone/>
            </a:pPr>
            <a:r>
              <a:rPr lang="it-IT" sz="2500">
                <a:solidFill>
                  <a:srgbClr val="073763"/>
                </a:solidFill>
                <a:latin typeface="Quattrocento Sans"/>
                <a:ea typeface="Quattrocento Sans"/>
                <a:cs typeface="Quattrocento Sans"/>
                <a:sym typeface="Quattrocento Sans"/>
              </a:rPr>
              <a:t>Studio tramite guadagno e calcolo della fase</a:t>
            </a:r>
            <a:endParaRPr/>
          </a:p>
        </p:txBody>
      </p:sp>
      <p:sp>
        <p:nvSpPr>
          <p:cNvPr id="385" name="Google Shape;385;p37"/>
          <p:cNvSpPr txBox="1"/>
          <p:nvPr/>
        </p:nvSpPr>
        <p:spPr>
          <a:xfrm>
            <a:off x="2786359" y="3174443"/>
            <a:ext cx="1588063" cy="353110"/>
          </a:xfrm>
          <a:prstGeom prst="rect">
            <a:avLst/>
          </a:prstGeom>
          <a:blipFill rotWithShape="1">
            <a:blip r:embed="rId4">
              <a:alphaModFix/>
            </a:blip>
            <a:stretch>
              <a:fillRect b="-15516" l="-6897" r="-1149" t="-3448"/>
            </a:stretch>
          </a:blip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it-IT" sz="1800">
                <a:latin typeface="Garamond"/>
                <a:ea typeface="Garamond"/>
                <a:cs typeface="Garamond"/>
                <a:sym typeface="Garamond"/>
              </a:rPr>
              <a:t> </a:t>
            </a:r>
            <a:endParaRPr/>
          </a:p>
        </p:txBody>
      </p:sp>
      <p:sp>
        <p:nvSpPr>
          <p:cNvPr id="386" name="Google Shape;386;p37"/>
          <p:cNvSpPr txBox="1"/>
          <p:nvPr/>
        </p:nvSpPr>
        <p:spPr>
          <a:xfrm>
            <a:off x="1042099" y="2616845"/>
            <a:ext cx="5053901" cy="369302"/>
          </a:xfrm>
          <a:prstGeom prst="rect">
            <a:avLst/>
          </a:prstGeom>
          <a:noFill/>
          <a:ln>
            <a:noFill/>
          </a:ln>
        </p:spPr>
        <p:txBody>
          <a:bodyPr anchorCtr="0" anchor="t" bIns="91425" lIns="91425" spcFirstLastPara="1" rIns="91425" wrap="square" tIns="91425">
            <a:spAutoFit/>
          </a:bodyPr>
          <a:lstStyle/>
          <a:p>
            <a:pPr indent="0" lvl="0" marL="0" marR="0" rtl="0" algn="ctr">
              <a:spcBef>
                <a:spcPts val="0"/>
              </a:spcBef>
              <a:spcAft>
                <a:spcPts val="0"/>
              </a:spcAft>
              <a:buClr>
                <a:schemeClr val="dk1"/>
              </a:buClr>
              <a:buSzPts val="1200"/>
              <a:buFont typeface="Libre Franklin"/>
              <a:buNone/>
            </a:pPr>
            <a:r>
              <a:rPr b="1" lang="it-IT" sz="1200" u="none">
                <a:solidFill>
                  <a:schemeClr val="dk1"/>
                </a:solidFill>
                <a:latin typeface="Libre Franklin"/>
                <a:ea typeface="Libre Franklin"/>
                <a:cs typeface="Libre Franklin"/>
                <a:sym typeface="Libre Franklin"/>
              </a:rPr>
              <a:t>Guadagno</a:t>
            </a:r>
            <a:endParaRPr/>
          </a:p>
        </p:txBody>
      </p:sp>
      <p:sp>
        <p:nvSpPr>
          <p:cNvPr id="387" name="Google Shape;387;p37"/>
          <p:cNvSpPr txBox="1"/>
          <p:nvPr/>
        </p:nvSpPr>
        <p:spPr>
          <a:xfrm>
            <a:off x="2786359" y="3719344"/>
            <a:ext cx="1588575" cy="215444"/>
          </a:xfrm>
          <a:prstGeom prst="rect">
            <a:avLst/>
          </a:prstGeom>
          <a:blipFill rotWithShape="1">
            <a:blip r:embed="rId5">
              <a:alphaModFix/>
            </a:blip>
            <a:stretch>
              <a:fillRect b="-34286" l="-1916" r="0" t="0"/>
            </a:stretch>
          </a:blip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it-IT" sz="1800">
                <a:latin typeface="Garamond"/>
                <a:ea typeface="Garamond"/>
                <a:cs typeface="Garamond"/>
                <a:sym typeface="Garamond"/>
              </a:rPr>
              <a:t> </a:t>
            </a:r>
            <a:endParaRPr/>
          </a:p>
        </p:txBody>
      </p:sp>
      <p:sp>
        <p:nvSpPr>
          <p:cNvPr id="388" name="Google Shape;388;p37"/>
          <p:cNvSpPr txBox="1"/>
          <p:nvPr/>
        </p:nvSpPr>
        <p:spPr>
          <a:xfrm>
            <a:off x="7679311" y="3275844"/>
            <a:ext cx="1899430" cy="215444"/>
          </a:xfrm>
          <a:prstGeom prst="rect">
            <a:avLst/>
          </a:prstGeom>
          <a:blipFill rotWithShape="1">
            <a:blip r:embed="rId6">
              <a:alphaModFix/>
            </a:blip>
            <a:stretch>
              <a:fillRect b="-22222" l="-1928" r="0" t="0"/>
            </a:stretch>
          </a:blip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it-IT" sz="1800">
                <a:latin typeface="Garamond"/>
                <a:ea typeface="Garamond"/>
                <a:cs typeface="Garamond"/>
                <a:sym typeface="Garamond"/>
              </a:rPr>
              <a:t> </a:t>
            </a:r>
            <a:endParaRPr/>
          </a:p>
        </p:txBody>
      </p:sp>
      <p:sp>
        <p:nvSpPr>
          <p:cNvPr id="389" name="Google Shape;389;p37"/>
          <p:cNvSpPr txBox="1"/>
          <p:nvPr/>
        </p:nvSpPr>
        <p:spPr>
          <a:xfrm>
            <a:off x="6096000" y="2612317"/>
            <a:ext cx="5066052" cy="369302"/>
          </a:xfrm>
          <a:prstGeom prst="rect">
            <a:avLst/>
          </a:prstGeom>
          <a:noFill/>
          <a:ln>
            <a:noFill/>
          </a:ln>
        </p:spPr>
        <p:txBody>
          <a:bodyPr anchorCtr="0" anchor="t" bIns="91425" lIns="91425" spcFirstLastPara="1" rIns="91425" wrap="square" tIns="91425">
            <a:spAutoFit/>
          </a:bodyPr>
          <a:lstStyle/>
          <a:p>
            <a:pPr indent="0" lvl="0" marL="0" marR="0" rtl="0" algn="ctr">
              <a:spcBef>
                <a:spcPts val="0"/>
              </a:spcBef>
              <a:spcAft>
                <a:spcPts val="0"/>
              </a:spcAft>
              <a:buClr>
                <a:schemeClr val="dk1"/>
              </a:buClr>
              <a:buSzPts val="1200"/>
              <a:buFont typeface="Libre Franklin"/>
              <a:buNone/>
            </a:pPr>
            <a:r>
              <a:rPr b="1" lang="it-IT" sz="1200" u="none">
                <a:solidFill>
                  <a:schemeClr val="dk1"/>
                </a:solidFill>
                <a:latin typeface="Libre Franklin"/>
                <a:ea typeface="Libre Franklin"/>
                <a:cs typeface="Libre Franklin"/>
                <a:sym typeface="Libre Franklin"/>
              </a:rPr>
              <a:t>Fase</a:t>
            </a:r>
            <a:endParaRPr/>
          </a:p>
        </p:txBody>
      </p:sp>
      <p:sp>
        <p:nvSpPr>
          <p:cNvPr id="390" name="Google Shape;390;p37"/>
          <p:cNvSpPr txBox="1"/>
          <p:nvPr/>
        </p:nvSpPr>
        <p:spPr>
          <a:xfrm>
            <a:off x="1054250" y="4220596"/>
            <a:ext cx="10107802" cy="369302"/>
          </a:xfrm>
          <a:prstGeom prst="rect">
            <a:avLst/>
          </a:prstGeom>
          <a:noFill/>
          <a:ln cap="flat" cmpd="sng" w="9525">
            <a:solidFill>
              <a:schemeClr val="dk1"/>
            </a:solidFill>
            <a:prstDash val="solid"/>
            <a:round/>
            <a:headEnd len="sm" w="sm" type="none"/>
            <a:tailEnd len="sm" w="sm" type="none"/>
          </a:ln>
        </p:spPr>
        <p:txBody>
          <a:bodyPr anchorCtr="0" anchor="t" bIns="91425" lIns="91425" spcFirstLastPara="1" rIns="91425" wrap="square" tIns="91425">
            <a:spAutoFit/>
          </a:bodyPr>
          <a:lstStyle/>
          <a:p>
            <a:pPr indent="0" lvl="0" marL="0" marR="0" rtl="0" algn="ctr">
              <a:spcBef>
                <a:spcPts val="0"/>
              </a:spcBef>
              <a:spcAft>
                <a:spcPts val="0"/>
              </a:spcAft>
              <a:buClr>
                <a:schemeClr val="dk1"/>
              </a:buClr>
              <a:buSzPts val="1200"/>
              <a:buFont typeface="Libre Franklin"/>
              <a:buNone/>
            </a:pPr>
            <a:r>
              <a:rPr b="1" lang="it-IT" sz="1200" u="none">
                <a:solidFill>
                  <a:schemeClr val="dk1"/>
                </a:solidFill>
                <a:latin typeface="Libre Franklin"/>
                <a:ea typeface="Libre Franklin"/>
                <a:cs typeface="Libre Franklin"/>
                <a:sym typeface="Libre Franklin"/>
              </a:rPr>
              <a:t>Esempio: </a:t>
            </a:r>
            <a:endParaRPr/>
          </a:p>
        </p:txBody>
      </p:sp>
      <p:sp>
        <p:nvSpPr>
          <p:cNvPr id="391" name="Google Shape;391;p37"/>
          <p:cNvSpPr txBox="1"/>
          <p:nvPr/>
        </p:nvSpPr>
        <p:spPr>
          <a:xfrm>
            <a:off x="1645674" y="4826365"/>
            <a:ext cx="1083117" cy="276999"/>
          </a:xfrm>
          <a:prstGeom prst="rect">
            <a:avLst/>
          </a:prstGeom>
          <a:blipFill rotWithShape="1">
            <a:blip r:embed="rId7">
              <a:alphaModFix/>
            </a:blip>
            <a:stretch>
              <a:fillRect b="-35556" l="-6742" r="0" t="-4444"/>
            </a:stretch>
          </a:blip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it-IT" sz="1800">
                <a:latin typeface="Garamond"/>
                <a:ea typeface="Garamond"/>
                <a:cs typeface="Garamond"/>
                <a:sym typeface="Garamond"/>
              </a:rPr>
              <a:t> </a:t>
            </a:r>
            <a:endParaRPr/>
          </a:p>
        </p:txBody>
      </p:sp>
      <p:sp>
        <p:nvSpPr>
          <p:cNvPr id="392" name="Google Shape;392;p37"/>
          <p:cNvSpPr txBox="1"/>
          <p:nvPr/>
        </p:nvSpPr>
        <p:spPr>
          <a:xfrm>
            <a:off x="1645674" y="5296149"/>
            <a:ext cx="2526141" cy="276999"/>
          </a:xfrm>
          <a:prstGeom prst="rect">
            <a:avLst/>
          </a:prstGeom>
          <a:blipFill rotWithShape="1">
            <a:blip r:embed="rId8">
              <a:alphaModFix/>
            </a:blip>
            <a:stretch>
              <a:fillRect b="-35557" l="-725" r="-966" t="-2222"/>
            </a:stretch>
          </a:blip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it-IT" sz="1800">
                <a:latin typeface="Garamond"/>
                <a:ea typeface="Garamond"/>
                <a:cs typeface="Garamond"/>
                <a:sym typeface="Garamond"/>
              </a:rPr>
              <a:t> </a:t>
            </a:r>
            <a:endParaRPr/>
          </a:p>
        </p:txBody>
      </p:sp>
      <p:sp>
        <p:nvSpPr>
          <p:cNvPr id="393" name="Google Shape;393;p37"/>
          <p:cNvSpPr txBox="1"/>
          <p:nvPr/>
        </p:nvSpPr>
        <p:spPr>
          <a:xfrm>
            <a:off x="5672146" y="4783137"/>
            <a:ext cx="6115574" cy="369332"/>
          </a:xfrm>
          <a:prstGeom prst="rect">
            <a:avLst/>
          </a:prstGeom>
          <a:blipFill rotWithShape="1">
            <a:blip r:embed="rId9">
              <a:alphaModFix/>
            </a:blip>
            <a:stretch>
              <a:fillRect b="-28334" l="-797" r="0" t="-8333"/>
            </a:stretch>
          </a:blip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it-IT" sz="1800">
                <a:latin typeface="Garamond"/>
                <a:ea typeface="Garamond"/>
                <a:cs typeface="Garamond"/>
                <a:sym typeface="Garamond"/>
              </a:rPr>
              <a:t> </a:t>
            </a:r>
            <a:endParaRPr/>
          </a:p>
        </p:txBody>
      </p:sp>
      <p:sp>
        <p:nvSpPr>
          <p:cNvPr id="394" name="Google Shape;394;p37"/>
          <p:cNvSpPr txBox="1"/>
          <p:nvPr/>
        </p:nvSpPr>
        <p:spPr>
          <a:xfrm>
            <a:off x="3091343" y="5252921"/>
            <a:ext cx="6115574" cy="369332"/>
          </a:xfrm>
          <a:prstGeom prst="rect">
            <a:avLst/>
          </a:prstGeom>
          <a:blipFill rotWithShape="1">
            <a:blip r:embed="rId10">
              <a:alphaModFix/>
            </a:blip>
            <a:stretch>
              <a:fillRect b="-6667" l="0" r="0" t="0"/>
            </a:stretch>
          </a:blip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it-IT" sz="1800">
                <a:latin typeface="Garamond"/>
                <a:ea typeface="Garamond"/>
                <a:cs typeface="Garamond"/>
                <a:sym typeface="Garamond"/>
              </a:rPr>
              <a:t> </a:t>
            </a:r>
            <a:endParaRPr/>
          </a:p>
        </p:txBody>
      </p:sp>
      <p:sp>
        <p:nvSpPr>
          <p:cNvPr id="395" name="Google Shape;395;p37"/>
          <p:cNvSpPr txBox="1"/>
          <p:nvPr/>
        </p:nvSpPr>
        <p:spPr>
          <a:xfrm>
            <a:off x="4401928" y="5028543"/>
            <a:ext cx="1083116" cy="276999"/>
          </a:xfrm>
          <a:prstGeom prst="rect">
            <a:avLst/>
          </a:prstGeom>
          <a:blipFill rotWithShape="1">
            <a:blip r:embed="rId11">
              <a:alphaModFix/>
            </a:blip>
            <a:stretch>
              <a:fillRect b="0" l="0" r="0" t="0"/>
            </a:stretch>
          </a:blip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it-IT" sz="1800">
                <a:latin typeface="Garamond"/>
                <a:ea typeface="Garamond"/>
                <a:cs typeface="Garamond"/>
                <a:sym typeface="Garamond"/>
              </a:rPr>
              <a:t> </a:t>
            </a:r>
            <a:endParaRPr/>
          </a:p>
        </p:txBody>
      </p:sp>
      <p:sp>
        <p:nvSpPr>
          <p:cNvPr id="396" name="Google Shape;396;p37"/>
          <p:cNvSpPr txBox="1"/>
          <p:nvPr/>
        </p:nvSpPr>
        <p:spPr>
          <a:xfrm>
            <a:off x="8126169" y="4829304"/>
            <a:ext cx="1758110" cy="276999"/>
          </a:xfrm>
          <a:prstGeom prst="rect">
            <a:avLst/>
          </a:prstGeom>
          <a:blipFill rotWithShape="1">
            <a:blip r:embed="rId12">
              <a:alphaModFix/>
            </a:blip>
            <a:stretch>
              <a:fillRect b="-17392" l="-2431" r="-3126" t="0"/>
            </a:stretch>
          </a:blip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it-IT" sz="1800">
                <a:latin typeface="Garamond"/>
                <a:ea typeface="Garamond"/>
                <a:cs typeface="Garamond"/>
                <a:sym typeface="Garamond"/>
              </a:rPr>
              <a:t>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1" name="Shape 401"/>
        <p:cNvGrpSpPr/>
        <p:nvPr/>
      </p:nvGrpSpPr>
      <p:grpSpPr>
        <a:xfrm>
          <a:off x="0" y="0"/>
          <a:ext cx="0" cy="0"/>
          <a:chOff x="0" y="0"/>
          <a:chExt cx="0" cy="0"/>
        </a:xfrm>
      </p:grpSpPr>
      <p:sp>
        <p:nvSpPr>
          <p:cNvPr id="402" name="Google Shape;402;p38"/>
          <p:cNvSpPr txBox="1"/>
          <p:nvPr/>
        </p:nvSpPr>
        <p:spPr>
          <a:xfrm>
            <a:off x="1355275" y="1651675"/>
            <a:ext cx="10659900" cy="26814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1200"/>
              </a:spcBef>
              <a:spcAft>
                <a:spcPts val="0"/>
              </a:spcAft>
              <a:buClr>
                <a:schemeClr val="dk1"/>
              </a:buClr>
              <a:buSzPts val="1800"/>
              <a:buFont typeface="Libre Franklin"/>
              <a:buNone/>
            </a:pPr>
            <a:r>
              <a:rPr lang="it-IT" sz="1800">
                <a:solidFill>
                  <a:schemeClr val="dk1"/>
                </a:solidFill>
                <a:latin typeface="Libre Franklin"/>
                <a:ea typeface="Libre Franklin"/>
                <a:cs typeface="Libre Franklin"/>
                <a:sym typeface="Libre Franklin"/>
              </a:rPr>
              <a:t>Dopo aver analizzato il comportamento del filtro nel dominio del tempo, è possibile studiarne la risposta nel dominio della frequenza mediante il diagramma di Bode.</a:t>
            </a:r>
            <a:endParaRPr sz="1800">
              <a:solidFill>
                <a:schemeClr val="dk1"/>
              </a:solidFill>
              <a:latin typeface="Libre Franklin"/>
              <a:ea typeface="Libre Franklin"/>
              <a:cs typeface="Libre Franklin"/>
              <a:sym typeface="Libre Franklin"/>
            </a:endParaRPr>
          </a:p>
          <a:p>
            <a:pPr indent="0" lvl="0" marL="0" marR="0" rtl="0" algn="l">
              <a:lnSpc>
                <a:spcPct val="115000"/>
              </a:lnSpc>
              <a:spcBef>
                <a:spcPts val="1200"/>
              </a:spcBef>
              <a:spcAft>
                <a:spcPts val="0"/>
              </a:spcAft>
              <a:buClr>
                <a:schemeClr val="dk1"/>
              </a:buClr>
              <a:buSzPts val="1800"/>
              <a:buFont typeface="Libre Franklin"/>
              <a:buNone/>
            </a:pPr>
            <a:r>
              <a:rPr lang="it-IT" sz="1800">
                <a:solidFill>
                  <a:schemeClr val="dk1"/>
                </a:solidFill>
                <a:latin typeface="Libre Franklin"/>
                <a:ea typeface="Libre Franklin"/>
                <a:cs typeface="Libre Franklin"/>
                <a:sym typeface="Libre Franklin"/>
              </a:rPr>
              <a:t>La figura confronta le risposte in frequenza delle configurazioni RC e RL, entrambe progettate con una frequenza di taglio pari a 159 Hz.</a:t>
            </a:r>
            <a:endParaRPr sz="1800">
              <a:solidFill>
                <a:schemeClr val="dk1"/>
              </a:solidFill>
              <a:latin typeface="Libre Franklin"/>
              <a:ea typeface="Libre Franklin"/>
              <a:cs typeface="Libre Franklin"/>
              <a:sym typeface="Libre Franklin"/>
            </a:endParaRPr>
          </a:p>
          <a:p>
            <a:pPr indent="0" lvl="0" marL="0" marR="0" rtl="0" algn="l">
              <a:lnSpc>
                <a:spcPct val="115000"/>
              </a:lnSpc>
              <a:spcBef>
                <a:spcPts val="1200"/>
              </a:spcBef>
              <a:spcAft>
                <a:spcPts val="1200"/>
              </a:spcAft>
              <a:buClr>
                <a:schemeClr val="dk1"/>
              </a:buClr>
              <a:buSzPts val="1800"/>
              <a:buFont typeface="Libre Franklin"/>
              <a:buNone/>
            </a:pPr>
            <a:r>
              <a:rPr lang="it-IT" sz="1800">
                <a:solidFill>
                  <a:schemeClr val="dk1"/>
                </a:solidFill>
                <a:latin typeface="Libre Franklin"/>
                <a:ea typeface="Libre Franklin"/>
                <a:cs typeface="Libre Franklin"/>
                <a:sym typeface="Libre Franklin"/>
              </a:rPr>
              <a:t>Come già osservato nell'analisi transitoria, le due configurazioni presentano una risposta praticamente coincidente, confermando che entrambe realizzano lo stesso comportamento di filtro passa-alto del primo ordine.</a:t>
            </a:r>
            <a:endParaRPr sz="1800">
              <a:solidFill>
                <a:schemeClr val="dk1"/>
              </a:solidFill>
              <a:latin typeface="Libre Franklin"/>
              <a:ea typeface="Libre Franklin"/>
              <a:cs typeface="Libre Franklin"/>
              <a:sym typeface="Libre Franklin"/>
            </a:endParaRPr>
          </a:p>
        </p:txBody>
      </p:sp>
      <p:pic>
        <p:nvPicPr>
          <p:cNvPr id="403" name="Google Shape;403;p38"/>
          <p:cNvPicPr preferRelativeResize="0"/>
          <p:nvPr/>
        </p:nvPicPr>
        <p:blipFill rotWithShape="1">
          <a:blip r:embed="rId3">
            <a:alphaModFix/>
          </a:blip>
          <a:srcRect b="0" l="0" r="0" t="0"/>
          <a:stretch/>
        </p:blipFill>
        <p:spPr>
          <a:xfrm>
            <a:off x="3434504" y="4605255"/>
            <a:ext cx="5846723" cy="2865451"/>
          </a:xfrm>
          <a:prstGeom prst="rect">
            <a:avLst/>
          </a:prstGeom>
          <a:noFill/>
          <a:ln>
            <a:noFill/>
          </a:ln>
        </p:spPr>
      </p:pic>
      <p:sp>
        <p:nvSpPr>
          <p:cNvPr id="404" name="Google Shape;404;p38"/>
          <p:cNvSpPr txBox="1"/>
          <p:nvPr/>
        </p:nvSpPr>
        <p:spPr>
          <a:xfrm>
            <a:off x="4729550" y="4357875"/>
            <a:ext cx="5309700" cy="15099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SzPts val="2800"/>
              <a:buFont typeface="Open Sans"/>
              <a:buNone/>
            </a:pPr>
            <a:r>
              <a:rPr lang="it-IT" sz="2800">
                <a:solidFill>
                  <a:schemeClr val="dk1"/>
                </a:solidFill>
                <a:latin typeface="Open Sans"/>
                <a:ea typeface="Open Sans"/>
                <a:cs typeface="Open Sans"/>
                <a:sym typeface="Open Sans"/>
              </a:rPr>
              <a:t>Foto</a:t>
            </a:r>
            <a:endParaRPr sz="2800">
              <a:solidFill>
                <a:schemeClr val="dk1"/>
              </a:solidFill>
              <a:latin typeface="Open Sans"/>
              <a:ea typeface="Open Sans"/>
              <a:cs typeface="Open Sans"/>
              <a:sym typeface="Open Sans"/>
            </a:endParaRPr>
          </a:p>
        </p:txBody>
      </p:sp>
      <p:sp>
        <p:nvSpPr>
          <p:cNvPr id="405" name="Google Shape;405;p38"/>
          <p:cNvSpPr txBox="1"/>
          <p:nvPr/>
        </p:nvSpPr>
        <p:spPr>
          <a:xfrm>
            <a:off x="1355275" y="756125"/>
            <a:ext cx="4784400" cy="569400"/>
          </a:xfrm>
          <a:prstGeom prst="rect">
            <a:avLst/>
          </a:prstGeom>
          <a:noFill/>
          <a:ln>
            <a:noFill/>
          </a:ln>
        </p:spPr>
        <p:txBody>
          <a:bodyPr anchorCtr="0" anchor="t" bIns="91425" lIns="91425" spcFirstLastPara="1" rIns="91425" wrap="square" tIns="91425">
            <a:spAutoFit/>
          </a:bodyPr>
          <a:lstStyle/>
          <a:p>
            <a:pPr indent="0" lvl="0" marL="0" marR="0" rtl="0" algn="l">
              <a:spcBef>
                <a:spcPts val="0"/>
              </a:spcBef>
              <a:spcAft>
                <a:spcPts val="0"/>
              </a:spcAft>
              <a:buClr>
                <a:srgbClr val="073763"/>
              </a:buClr>
              <a:buSzPts val="2500"/>
              <a:buFont typeface="Libre Franklin SemiBold"/>
              <a:buNone/>
            </a:pPr>
            <a:r>
              <a:rPr lang="it-IT" sz="2500">
                <a:solidFill>
                  <a:srgbClr val="073763"/>
                </a:solidFill>
                <a:latin typeface="Libre Franklin SemiBold"/>
                <a:ea typeface="Libre Franklin SemiBold"/>
                <a:cs typeface="Libre Franklin SemiBold"/>
                <a:sym typeface="Libre Franklin SemiBold"/>
              </a:rPr>
              <a:t>Diagramma di Bode (RC vs RL)</a:t>
            </a:r>
            <a:endParaRPr sz="2500">
              <a:solidFill>
                <a:srgbClr val="073763"/>
              </a:solidFill>
              <a:latin typeface="Libre Franklin SemiBold"/>
              <a:ea typeface="Libre Franklin SemiBold"/>
              <a:cs typeface="Libre Franklin SemiBold"/>
              <a:sym typeface="Libre Franklin SemiBo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0" name="Shape 410"/>
        <p:cNvGrpSpPr/>
        <p:nvPr/>
      </p:nvGrpSpPr>
      <p:grpSpPr>
        <a:xfrm>
          <a:off x="0" y="0"/>
          <a:ext cx="0" cy="0"/>
          <a:chOff x="0" y="0"/>
          <a:chExt cx="0" cy="0"/>
        </a:xfrm>
      </p:grpSpPr>
      <p:sp>
        <p:nvSpPr>
          <p:cNvPr id="411" name="Google Shape;411;p39"/>
          <p:cNvSpPr txBox="1"/>
          <p:nvPr/>
        </p:nvSpPr>
        <p:spPr>
          <a:xfrm>
            <a:off x="911975" y="597850"/>
            <a:ext cx="10920900" cy="19470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1200"/>
              </a:spcBef>
              <a:spcAft>
                <a:spcPts val="0"/>
              </a:spcAft>
              <a:buClr>
                <a:schemeClr val="dk1"/>
              </a:buClr>
              <a:buSzPts val="1800"/>
              <a:buFont typeface="Libre Franklin"/>
              <a:buNone/>
            </a:pPr>
            <a:r>
              <a:rPr lang="it-IT" sz="1800">
                <a:solidFill>
                  <a:schemeClr val="dk1"/>
                </a:solidFill>
                <a:latin typeface="Libre Franklin"/>
                <a:ea typeface="Libre Franklin"/>
                <a:cs typeface="Libre Franklin"/>
                <a:sym typeface="Libre Franklin"/>
              </a:rPr>
              <a:t>Considerando la sola configurazione RC, il diagramma di Bode mostra l'andamento del guadagno del filtro al variare della frequenza.</a:t>
            </a:r>
            <a:endParaRPr sz="1800">
              <a:solidFill>
                <a:schemeClr val="dk1"/>
              </a:solidFill>
              <a:latin typeface="Libre Franklin"/>
              <a:ea typeface="Libre Franklin"/>
              <a:cs typeface="Libre Franklin"/>
              <a:sym typeface="Libre Franklin"/>
            </a:endParaRPr>
          </a:p>
          <a:p>
            <a:pPr indent="0" lvl="0" marL="0" marR="0" rtl="0" algn="l">
              <a:lnSpc>
                <a:spcPct val="115000"/>
              </a:lnSpc>
              <a:spcBef>
                <a:spcPts val="1200"/>
              </a:spcBef>
              <a:spcAft>
                <a:spcPts val="0"/>
              </a:spcAft>
              <a:buClr>
                <a:schemeClr val="dk1"/>
              </a:buClr>
              <a:buSzPts val="1800"/>
              <a:buFont typeface="Libre Franklin"/>
              <a:buNone/>
            </a:pPr>
            <a:r>
              <a:rPr lang="it-IT" sz="1800">
                <a:solidFill>
                  <a:schemeClr val="dk1"/>
                </a:solidFill>
                <a:latin typeface="Libre Franklin"/>
                <a:ea typeface="Libre Franklin"/>
                <a:cs typeface="Libre Franklin"/>
                <a:sym typeface="Libre Franklin"/>
              </a:rPr>
              <a:t>Per frequenze inferiori alla frequenza di taglio il segnale risulta attenuato. Superata la frequenza di taglio (</a:t>
            </a:r>
            <a:r>
              <a:rPr b="1" lang="it-IT" sz="1200">
                <a:solidFill>
                  <a:schemeClr val="dk1"/>
                </a:solidFill>
                <a:latin typeface="Libre Franklin"/>
                <a:ea typeface="Libre Franklin"/>
                <a:cs typeface="Libre Franklin"/>
                <a:sym typeface="Libre Franklin"/>
              </a:rPr>
              <a:t>ƒc​</a:t>
            </a:r>
            <a:r>
              <a:rPr lang="it-IT" sz="1800">
                <a:solidFill>
                  <a:schemeClr val="dk1"/>
                </a:solidFill>
                <a:latin typeface="Libre Franklin"/>
                <a:ea typeface="Libre Franklin"/>
                <a:cs typeface="Libre Franklin"/>
                <a:sym typeface="Libre Franklin"/>
              </a:rPr>
              <a:t> = 159 Hz), il guadagno tende a 0 dB: il segnale di uscita assume quindi un'ampiezza praticamente uguale a quella del segnale di ingresso.</a:t>
            </a:r>
            <a:endParaRPr sz="1800">
              <a:solidFill>
                <a:schemeClr val="dk1"/>
              </a:solidFill>
              <a:latin typeface="Libre Franklin"/>
              <a:ea typeface="Libre Franklin"/>
              <a:cs typeface="Libre Franklin"/>
              <a:sym typeface="Libre Franklin"/>
            </a:endParaRPr>
          </a:p>
          <a:p>
            <a:pPr indent="0" lvl="0" marL="0" marR="0" rtl="0" algn="l">
              <a:lnSpc>
                <a:spcPct val="115000"/>
              </a:lnSpc>
              <a:spcBef>
                <a:spcPts val="1200"/>
              </a:spcBef>
              <a:spcAft>
                <a:spcPts val="1200"/>
              </a:spcAft>
              <a:buClr>
                <a:schemeClr val="dk1"/>
              </a:buClr>
              <a:buSzPts val="1800"/>
              <a:buFont typeface="Libre Franklin"/>
              <a:buNone/>
            </a:pPr>
            <a:r>
              <a:rPr lang="it-IT" sz="1800">
                <a:solidFill>
                  <a:schemeClr val="dk1"/>
                </a:solidFill>
                <a:latin typeface="Libre Franklin"/>
                <a:ea typeface="Libre Franklin"/>
                <a:cs typeface="Libre Franklin"/>
                <a:sym typeface="Libre Franklin"/>
              </a:rPr>
              <a:t>Come evidenziato dal grafico, per frequenze elevate le curve di (Vout) e (Vin) risultano pressoché sovrapposte, indicando che il filtro lascia passare quasi interamente il segnale.</a:t>
            </a:r>
            <a:endParaRPr sz="1800">
              <a:solidFill>
                <a:schemeClr val="dk1"/>
              </a:solidFill>
              <a:latin typeface="Libre Franklin"/>
              <a:ea typeface="Libre Franklin"/>
              <a:cs typeface="Libre Franklin"/>
              <a:sym typeface="Libre Franklin"/>
            </a:endParaRPr>
          </a:p>
        </p:txBody>
      </p:sp>
      <p:pic>
        <p:nvPicPr>
          <p:cNvPr id="412" name="Google Shape;412;p39"/>
          <p:cNvPicPr preferRelativeResize="0"/>
          <p:nvPr/>
        </p:nvPicPr>
        <p:blipFill rotWithShape="1">
          <a:blip r:embed="rId3">
            <a:alphaModFix/>
          </a:blip>
          <a:srcRect b="0" l="0" r="0" t="0"/>
          <a:stretch/>
        </p:blipFill>
        <p:spPr>
          <a:xfrm>
            <a:off x="2565199" y="2964100"/>
            <a:ext cx="6622874" cy="3245826"/>
          </a:xfrm>
          <a:prstGeom prst="rect">
            <a:avLst/>
          </a:prstGeom>
          <a:noFill/>
          <a:ln>
            <a:noFill/>
          </a:ln>
        </p:spPr>
      </p:pic>
      <p:sp>
        <p:nvSpPr>
          <p:cNvPr id="413" name="Google Shape;413;p39"/>
          <p:cNvSpPr txBox="1"/>
          <p:nvPr/>
        </p:nvSpPr>
        <p:spPr>
          <a:xfrm>
            <a:off x="4729550" y="4357875"/>
            <a:ext cx="5309700" cy="15099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SzPts val="2800"/>
              <a:buFont typeface="Open Sans"/>
              <a:buNone/>
            </a:pPr>
            <a:r>
              <a:rPr lang="it-IT" sz="2800">
                <a:solidFill>
                  <a:schemeClr val="dk1"/>
                </a:solidFill>
                <a:latin typeface="Open Sans"/>
                <a:ea typeface="Open Sans"/>
                <a:cs typeface="Open Sans"/>
                <a:sym typeface="Open Sans"/>
              </a:rPr>
              <a:t>Foto</a:t>
            </a:r>
            <a:endParaRPr sz="2800">
              <a:solidFill>
                <a:schemeClr val="dk1"/>
              </a:solidFill>
              <a:latin typeface="Open Sans"/>
              <a:ea typeface="Open Sans"/>
              <a:cs typeface="Open Sans"/>
              <a:sym typeface="Open Sans"/>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7" name="Shape 417"/>
        <p:cNvGrpSpPr/>
        <p:nvPr/>
      </p:nvGrpSpPr>
      <p:grpSpPr>
        <a:xfrm>
          <a:off x="0" y="0"/>
          <a:ext cx="0" cy="0"/>
          <a:chOff x="0" y="0"/>
          <a:chExt cx="0" cy="0"/>
        </a:xfrm>
      </p:grpSpPr>
      <p:sp>
        <p:nvSpPr>
          <p:cNvPr id="418" name="Google Shape;418;p40"/>
          <p:cNvSpPr txBox="1"/>
          <p:nvPr/>
        </p:nvSpPr>
        <p:spPr>
          <a:xfrm>
            <a:off x="1023425" y="1601025"/>
            <a:ext cx="10865100" cy="14592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1200"/>
              </a:spcBef>
              <a:spcAft>
                <a:spcPts val="0"/>
              </a:spcAft>
              <a:buClr>
                <a:schemeClr val="dk1"/>
              </a:buClr>
              <a:buSzPts val="1300"/>
              <a:buFont typeface="Libre Franklin"/>
              <a:buNone/>
            </a:pPr>
            <a:r>
              <a:rPr lang="it-IT" sz="1300">
                <a:solidFill>
                  <a:schemeClr val="dk1"/>
                </a:solidFill>
                <a:latin typeface="Libre Franklin"/>
                <a:ea typeface="Libre Franklin"/>
                <a:cs typeface="Libre Franklin"/>
                <a:sym typeface="Libre Franklin"/>
              </a:rPr>
              <a:t>Dopo aver analizzato il filtro passa-alto passivo nel dominio del tempo e tramite il diagramma di Bode, si studia ora l’effetto della variazione della resistenza R sulla risposta in frequenza del circuito.</a:t>
            </a:r>
            <a:endParaRPr sz="1300">
              <a:solidFill>
                <a:schemeClr val="dk1"/>
              </a:solidFill>
              <a:latin typeface="Libre Franklin"/>
              <a:ea typeface="Libre Franklin"/>
              <a:cs typeface="Libre Franklin"/>
              <a:sym typeface="Libre Franklin"/>
            </a:endParaRPr>
          </a:p>
          <a:p>
            <a:pPr indent="0" lvl="0" marL="0" marR="0" rtl="0" algn="l">
              <a:lnSpc>
                <a:spcPct val="115000"/>
              </a:lnSpc>
              <a:spcBef>
                <a:spcPts val="1200"/>
              </a:spcBef>
              <a:spcAft>
                <a:spcPts val="1200"/>
              </a:spcAft>
              <a:buClr>
                <a:schemeClr val="dk1"/>
              </a:buClr>
              <a:buSzPts val="1300"/>
              <a:buFont typeface="Libre Franklin"/>
              <a:buNone/>
            </a:pPr>
            <a:r>
              <a:rPr lang="it-IT" sz="1300">
                <a:solidFill>
                  <a:schemeClr val="dk1"/>
                </a:solidFill>
                <a:latin typeface="Libre Franklin"/>
                <a:ea typeface="Libre Franklin"/>
                <a:cs typeface="Libre Franklin"/>
                <a:sym typeface="Libre Franklin"/>
              </a:rPr>
              <a:t>Nella simulazione la capacità viene mantenuta costante a C = 100 nF, mentre la resistenza viene variata su tre valori: 1 kΩ, 10 kΩ e 100 kΩ. Nel grafico di Bode sono rappresentate le tre risposte: la curva rossa corrisponde al circuito con R = 1 kΩ; la curva blu corrisponde al circuito con R = 10 kΩ; la curva verde corrisponde a quello con R = 100 kΩ.</a:t>
            </a:r>
            <a:endParaRPr sz="1300">
              <a:solidFill>
                <a:schemeClr val="dk1"/>
              </a:solidFill>
              <a:latin typeface="Libre Franklin"/>
              <a:ea typeface="Libre Franklin"/>
              <a:cs typeface="Libre Franklin"/>
              <a:sym typeface="Libre Franklin"/>
            </a:endParaRPr>
          </a:p>
        </p:txBody>
      </p:sp>
      <p:sp>
        <p:nvSpPr>
          <p:cNvPr id="419" name="Google Shape;419;p40"/>
          <p:cNvSpPr txBox="1"/>
          <p:nvPr/>
        </p:nvSpPr>
        <p:spPr>
          <a:xfrm>
            <a:off x="1355275" y="756125"/>
            <a:ext cx="4784400" cy="569400"/>
          </a:xfrm>
          <a:prstGeom prst="rect">
            <a:avLst/>
          </a:prstGeom>
          <a:noFill/>
          <a:ln>
            <a:noFill/>
          </a:ln>
        </p:spPr>
        <p:txBody>
          <a:bodyPr anchorCtr="0" anchor="t" bIns="91425" lIns="91425" spcFirstLastPara="1" rIns="91425" wrap="square" tIns="91425">
            <a:spAutoFit/>
          </a:bodyPr>
          <a:lstStyle/>
          <a:p>
            <a:pPr indent="0" lvl="0" marL="0" marR="0" rtl="0" algn="l">
              <a:spcBef>
                <a:spcPts val="0"/>
              </a:spcBef>
              <a:spcAft>
                <a:spcPts val="0"/>
              </a:spcAft>
              <a:buClr>
                <a:srgbClr val="073763"/>
              </a:buClr>
              <a:buSzPts val="2500"/>
              <a:buFont typeface="Libre Franklin SemiBold"/>
              <a:buNone/>
            </a:pPr>
            <a:r>
              <a:rPr lang="it-IT" sz="2500">
                <a:solidFill>
                  <a:srgbClr val="073763"/>
                </a:solidFill>
                <a:latin typeface="Libre Franklin SemiBold"/>
                <a:ea typeface="Libre Franklin SemiBold"/>
                <a:cs typeface="Libre Franklin SemiBold"/>
                <a:sym typeface="Libre Franklin SemiBold"/>
              </a:rPr>
              <a:t>Variazione del parametro R </a:t>
            </a:r>
            <a:endParaRPr sz="2500">
              <a:solidFill>
                <a:srgbClr val="073763"/>
              </a:solidFill>
              <a:latin typeface="Libre Franklin SemiBold"/>
              <a:ea typeface="Libre Franklin SemiBold"/>
              <a:cs typeface="Libre Franklin SemiBold"/>
              <a:sym typeface="Libre Franklin SemiBold"/>
            </a:endParaRPr>
          </a:p>
        </p:txBody>
      </p:sp>
      <p:pic>
        <p:nvPicPr>
          <p:cNvPr id="420" name="Google Shape;420;p40"/>
          <p:cNvPicPr preferRelativeResize="0"/>
          <p:nvPr/>
        </p:nvPicPr>
        <p:blipFill rotWithShape="1">
          <a:blip r:embed="rId3">
            <a:alphaModFix/>
          </a:blip>
          <a:srcRect b="0" l="0" r="0" t="0"/>
          <a:stretch/>
        </p:blipFill>
        <p:spPr>
          <a:xfrm>
            <a:off x="1469274" y="3422700"/>
            <a:ext cx="5422851" cy="2657699"/>
          </a:xfrm>
          <a:prstGeom prst="rect">
            <a:avLst/>
          </a:prstGeom>
          <a:noFill/>
          <a:ln>
            <a:noFill/>
          </a:ln>
        </p:spPr>
      </p:pic>
      <p:sp>
        <p:nvSpPr>
          <p:cNvPr id="421" name="Google Shape;421;p40"/>
          <p:cNvSpPr txBox="1"/>
          <p:nvPr/>
        </p:nvSpPr>
        <p:spPr>
          <a:xfrm>
            <a:off x="7498400" y="3800100"/>
            <a:ext cx="4258500" cy="6150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1200"/>
              </a:spcBef>
              <a:spcAft>
                <a:spcPts val="1200"/>
              </a:spcAft>
              <a:buClr>
                <a:schemeClr val="dk1"/>
              </a:buClr>
              <a:buSzPts val="1300"/>
              <a:buFont typeface="Libre Franklin"/>
              <a:buNone/>
            </a:pPr>
            <a:r>
              <a:rPr lang="it-IT" sz="1300">
                <a:solidFill>
                  <a:schemeClr val="dk1"/>
                </a:solidFill>
                <a:latin typeface="Libre Franklin"/>
                <a:ea typeface="Libre Franklin"/>
                <a:cs typeface="Libre Franklin"/>
                <a:sym typeface="Libre Franklin"/>
              </a:rPr>
              <a:t>La frequenza di taglio del filtro è definita dalla relazione:</a:t>
            </a:r>
            <a:endParaRPr sz="1800">
              <a:solidFill>
                <a:schemeClr val="dk1"/>
              </a:solidFill>
              <a:latin typeface="Garamond"/>
              <a:ea typeface="Garamond"/>
              <a:cs typeface="Garamond"/>
              <a:sym typeface="Garamond"/>
            </a:endParaRPr>
          </a:p>
        </p:txBody>
      </p:sp>
      <p:pic>
        <p:nvPicPr>
          <p:cNvPr id="422" name="Google Shape;422;p40"/>
          <p:cNvPicPr preferRelativeResize="0"/>
          <p:nvPr/>
        </p:nvPicPr>
        <p:blipFill rotWithShape="1">
          <a:blip r:embed="rId4">
            <a:alphaModFix/>
          </a:blip>
          <a:srcRect b="0" l="0" r="0" t="0"/>
          <a:stretch/>
        </p:blipFill>
        <p:spPr>
          <a:xfrm>
            <a:off x="8761050" y="4506725"/>
            <a:ext cx="1881100" cy="980750"/>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7" name="Shape 427"/>
        <p:cNvGrpSpPr/>
        <p:nvPr/>
      </p:nvGrpSpPr>
      <p:grpSpPr>
        <a:xfrm>
          <a:off x="0" y="0"/>
          <a:ext cx="0" cy="0"/>
          <a:chOff x="0" y="0"/>
          <a:chExt cx="0" cy="0"/>
        </a:xfrm>
      </p:grpSpPr>
      <p:pic>
        <p:nvPicPr>
          <p:cNvPr id="428" name="Google Shape;428;p41"/>
          <p:cNvPicPr preferRelativeResize="0"/>
          <p:nvPr/>
        </p:nvPicPr>
        <p:blipFill rotWithShape="1">
          <a:blip r:embed="rId3">
            <a:alphaModFix/>
          </a:blip>
          <a:srcRect b="0" l="0" r="0" t="0"/>
          <a:stretch/>
        </p:blipFill>
        <p:spPr>
          <a:xfrm>
            <a:off x="6022775" y="2736525"/>
            <a:ext cx="5954523" cy="2918301"/>
          </a:xfrm>
          <a:prstGeom prst="rect">
            <a:avLst/>
          </a:prstGeom>
          <a:noFill/>
          <a:ln>
            <a:noFill/>
          </a:ln>
        </p:spPr>
      </p:pic>
      <p:pic>
        <p:nvPicPr>
          <p:cNvPr id="429" name="Google Shape;429;p41"/>
          <p:cNvPicPr preferRelativeResize="0"/>
          <p:nvPr/>
        </p:nvPicPr>
        <p:blipFill rotWithShape="1">
          <a:blip r:embed="rId4">
            <a:alphaModFix/>
          </a:blip>
          <a:srcRect b="0" l="0" r="0" t="0"/>
          <a:stretch/>
        </p:blipFill>
        <p:spPr>
          <a:xfrm>
            <a:off x="1248900" y="2075325"/>
            <a:ext cx="4590225" cy="4303575"/>
          </a:xfrm>
          <a:prstGeom prst="rect">
            <a:avLst/>
          </a:prstGeom>
          <a:noFill/>
          <a:ln>
            <a:noFill/>
          </a:ln>
        </p:spPr>
      </p:pic>
      <p:sp>
        <p:nvSpPr>
          <p:cNvPr id="430" name="Google Shape;430;p41"/>
          <p:cNvSpPr txBox="1"/>
          <p:nvPr/>
        </p:nvSpPr>
        <p:spPr>
          <a:xfrm>
            <a:off x="1056375" y="374900"/>
            <a:ext cx="10984200" cy="14592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1200"/>
              </a:spcBef>
              <a:spcAft>
                <a:spcPts val="0"/>
              </a:spcAft>
              <a:buClr>
                <a:schemeClr val="dk1"/>
              </a:buClr>
              <a:buSzPts val="1300"/>
              <a:buFont typeface="Libre Franklin"/>
              <a:buNone/>
            </a:pPr>
            <a:r>
              <a:rPr lang="it-IT" sz="1300">
                <a:solidFill>
                  <a:schemeClr val="dk1"/>
                </a:solidFill>
                <a:latin typeface="Libre Franklin"/>
                <a:ea typeface="Libre Franklin"/>
                <a:cs typeface="Libre Franklin"/>
                <a:sym typeface="Libre Franklin"/>
              </a:rPr>
              <a:t>Quindi, aumentando il valore di R, aumenta il prodotto RC e la frequenza di taglio diminuisce. Per questo motivo la curva relativa a R = 100 kΩ risulta spostata verso frequenze più basse, mentre quella relativa a R = 1 kΩ è spostata verso frequenze più alte.</a:t>
            </a:r>
            <a:endParaRPr sz="1300">
              <a:solidFill>
                <a:schemeClr val="dk1"/>
              </a:solidFill>
              <a:latin typeface="Libre Franklin"/>
              <a:ea typeface="Libre Franklin"/>
              <a:cs typeface="Libre Franklin"/>
              <a:sym typeface="Libre Franklin"/>
            </a:endParaRPr>
          </a:p>
          <a:p>
            <a:pPr indent="0" lvl="0" marL="0" marR="0" rtl="0" algn="l">
              <a:lnSpc>
                <a:spcPct val="115000"/>
              </a:lnSpc>
              <a:spcBef>
                <a:spcPts val="1200"/>
              </a:spcBef>
              <a:spcAft>
                <a:spcPts val="1200"/>
              </a:spcAft>
              <a:buClr>
                <a:schemeClr val="dk1"/>
              </a:buClr>
              <a:buSzPts val="1300"/>
              <a:buFont typeface="Libre Franklin"/>
              <a:buNone/>
            </a:pPr>
            <a:r>
              <a:rPr lang="it-IT" sz="1300">
                <a:solidFill>
                  <a:schemeClr val="dk1"/>
                </a:solidFill>
                <a:latin typeface="Libre Franklin"/>
                <a:ea typeface="Libre Franklin"/>
                <a:cs typeface="Libre Franklin"/>
                <a:sym typeface="Libre Franklin"/>
              </a:rPr>
              <a:t>Il confronto tra le tre curve mostra quindi che la resistenza R determina direttamente la posizione della frequenza di taglio: valori più alti di R anticipano il passaggio del segnale a frequenze inferiori, mentre valori più bassi richiedono frequenze più elevate prima che il filtro lasci passare il segnale con attenuazione ridotta.</a:t>
            </a:r>
            <a:endParaRPr sz="1800">
              <a:solidFill>
                <a:schemeClr val="dk1"/>
              </a:solidFill>
              <a:latin typeface="Garamond"/>
              <a:ea typeface="Garamond"/>
              <a:cs typeface="Garamond"/>
              <a:sym typeface="Garamon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4" name="Shape 434"/>
        <p:cNvGrpSpPr/>
        <p:nvPr/>
      </p:nvGrpSpPr>
      <p:grpSpPr>
        <a:xfrm>
          <a:off x="0" y="0"/>
          <a:ext cx="0" cy="0"/>
          <a:chOff x="0" y="0"/>
          <a:chExt cx="0" cy="0"/>
        </a:xfrm>
      </p:grpSpPr>
      <p:pic>
        <p:nvPicPr>
          <p:cNvPr id="435" name="Google Shape;435;p42"/>
          <p:cNvPicPr preferRelativeResize="0"/>
          <p:nvPr/>
        </p:nvPicPr>
        <p:blipFill rotWithShape="1">
          <a:blip r:embed="rId3">
            <a:alphaModFix/>
          </a:blip>
          <a:srcRect b="0" l="0" r="0" t="0"/>
          <a:stretch/>
        </p:blipFill>
        <p:spPr>
          <a:xfrm>
            <a:off x="1088301" y="3586300"/>
            <a:ext cx="5605950" cy="2747450"/>
          </a:xfrm>
          <a:prstGeom prst="rect">
            <a:avLst/>
          </a:prstGeom>
          <a:noFill/>
          <a:ln>
            <a:noFill/>
          </a:ln>
        </p:spPr>
      </p:pic>
      <p:sp>
        <p:nvSpPr>
          <p:cNvPr id="436" name="Google Shape;436;p42"/>
          <p:cNvSpPr txBox="1"/>
          <p:nvPr/>
        </p:nvSpPr>
        <p:spPr>
          <a:xfrm>
            <a:off x="1355275" y="756125"/>
            <a:ext cx="4784400" cy="569400"/>
          </a:xfrm>
          <a:prstGeom prst="rect">
            <a:avLst/>
          </a:prstGeom>
          <a:noFill/>
          <a:ln>
            <a:noFill/>
          </a:ln>
        </p:spPr>
        <p:txBody>
          <a:bodyPr anchorCtr="0" anchor="t" bIns="91425" lIns="91425" spcFirstLastPara="1" rIns="91425" wrap="square" tIns="91425">
            <a:spAutoFit/>
          </a:bodyPr>
          <a:lstStyle/>
          <a:p>
            <a:pPr indent="0" lvl="0" marL="0" marR="0" rtl="0" algn="l">
              <a:spcBef>
                <a:spcPts val="0"/>
              </a:spcBef>
              <a:spcAft>
                <a:spcPts val="0"/>
              </a:spcAft>
              <a:buClr>
                <a:srgbClr val="073763"/>
              </a:buClr>
              <a:buSzPts val="2500"/>
              <a:buFont typeface="Libre Franklin SemiBold"/>
              <a:buNone/>
            </a:pPr>
            <a:r>
              <a:rPr lang="it-IT" sz="2500">
                <a:solidFill>
                  <a:srgbClr val="073763"/>
                </a:solidFill>
                <a:latin typeface="Libre Franklin SemiBold"/>
                <a:ea typeface="Libre Franklin SemiBold"/>
                <a:cs typeface="Libre Franklin SemiBold"/>
                <a:sym typeface="Libre Franklin SemiBold"/>
              </a:rPr>
              <a:t>Variazione del parametro C </a:t>
            </a:r>
            <a:endParaRPr sz="2500">
              <a:solidFill>
                <a:srgbClr val="073763"/>
              </a:solidFill>
              <a:latin typeface="Libre Franklin SemiBold"/>
              <a:ea typeface="Libre Franklin SemiBold"/>
              <a:cs typeface="Libre Franklin SemiBold"/>
              <a:sym typeface="Libre Franklin SemiBold"/>
            </a:endParaRPr>
          </a:p>
        </p:txBody>
      </p:sp>
      <p:sp>
        <p:nvSpPr>
          <p:cNvPr id="437" name="Google Shape;437;p42"/>
          <p:cNvSpPr txBox="1"/>
          <p:nvPr/>
        </p:nvSpPr>
        <p:spPr>
          <a:xfrm>
            <a:off x="985425" y="1777500"/>
            <a:ext cx="11034600" cy="14592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1200"/>
              </a:spcBef>
              <a:spcAft>
                <a:spcPts val="0"/>
              </a:spcAft>
              <a:buClr>
                <a:schemeClr val="dk1"/>
              </a:buClr>
              <a:buSzPts val="1300"/>
              <a:buFont typeface="Libre Franklin"/>
              <a:buNone/>
            </a:pPr>
            <a:r>
              <a:rPr lang="it-IT" sz="1300">
                <a:solidFill>
                  <a:schemeClr val="dk1"/>
                </a:solidFill>
                <a:latin typeface="Libre Franklin"/>
                <a:ea typeface="Libre Franklin"/>
                <a:cs typeface="Libre Franklin"/>
                <a:sym typeface="Libre Franklin"/>
              </a:rPr>
              <a:t>Dopo aver analizzato l’effetto della variazione della resistenza R, si passa ora allo studio della variazione della capacità C nel filtro passa-alto passivo.</a:t>
            </a:r>
            <a:endParaRPr sz="1300">
              <a:solidFill>
                <a:schemeClr val="dk1"/>
              </a:solidFill>
              <a:latin typeface="Libre Franklin"/>
              <a:ea typeface="Libre Franklin"/>
              <a:cs typeface="Libre Franklin"/>
              <a:sym typeface="Libre Franklin"/>
            </a:endParaRPr>
          </a:p>
          <a:p>
            <a:pPr indent="0" lvl="0" marL="0" marR="0" rtl="0" algn="l">
              <a:lnSpc>
                <a:spcPct val="115000"/>
              </a:lnSpc>
              <a:spcBef>
                <a:spcPts val="1200"/>
              </a:spcBef>
              <a:spcAft>
                <a:spcPts val="1200"/>
              </a:spcAft>
              <a:buClr>
                <a:schemeClr val="dk1"/>
              </a:buClr>
              <a:buSzPts val="1300"/>
              <a:buFont typeface="Libre Franklin"/>
              <a:buNone/>
            </a:pPr>
            <a:r>
              <a:rPr lang="it-IT" sz="1300">
                <a:solidFill>
                  <a:schemeClr val="dk1"/>
                </a:solidFill>
                <a:latin typeface="Libre Franklin"/>
                <a:ea typeface="Libre Franklin"/>
                <a:cs typeface="Libre Franklin"/>
                <a:sym typeface="Libre Franklin"/>
              </a:rPr>
              <a:t>In questa simulazione la resistenza viene mantenuta costante a R = 10 kΩ, mentre il condensatore assume tre valori diversi: 1 nF, 100 nF e 1 µF. Nel grafico di Bode sono rappresentate le tre risposte: la curva rossa corrisponde al circuito con C = 1 nF; la curva blu corrisponde al circuito con C = 100 nF; la curva verde corrisponde a quello con C = 1 µF.</a:t>
            </a:r>
            <a:endParaRPr sz="1300">
              <a:solidFill>
                <a:schemeClr val="dk1"/>
              </a:solidFill>
              <a:latin typeface="Libre Franklin"/>
              <a:ea typeface="Libre Franklin"/>
              <a:cs typeface="Libre Franklin"/>
              <a:sym typeface="Libre Franklin"/>
            </a:endParaRPr>
          </a:p>
        </p:txBody>
      </p:sp>
      <p:sp>
        <p:nvSpPr>
          <p:cNvPr id="438" name="Google Shape;438;p42"/>
          <p:cNvSpPr txBox="1"/>
          <p:nvPr/>
        </p:nvSpPr>
        <p:spPr>
          <a:xfrm>
            <a:off x="7498400" y="3800100"/>
            <a:ext cx="4258500" cy="6150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1200"/>
              </a:spcBef>
              <a:spcAft>
                <a:spcPts val="1200"/>
              </a:spcAft>
              <a:buClr>
                <a:schemeClr val="dk1"/>
              </a:buClr>
              <a:buSzPts val="1300"/>
              <a:buFont typeface="Libre Franklin"/>
              <a:buNone/>
            </a:pPr>
            <a:r>
              <a:rPr lang="it-IT" sz="1300">
                <a:solidFill>
                  <a:schemeClr val="dk1"/>
                </a:solidFill>
                <a:latin typeface="Libre Franklin"/>
                <a:ea typeface="Libre Franklin"/>
                <a:cs typeface="Libre Franklin"/>
                <a:sym typeface="Libre Franklin"/>
              </a:rPr>
              <a:t>La frequenza di taglio del filtro è sempre definita dalla relazione:</a:t>
            </a:r>
            <a:endParaRPr sz="1800">
              <a:solidFill>
                <a:schemeClr val="dk1"/>
              </a:solidFill>
              <a:latin typeface="Garamond"/>
              <a:ea typeface="Garamond"/>
              <a:cs typeface="Garamond"/>
              <a:sym typeface="Garamond"/>
            </a:endParaRPr>
          </a:p>
        </p:txBody>
      </p:sp>
      <p:pic>
        <p:nvPicPr>
          <p:cNvPr id="439" name="Google Shape;439;p42"/>
          <p:cNvPicPr preferRelativeResize="0"/>
          <p:nvPr/>
        </p:nvPicPr>
        <p:blipFill rotWithShape="1">
          <a:blip r:embed="rId4">
            <a:alphaModFix/>
          </a:blip>
          <a:srcRect b="0" l="0" r="0" t="0"/>
          <a:stretch/>
        </p:blipFill>
        <p:spPr>
          <a:xfrm>
            <a:off x="8761050" y="4506725"/>
            <a:ext cx="1881100" cy="980750"/>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4" name="Shape 444"/>
        <p:cNvGrpSpPr/>
        <p:nvPr/>
      </p:nvGrpSpPr>
      <p:grpSpPr>
        <a:xfrm>
          <a:off x="0" y="0"/>
          <a:ext cx="0" cy="0"/>
          <a:chOff x="0" y="0"/>
          <a:chExt cx="0" cy="0"/>
        </a:xfrm>
      </p:grpSpPr>
      <p:pic>
        <p:nvPicPr>
          <p:cNvPr id="445" name="Google Shape;445;p43"/>
          <p:cNvPicPr preferRelativeResize="0"/>
          <p:nvPr/>
        </p:nvPicPr>
        <p:blipFill rotWithShape="1">
          <a:blip r:embed="rId3">
            <a:alphaModFix/>
          </a:blip>
          <a:srcRect b="0" l="0" r="0" t="0"/>
          <a:stretch/>
        </p:blipFill>
        <p:spPr>
          <a:xfrm>
            <a:off x="1210224" y="1808852"/>
            <a:ext cx="5970500" cy="2926077"/>
          </a:xfrm>
          <a:prstGeom prst="rect">
            <a:avLst/>
          </a:prstGeom>
          <a:noFill/>
          <a:ln>
            <a:noFill/>
          </a:ln>
        </p:spPr>
      </p:pic>
      <p:pic>
        <p:nvPicPr>
          <p:cNvPr id="446" name="Google Shape;446;p43"/>
          <p:cNvPicPr preferRelativeResize="0"/>
          <p:nvPr/>
        </p:nvPicPr>
        <p:blipFill rotWithShape="1">
          <a:blip r:embed="rId4">
            <a:alphaModFix/>
          </a:blip>
          <a:srcRect b="0" l="0" r="0" t="0"/>
          <a:stretch/>
        </p:blipFill>
        <p:spPr>
          <a:xfrm>
            <a:off x="8011170" y="2071098"/>
            <a:ext cx="3395065" cy="2604247"/>
          </a:xfrm>
          <a:prstGeom prst="rect">
            <a:avLst/>
          </a:prstGeom>
          <a:noFill/>
          <a:ln>
            <a:noFill/>
          </a:ln>
        </p:spPr>
      </p:pic>
      <p:sp>
        <p:nvSpPr>
          <p:cNvPr id="447" name="Google Shape;447;p43"/>
          <p:cNvSpPr txBox="1"/>
          <p:nvPr/>
        </p:nvSpPr>
        <p:spPr>
          <a:xfrm>
            <a:off x="1210225" y="1074100"/>
            <a:ext cx="10597500" cy="6150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1200"/>
              </a:spcBef>
              <a:spcAft>
                <a:spcPts val="1200"/>
              </a:spcAft>
              <a:buClr>
                <a:schemeClr val="dk1"/>
              </a:buClr>
              <a:buSzPts val="1300"/>
              <a:buFont typeface="Libre Franklin"/>
              <a:buNone/>
            </a:pPr>
            <a:r>
              <a:rPr lang="it-IT" sz="1300">
                <a:solidFill>
                  <a:schemeClr val="dk1"/>
                </a:solidFill>
                <a:latin typeface="Libre Franklin"/>
                <a:ea typeface="Libre Franklin"/>
                <a:cs typeface="Libre Franklin"/>
                <a:sym typeface="Libre Franklin"/>
              </a:rPr>
              <a:t>Quindi aumentando il valore di C aumenta il prodotto RC e la frequenza di taglio diminuisce. Il comportamento è quindi analogo a quello osservato variando R: aumentando uno dei due parametri del prodotto RC, la curva di Bode si sposta verso frequenze più basse.</a:t>
            </a:r>
            <a:endParaRPr sz="1300">
              <a:solidFill>
                <a:schemeClr val="dk1"/>
              </a:solidFill>
              <a:latin typeface="Libre Franklin"/>
              <a:ea typeface="Libre Franklin"/>
              <a:cs typeface="Libre Franklin"/>
              <a:sym typeface="Libre Franklin"/>
            </a:endParaRPr>
          </a:p>
        </p:txBody>
      </p:sp>
      <p:sp>
        <p:nvSpPr>
          <p:cNvPr id="448" name="Google Shape;448;p43"/>
          <p:cNvSpPr txBox="1"/>
          <p:nvPr/>
        </p:nvSpPr>
        <p:spPr>
          <a:xfrm>
            <a:off x="1388125" y="5383850"/>
            <a:ext cx="10419600" cy="1185300"/>
          </a:xfrm>
          <a:prstGeom prst="rect">
            <a:avLst/>
          </a:prstGeom>
          <a:noFill/>
          <a:ln>
            <a:noFill/>
          </a:ln>
        </p:spPr>
        <p:txBody>
          <a:bodyPr anchorCtr="0" anchor="t" bIns="91425" lIns="91425" spcFirstLastPara="1" rIns="91425" wrap="square" tIns="91425">
            <a:spAutoFit/>
          </a:bodyPr>
          <a:lstStyle/>
          <a:p>
            <a:pPr indent="0" lvl="0" marL="0" marR="0" rtl="0" algn="l">
              <a:spcBef>
                <a:spcPts val="0"/>
              </a:spcBef>
              <a:spcAft>
                <a:spcPts val="0"/>
              </a:spcAft>
              <a:buClr>
                <a:schemeClr val="dk1"/>
              </a:buClr>
              <a:buSzPts val="1300"/>
              <a:buFont typeface="Libre Franklin"/>
              <a:buNone/>
            </a:pPr>
            <a:r>
              <a:rPr b="1" lang="it-IT" sz="1300">
                <a:solidFill>
                  <a:schemeClr val="dk1"/>
                </a:solidFill>
                <a:latin typeface="Libre Franklin"/>
                <a:ea typeface="Libre Franklin"/>
                <a:cs typeface="Libre Franklin"/>
                <a:sym typeface="Libre Franklin"/>
              </a:rPr>
              <a:t>Osservazione:</a:t>
            </a:r>
            <a:endParaRPr b="1" sz="1300">
              <a:solidFill>
                <a:schemeClr val="dk1"/>
              </a:solidFill>
              <a:latin typeface="Libre Franklin"/>
              <a:ea typeface="Libre Franklin"/>
              <a:cs typeface="Libre Franklin"/>
              <a:sym typeface="Libre Franklin"/>
            </a:endParaRPr>
          </a:p>
          <a:p>
            <a:pPr indent="0" lvl="0" marL="0" marR="0" rtl="0" algn="l">
              <a:spcBef>
                <a:spcPts val="0"/>
              </a:spcBef>
              <a:spcAft>
                <a:spcPts val="0"/>
              </a:spcAft>
              <a:buClr>
                <a:schemeClr val="dk1"/>
              </a:buClr>
              <a:buSzPts val="1300"/>
              <a:buFont typeface="Garamond"/>
              <a:buNone/>
            </a:pPr>
            <a:r>
              <a:t/>
            </a:r>
            <a:endParaRPr sz="1300">
              <a:solidFill>
                <a:schemeClr val="dk1"/>
              </a:solidFill>
              <a:latin typeface="Libre Franklin"/>
              <a:ea typeface="Libre Franklin"/>
              <a:cs typeface="Libre Franklin"/>
              <a:sym typeface="Libre Franklin"/>
            </a:endParaRPr>
          </a:p>
          <a:p>
            <a:pPr indent="0" lvl="0" marL="0" marR="0" rtl="0" algn="l">
              <a:spcBef>
                <a:spcPts val="0"/>
              </a:spcBef>
              <a:spcAft>
                <a:spcPts val="0"/>
              </a:spcAft>
              <a:buClr>
                <a:schemeClr val="dk1"/>
              </a:buClr>
              <a:buSzPts val="1300"/>
              <a:buFont typeface="Libre Franklin"/>
              <a:buNone/>
            </a:pPr>
            <a:r>
              <a:rPr lang="it-IT" sz="1300">
                <a:solidFill>
                  <a:schemeClr val="dk1"/>
                </a:solidFill>
                <a:latin typeface="Libre Franklin"/>
                <a:ea typeface="Libre Franklin"/>
                <a:cs typeface="Libre Franklin"/>
                <a:sym typeface="Libre Franklin"/>
              </a:rPr>
              <a:t>Dal punto di vista pratico, però, è più conveniente rendere variabile la resistenza, ad esempio tramite un trimmer, piuttosto che utilizzare un condensatore variabile. Nelle applicazioni reali, infatti, regolare una resistenza è generalmente più semplice, economico e preciso rispetto alla variazione della capacità del condensatore.</a:t>
            </a:r>
            <a:endParaRPr sz="1300">
              <a:solidFill>
                <a:schemeClr val="dk1"/>
              </a:solidFill>
              <a:latin typeface="Libre Franklin"/>
              <a:ea typeface="Libre Franklin"/>
              <a:cs typeface="Libre Franklin"/>
              <a:sym typeface="Libre Franklin"/>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3" name="Shape 453"/>
        <p:cNvGrpSpPr/>
        <p:nvPr/>
      </p:nvGrpSpPr>
      <p:grpSpPr>
        <a:xfrm>
          <a:off x="0" y="0"/>
          <a:ext cx="0" cy="0"/>
          <a:chOff x="0" y="0"/>
          <a:chExt cx="0" cy="0"/>
        </a:xfrm>
      </p:grpSpPr>
      <p:pic>
        <p:nvPicPr>
          <p:cNvPr id="454" name="Google Shape;454;p44"/>
          <p:cNvPicPr preferRelativeResize="0"/>
          <p:nvPr/>
        </p:nvPicPr>
        <p:blipFill rotWithShape="1">
          <a:blip r:embed="rId3">
            <a:alphaModFix/>
          </a:blip>
          <a:srcRect b="0" l="0" r="0" t="0"/>
          <a:stretch/>
        </p:blipFill>
        <p:spPr>
          <a:xfrm>
            <a:off x="1951612" y="508950"/>
            <a:ext cx="8288777" cy="4664899"/>
          </a:xfrm>
          <a:prstGeom prst="rect">
            <a:avLst/>
          </a:prstGeom>
          <a:noFill/>
          <a:ln>
            <a:noFill/>
          </a:ln>
        </p:spPr>
      </p:pic>
      <p:sp>
        <p:nvSpPr>
          <p:cNvPr id="455" name="Google Shape;455;p44"/>
          <p:cNvSpPr txBox="1"/>
          <p:nvPr/>
        </p:nvSpPr>
        <p:spPr>
          <a:xfrm>
            <a:off x="891675" y="5542750"/>
            <a:ext cx="11189400" cy="785100"/>
          </a:xfrm>
          <a:prstGeom prst="rect">
            <a:avLst/>
          </a:prstGeom>
          <a:noFill/>
          <a:ln>
            <a:noFill/>
          </a:ln>
        </p:spPr>
        <p:txBody>
          <a:bodyPr anchorCtr="0" anchor="t" bIns="91425" lIns="91425" spcFirstLastPara="1" rIns="91425" wrap="square" tIns="91425">
            <a:spAutoFit/>
          </a:bodyPr>
          <a:lstStyle/>
          <a:p>
            <a:pPr indent="0" lvl="0" marL="0" marR="0" rtl="0" algn="l">
              <a:spcBef>
                <a:spcPts val="0"/>
              </a:spcBef>
              <a:spcAft>
                <a:spcPts val="0"/>
              </a:spcAft>
              <a:buClr>
                <a:schemeClr val="dk1"/>
              </a:buClr>
              <a:buSzPts val="1300"/>
              <a:buFont typeface="Libre Franklin"/>
              <a:buNone/>
            </a:pPr>
            <a:r>
              <a:rPr lang="it-IT" sz="1300">
                <a:solidFill>
                  <a:schemeClr val="dk1"/>
                </a:solidFill>
                <a:latin typeface="Libre Franklin"/>
                <a:ea typeface="Libre Franklin"/>
                <a:cs typeface="Libre Franklin"/>
                <a:sym typeface="Libre Franklin"/>
              </a:rPr>
              <a:t>Il grafico mostra la relazione tra la frequenza di taglio fc​ e il valore 1/R, mantenendo costante la capacità a C=100nF. Si osserva un andamento lineare: quando la resistenza diminuisce, 1/R aumenta e di conseguenza aumenta anche la frequenza di taglio. Questo conferma che, a capacità costante, il filtro passa-alto può essere regolato agendo direttamente sul valore della resistenza.</a:t>
            </a:r>
            <a:endParaRPr sz="1300">
              <a:solidFill>
                <a:schemeClr val="dk1"/>
              </a:solidFill>
              <a:latin typeface="Libre Franklin"/>
              <a:ea typeface="Libre Franklin"/>
              <a:cs typeface="Libre Franklin"/>
              <a:sym typeface="Libre Franklin"/>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0" name="Shape 460"/>
        <p:cNvGrpSpPr/>
        <p:nvPr/>
      </p:nvGrpSpPr>
      <p:grpSpPr>
        <a:xfrm>
          <a:off x="0" y="0"/>
          <a:ext cx="0" cy="0"/>
          <a:chOff x="0" y="0"/>
          <a:chExt cx="0" cy="0"/>
        </a:xfrm>
      </p:grpSpPr>
      <p:pic>
        <p:nvPicPr>
          <p:cNvPr id="461" name="Google Shape;461;p45"/>
          <p:cNvPicPr preferRelativeResize="0"/>
          <p:nvPr/>
        </p:nvPicPr>
        <p:blipFill rotWithShape="1">
          <a:blip r:embed="rId3">
            <a:alphaModFix/>
          </a:blip>
          <a:srcRect b="0" l="0" r="0" t="0"/>
          <a:stretch/>
        </p:blipFill>
        <p:spPr>
          <a:xfrm>
            <a:off x="5937130" y="2809000"/>
            <a:ext cx="5749220" cy="1327925"/>
          </a:xfrm>
          <a:prstGeom prst="rect">
            <a:avLst/>
          </a:prstGeom>
          <a:noFill/>
          <a:ln>
            <a:noFill/>
          </a:ln>
        </p:spPr>
      </p:pic>
      <p:pic>
        <p:nvPicPr>
          <p:cNvPr id="462" name="Google Shape;462;p45"/>
          <p:cNvPicPr preferRelativeResize="0"/>
          <p:nvPr/>
        </p:nvPicPr>
        <p:blipFill rotWithShape="1">
          <a:blip r:embed="rId4">
            <a:alphaModFix/>
          </a:blip>
          <a:srcRect b="0" l="0" r="0" t="0"/>
          <a:stretch/>
        </p:blipFill>
        <p:spPr>
          <a:xfrm>
            <a:off x="1119608" y="2530408"/>
            <a:ext cx="4445228" cy="1778091"/>
          </a:xfrm>
          <a:prstGeom prst="rect">
            <a:avLst/>
          </a:prstGeom>
          <a:noFill/>
          <a:ln>
            <a:noFill/>
          </a:ln>
        </p:spPr>
      </p:pic>
      <p:sp>
        <p:nvSpPr>
          <p:cNvPr id="463" name="Google Shape;463;p45"/>
          <p:cNvSpPr txBox="1"/>
          <p:nvPr/>
        </p:nvSpPr>
        <p:spPr>
          <a:xfrm>
            <a:off x="968075" y="1609975"/>
            <a:ext cx="11053800" cy="6150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1200"/>
              </a:spcBef>
              <a:spcAft>
                <a:spcPts val="1200"/>
              </a:spcAft>
              <a:buClr>
                <a:schemeClr val="dk1"/>
              </a:buClr>
              <a:buSzPts val="1300"/>
              <a:buFont typeface="Libre Franklin"/>
              <a:buNone/>
            </a:pPr>
            <a:r>
              <a:rPr lang="it-IT" sz="1300">
                <a:solidFill>
                  <a:schemeClr val="dk1"/>
                </a:solidFill>
                <a:latin typeface="Libre Franklin"/>
                <a:ea typeface="Libre Franklin"/>
                <a:cs typeface="Libre Franklin"/>
                <a:sym typeface="Libre Franklin"/>
              </a:rPr>
              <a:t>In questa prova il circuito RC viene alimentato con un segnale impulsivo Vin che commuta tra -1 V e +1 V. Nel grafico, la curva rossa rappresenta Vin, mentre la curva blu mostra l’andamento della tensione legata alla carica e scarica del condensatore.</a:t>
            </a:r>
            <a:endParaRPr sz="1800">
              <a:solidFill>
                <a:schemeClr val="dk1"/>
              </a:solidFill>
              <a:latin typeface="Garamond"/>
              <a:ea typeface="Garamond"/>
              <a:cs typeface="Garamond"/>
              <a:sym typeface="Garamond"/>
            </a:endParaRPr>
          </a:p>
        </p:txBody>
      </p:sp>
      <p:sp>
        <p:nvSpPr>
          <p:cNvPr id="464" name="Google Shape;464;p45"/>
          <p:cNvSpPr txBox="1"/>
          <p:nvPr/>
        </p:nvSpPr>
        <p:spPr>
          <a:xfrm>
            <a:off x="1359400" y="4720950"/>
            <a:ext cx="10473000" cy="6150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1200"/>
              </a:spcBef>
              <a:spcAft>
                <a:spcPts val="1200"/>
              </a:spcAft>
              <a:buClr>
                <a:schemeClr val="dk1"/>
              </a:buClr>
              <a:buSzPts val="1300"/>
              <a:buFont typeface="Libre Franklin"/>
              <a:buNone/>
            </a:pPr>
            <a:r>
              <a:rPr lang="it-IT" sz="1300">
                <a:solidFill>
                  <a:schemeClr val="dk1"/>
                </a:solidFill>
                <a:latin typeface="Libre Franklin"/>
                <a:ea typeface="Libre Franklin"/>
                <a:cs typeface="Libre Franklin"/>
                <a:sym typeface="Libre Franklin"/>
              </a:rPr>
              <a:t> Il condensatore si oppone alle variazioni brusche di tensione: per questo non segue istantaneamente i salti della curva rossa, ma passa gradualmente da un livello all’altro. La velocità di carica e scarica dipende dalla costante di tempo:</a:t>
            </a:r>
            <a:endParaRPr sz="1800">
              <a:solidFill>
                <a:schemeClr val="dk1"/>
              </a:solidFill>
              <a:latin typeface="Garamond"/>
              <a:ea typeface="Garamond"/>
              <a:cs typeface="Garamond"/>
              <a:sym typeface="Garamond"/>
            </a:endParaRPr>
          </a:p>
        </p:txBody>
      </p:sp>
      <p:pic>
        <p:nvPicPr>
          <p:cNvPr id="465" name="Google Shape;465;p45"/>
          <p:cNvPicPr preferRelativeResize="0"/>
          <p:nvPr/>
        </p:nvPicPr>
        <p:blipFill rotWithShape="1">
          <a:blip r:embed="rId5">
            <a:alphaModFix/>
          </a:blip>
          <a:srcRect b="0" l="0" r="0" t="0"/>
          <a:stretch/>
        </p:blipFill>
        <p:spPr>
          <a:xfrm>
            <a:off x="4925875" y="5485775"/>
            <a:ext cx="800100" cy="342900"/>
          </a:xfrm>
          <a:prstGeom prst="rect">
            <a:avLst/>
          </a:prstGeom>
          <a:noFill/>
          <a:ln>
            <a:noFill/>
          </a:ln>
        </p:spPr>
      </p:pic>
      <p:sp>
        <p:nvSpPr>
          <p:cNvPr id="466" name="Google Shape;466;p45"/>
          <p:cNvSpPr txBox="1"/>
          <p:nvPr/>
        </p:nvSpPr>
        <p:spPr>
          <a:xfrm>
            <a:off x="2034475" y="5978500"/>
            <a:ext cx="6302400" cy="415500"/>
          </a:xfrm>
          <a:prstGeom prst="rect">
            <a:avLst/>
          </a:prstGeom>
          <a:noFill/>
          <a:ln>
            <a:noFill/>
          </a:ln>
        </p:spPr>
        <p:txBody>
          <a:bodyPr anchorCtr="0" anchor="t" bIns="91425" lIns="91425" spcFirstLastPara="1" rIns="91425" wrap="square" tIns="91425">
            <a:spAutoFit/>
          </a:bodyPr>
          <a:lstStyle/>
          <a:p>
            <a:pPr indent="0" lvl="0" marL="0" marR="0" rtl="0" algn="l">
              <a:spcBef>
                <a:spcPts val="0"/>
              </a:spcBef>
              <a:spcAft>
                <a:spcPts val="0"/>
              </a:spcAft>
              <a:buClr>
                <a:schemeClr val="dk1"/>
              </a:buClr>
              <a:buSzPts val="1300"/>
              <a:buFont typeface="Libre Franklin"/>
              <a:buNone/>
            </a:pPr>
            <a:r>
              <a:rPr lang="it-IT" sz="1300">
                <a:solidFill>
                  <a:schemeClr val="dk1"/>
                </a:solidFill>
                <a:latin typeface="Libre Franklin"/>
                <a:ea typeface="Libre Franklin"/>
                <a:cs typeface="Libre Franklin"/>
                <a:sym typeface="Libre Franklin"/>
              </a:rPr>
              <a:t>maggiore è </a:t>
            </a:r>
            <a:r>
              <a:rPr b="1" lang="it-IT" sz="1500">
                <a:solidFill>
                  <a:schemeClr val="dk1"/>
                </a:solidFill>
                <a:latin typeface="Libre Franklin"/>
                <a:ea typeface="Libre Franklin"/>
                <a:cs typeface="Libre Franklin"/>
                <a:sym typeface="Libre Franklin"/>
              </a:rPr>
              <a:t>τ</a:t>
            </a:r>
            <a:r>
              <a:rPr lang="it-IT" sz="1300">
                <a:solidFill>
                  <a:schemeClr val="dk1"/>
                </a:solidFill>
                <a:latin typeface="Libre Franklin"/>
                <a:ea typeface="Libre Franklin"/>
                <a:cs typeface="Libre Franklin"/>
                <a:sym typeface="Libre Franklin"/>
              </a:rPr>
              <a:t>, più lenta sarà la risposta del condensatore.</a:t>
            </a:r>
            <a:endParaRPr sz="1300">
              <a:solidFill>
                <a:schemeClr val="dk1"/>
              </a:solidFill>
              <a:latin typeface="Libre Franklin"/>
              <a:ea typeface="Libre Franklin"/>
              <a:cs typeface="Libre Franklin"/>
              <a:sym typeface="Libre Franklin"/>
            </a:endParaRPr>
          </a:p>
        </p:txBody>
      </p:sp>
      <p:sp>
        <p:nvSpPr>
          <p:cNvPr id="467" name="Google Shape;467;p45"/>
          <p:cNvSpPr txBox="1"/>
          <p:nvPr/>
        </p:nvSpPr>
        <p:spPr>
          <a:xfrm>
            <a:off x="1355275" y="756125"/>
            <a:ext cx="7758300" cy="569400"/>
          </a:xfrm>
          <a:prstGeom prst="rect">
            <a:avLst/>
          </a:prstGeom>
          <a:noFill/>
          <a:ln>
            <a:noFill/>
          </a:ln>
        </p:spPr>
        <p:txBody>
          <a:bodyPr anchorCtr="0" anchor="t" bIns="91425" lIns="91425" spcFirstLastPara="1" rIns="91425" wrap="square" tIns="91425">
            <a:spAutoFit/>
          </a:bodyPr>
          <a:lstStyle/>
          <a:p>
            <a:pPr indent="0" lvl="0" marL="0" marR="0" rtl="0" algn="l">
              <a:spcBef>
                <a:spcPts val="0"/>
              </a:spcBef>
              <a:spcAft>
                <a:spcPts val="0"/>
              </a:spcAft>
              <a:buClr>
                <a:srgbClr val="073763"/>
              </a:buClr>
              <a:buSzPts val="2500"/>
              <a:buFont typeface="Libre Franklin SemiBold"/>
              <a:buNone/>
            </a:pPr>
            <a:r>
              <a:rPr lang="it-IT" sz="2500">
                <a:solidFill>
                  <a:srgbClr val="073763"/>
                </a:solidFill>
                <a:latin typeface="Libre Franklin SemiBold"/>
                <a:ea typeface="Libre Franklin SemiBold"/>
                <a:cs typeface="Libre Franklin SemiBold"/>
                <a:sym typeface="Libre Franklin SemiBold"/>
              </a:rPr>
              <a:t>Risposta al gradino (circuito RC)</a:t>
            </a:r>
            <a:endParaRPr sz="2500">
              <a:solidFill>
                <a:srgbClr val="073763"/>
              </a:solidFill>
              <a:latin typeface="Libre Franklin SemiBold"/>
              <a:ea typeface="Libre Franklin SemiBold"/>
              <a:cs typeface="Libre Franklin SemiBold"/>
              <a:sym typeface="Libre Franklin SemiBold"/>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2" name="Shape 472"/>
        <p:cNvGrpSpPr/>
        <p:nvPr/>
      </p:nvGrpSpPr>
      <p:grpSpPr>
        <a:xfrm>
          <a:off x="0" y="0"/>
          <a:ext cx="0" cy="0"/>
          <a:chOff x="0" y="0"/>
          <a:chExt cx="0" cy="0"/>
        </a:xfrm>
      </p:grpSpPr>
      <p:sp>
        <p:nvSpPr>
          <p:cNvPr id="473" name="Google Shape;473;p46"/>
          <p:cNvSpPr txBox="1"/>
          <p:nvPr/>
        </p:nvSpPr>
        <p:spPr>
          <a:xfrm>
            <a:off x="1271650" y="1325525"/>
            <a:ext cx="11134200" cy="12291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1200"/>
              </a:spcBef>
              <a:spcAft>
                <a:spcPts val="0"/>
              </a:spcAft>
              <a:buClr>
                <a:schemeClr val="dk1"/>
              </a:buClr>
              <a:buSzPts val="1300"/>
              <a:buFont typeface="Libre Franklin"/>
              <a:buNone/>
            </a:pPr>
            <a:r>
              <a:rPr lang="it-IT" sz="1300">
                <a:solidFill>
                  <a:schemeClr val="dk1"/>
                </a:solidFill>
                <a:latin typeface="Libre Franklin"/>
                <a:ea typeface="Libre Franklin"/>
                <a:cs typeface="Libre Franklin"/>
                <a:sym typeface="Libre Franklin"/>
              </a:rPr>
              <a:t>Carica del condensatore</a:t>
            </a:r>
            <a:endParaRPr sz="1300">
              <a:solidFill>
                <a:schemeClr val="dk1"/>
              </a:solidFill>
              <a:latin typeface="Libre Franklin"/>
              <a:ea typeface="Libre Franklin"/>
              <a:cs typeface="Libre Franklin"/>
              <a:sym typeface="Libre Franklin"/>
            </a:endParaRPr>
          </a:p>
          <a:p>
            <a:pPr indent="0" lvl="0" marL="0" marR="0" rtl="0" algn="l">
              <a:lnSpc>
                <a:spcPct val="115000"/>
              </a:lnSpc>
              <a:spcBef>
                <a:spcPts val="1200"/>
              </a:spcBef>
              <a:spcAft>
                <a:spcPts val="1200"/>
              </a:spcAft>
              <a:buClr>
                <a:schemeClr val="dk1"/>
              </a:buClr>
              <a:buSzPts val="1300"/>
              <a:buFont typeface="Libre Franklin"/>
              <a:buNone/>
            </a:pPr>
            <a:br>
              <a:rPr lang="it-IT" sz="1300">
                <a:solidFill>
                  <a:schemeClr val="dk1"/>
                </a:solidFill>
                <a:latin typeface="Libre Franklin"/>
                <a:ea typeface="Libre Franklin"/>
                <a:cs typeface="Libre Franklin"/>
                <a:sym typeface="Libre Franklin"/>
              </a:rPr>
            </a:br>
            <a:r>
              <a:rPr lang="it-IT" sz="1300">
                <a:solidFill>
                  <a:schemeClr val="dk1"/>
                </a:solidFill>
                <a:latin typeface="Libre Franklin"/>
                <a:ea typeface="Libre Franklin"/>
                <a:cs typeface="Libre Franklin"/>
                <a:sym typeface="Libre Franklin"/>
              </a:rPr>
              <a:t> Quando Vin passa da -1 V a +1 V, il condensatore inizia a caricarsi. La tensione non cambia istantaneamente, ma cresce con andamento esponenziale:</a:t>
            </a:r>
            <a:endParaRPr sz="1300">
              <a:solidFill>
                <a:schemeClr val="dk1"/>
              </a:solidFill>
              <a:latin typeface="Libre Franklin"/>
              <a:ea typeface="Libre Franklin"/>
              <a:cs typeface="Libre Franklin"/>
              <a:sym typeface="Libre Franklin"/>
            </a:endParaRPr>
          </a:p>
        </p:txBody>
      </p:sp>
      <p:pic>
        <p:nvPicPr>
          <p:cNvPr id="474" name="Google Shape;474;p46"/>
          <p:cNvPicPr preferRelativeResize="0"/>
          <p:nvPr/>
        </p:nvPicPr>
        <p:blipFill rotWithShape="1">
          <a:blip r:embed="rId3">
            <a:alphaModFix/>
          </a:blip>
          <a:srcRect b="0" l="0" r="0" t="0"/>
          <a:stretch/>
        </p:blipFill>
        <p:spPr>
          <a:xfrm>
            <a:off x="4128850" y="2835400"/>
            <a:ext cx="2486025" cy="381000"/>
          </a:xfrm>
          <a:prstGeom prst="rect">
            <a:avLst/>
          </a:prstGeom>
          <a:noFill/>
          <a:ln>
            <a:noFill/>
          </a:ln>
        </p:spPr>
      </p:pic>
      <p:sp>
        <p:nvSpPr>
          <p:cNvPr id="475" name="Google Shape;475;p46"/>
          <p:cNvSpPr txBox="1"/>
          <p:nvPr/>
        </p:nvSpPr>
        <p:spPr>
          <a:xfrm>
            <a:off x="1054225" y="3270513"/>
            <a:ext cx="10917000" cy="18432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1200"/>
              </a:spcBef>
              <a:spcAft>
                <a:spcPts val="0"/>
              </a:spcAft>
              <a:buClr>
                <a:schemeClr val="dk1"/>
              </a:buClr>
              <a:buSzPts val="1300"/>
              <a:buFont typeface="Libre Franklin"/>
              <a:buNone/>
            </a:pPr>
            <a:r>
              <a:rPr lang="it-IT" sz="1300">
                <a:solidFill>
                  <a:schemeClr val="dk1"/>
                </a:solidFill>
                <a:latin typeface="Libre Franklin"/>
                <a:ea typeface="Libre Franklin"/>
                <a:cs typeface="Libre Franklin"/>
                <a:sym typeface="Libre Franklin"/>
              </a:rPr>
              <a:t>dove ViV_iVi​ è il valore iniziale, VfV_fVf​ il valore finale e RCRCRC è la costante di tempo del circuito. Nel grafico la curva blu sale rapidamente all’inizio e poi rallenta avvicinandosi al nuovo valore positivo.</a:t>
            </a:r>
            <a:endParaRPr sz="1300">
              <a:solidFill>
                <a:schemeClr val="dk1"/>
              </a:solidFill>
              <a:latin typeface="Libre Franklin"/>
              <a:ea typeface="Libre Franklin"/>
              <a:cs typeface="Libre Franklin"/>
              <a:sym typeface="Libre Franklin"/>
            </a:endParaRPr>
          </a:p>
          <a:p>
            <a:pPr indent="0" lvl="0" marL="0" marR="0" rtl="0" algn="l">
              <a:lnSpc>
                <a:spcPct val="115000"/>
              </a:lnSpc>
              <a:spcBef>
                <a:spcPts val="1200"/>
              </a:spcBef>
              <a:spcAft>
                <a:spcPts val="0"/>
              </a:spcAft>
              <a:buClr>
                <a:schemeClr val="dk1"/>
              </a:buClr>
              <a:buSzPts val="1300"/>
              <a:buFont typeface="Libre Franklin"/>
              <a:buNone/>
            </a:pPr>
            <a:r>
              <a:rPr lang="it-IT" sz="1300">
                <a:solidFill>
                  <a:schemeClr val="dk1"/>
                </a:solidFill>
                <a:latin typeface="Libre Franklin"/>
                <a:ea typeface="Libre Franklin"/>
                <a:cs typeface="Libre Franklin"/>
                <a:sym typeface="Libre Franklin"/>
              </a:rPr>
              <a:t>Scarica del condensatore</a:t>
            </a:r>
            <a:endParaRPr sz="1300">
              <a:solidFill>
                <a:schemeClr val="dk1"/>
              </a:solidFill>
              <a:latin typeface="Libre Franklin"/>
              <a:ea typeface="Libre Franklin"/>
              <a:cs typeface="Libre Franklin"/>
              <a:sym typeface="Libre Franklin"/>
            </a:endParaRPr>
          </a:p>
          <a:p>
            <a:pPr indent="0" lvl="0" marL="0" marR="0" rtl="0" algn="l">
              <a:lnSpc>
                <a:spcPct val="115000"/>
              </a:lnSpc>
              <a:spcBef>
                <a:spcPts val="1200"/>
              </a:spcBef>
              <a:spcAft>
                <a:spcPts val="1200"/>
              </a:spcAft>
              <a:buClr>
                <a:schemeClr val="dk1"/>
              </a:buClr>
              <a:buSzPts val="1300"/>
              <a:buFont typeface="Libre Franklin"/>
              <a:buNone/>
            </a:pPr>
            <a:br>
              <a:rPr lang="it-IT" sz="1300">
                <a:solidFill>
                  <a:schemeClr val="dk1"/>
                </a:solidFill>
                <a:latin typeface="Libre Franklin"/>
                <a:ea typeface="Libre Franklin"/>
                <a:cs typeface="Libre Franklin"/>
                <a:sym typeface="Libre Franklin"/>
              </a:rPr>
            </a:br>
            <a:r>
              <a:rPr lang="it-IT" sz="1300">
                <a:solidFill>
                  <a:schemeClr val="dk1"/>
                </a:solidFill>
                <a:latin typeface="Libre Franklin"/>
                <a:ea typeface="Libre Franklin"/>
                <a:cs typeface="Libre Franklin"/>
                <a:sym typeface="Libre Franklin"/>
              </a:rPr>
              <a:t> Quando Vin passa da +1 V a -1 V, il condensatore si scarica e poi si porta verso il nuovo livello negativo. Anche in questo caso l’andamento è esponenziale:</a:t>
            </a:r>
            <a:endParaRPr sz="1300">
              <a:solidFill>
                <a:schemeClr val="dk1"/>
              </a:solidFill>
              <a:latin typeface="Libre Franklin"/>
              <a:ea typeface="Libre Franklin"/>
              <a:cs typeface="Libre Franklin"/>
              <a:sym typeface="Libre Franklin"/>
            </a:endParaRPr>
          </a:p>
        </p:txBody>
      </p:sp>
      <p:pic>
        <p:nvPicPr>
          <p:cNvPr id="476" name="Google Shape;476;p46"/>
          <p:cNvPicPr preferRelativeResize="0"/>
          <p:nvPr/>
        </p:nvPicPr>
        <p:blipFill rotWithShape="1">
          <a:blip r:embed="rId3">
            <a:alphaModFix/>
          </a:blip>
          <a:srcRect b="0" l="0" r="0" t="0"/>
          <a:stretch/>
        </p:blipFill>
        <p:spPr>
          <a:xfrm>
            <a:off x="4446000" y="4937950"/>
            <a:ext cx="2486025" cy="381000"/>
          </a:xfrm>
          <a:prstGeom prst="rect">
            <a:avLst/>
          </a:prstGeom>
          <a:noFill/>
          <a:ln>
            <a:noFill/>
          </a:ln>
        </p:spPr>
      </p:pic>
      <p:sp>
        <p:nvSpPr>
          <p:cNvPr id="477" name="Google Shape;477;p46"/>
          <p:cNvSpPr txBox="1"/>
          <p:nvPr/>
        </p:nvSpPr>
        <p:spPr>
          <a:xfrm>
            <a:off x="1114450" y="5662375"/>
            <a:ext cx="10625400" cy="7689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1200"/>
              </a:spcBef>
              <a:spcAft>
                <a:spcPts val="0"/>
              </a:spcAft>
              <a:buClr>
                <a:schemeClr val="dk1"/>
              </a:buClr>
              <a:buSzPts val="1300"/>
              <a:buFont typeface="Libre Franklin"/>
              <a:buNone/>
            </a:pPr>
            <a:r>
              <a:rPr lang="it-IT" sz="1300">
                <a:solidFill>
                  <a:schemeClr val="dk1"/>
                </a:solidFill>
                <a:latin typeface="Libre Franklin"/>
                <a:ea typeface="Libre Franklin"/>
                <a:cs typeface="Libre Franklin"/>
                <a:sym typeface="Libre Franklin"/>
              </a:rPr>
              <a:t>Nel grafico la curva blu scende velocemente subito dopo il fronte di discesa di Vin e poi rallenta progressivamente.</a:t>
            </a:r>
            <a:endParaRPr sz="1300">
              <a:solidFill>
                <a:schemeClr val="dk1"/>
              </a:solidFill>
              <a:latin typeface="Libre Franklin"/>
              <a:ea typeface="Libre Franklin"/>
              <a:cs typeface="Libre Franklin"/>
              <a:sym typeface="Libre Franklin"/>
            </a:endParaRPr>
          </a:p>
          <a:p>
            <a:pPr indent="0" lvl="0" marL="0" marR="0" rtl="0" algn="l">
              <a:lnSpc>
                <a:spcPct val="115000"/>
              </a:lnSpc>
              <a:spcBef>
                <a:spcPts val="1200"/>
              </a:spcBef>
              <a:spcAft>
                <a:spcPts val="1200"/>
              </a:spcAft>
              <a:buClr>
                <a:schemeClr val="dk1"/>
              </a:buClr>
              <a:buSzPts val="1300"/>
              <a:buFont typeface="Garamond"/>
              <a:buNone/>
            </a:pPr>
            <a:r>
              <a:t/>
            </a:r>
            <a:endParaRPr sz="1300">
              <a:solidFill>
                <a:schemeClr val="dk1"/>
              </a:solidFill>
              <a:latin typeface="Libre Franklin"/>
              <a:ea typeface="Libre Franklin"/>
              <a:cs typeface="Libre Franklin"/>
              <a:sym typeface="Libre Franklin"/>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2" name="Shape 482"/>
        <p:cNvGrpSpPr/>
        <p:nvPr/>
      </p:nvGrpSpPr>
      <p:grpSpPr>
        <a:xfrm>
          <a:off x="0" y="0"/>
          <a:ext cx="0" cy="0"/>
          <a:chOff x="0" y="0"/>
          <a:chExt cx="0" cy="0"/>
        </a:xfrm>
      </p:grpSpPr>
      <p:sp>
        <p:nvSpPr>
          <p:cNvPr id="483" name="Google Shape;483;p47"/>
          <p:cNvSpPr txBox="1"/>
          <p:nvPr/>
        </p:nvSpPr>
        <p:spPr>
          <a:xfrm>
            <a:off x="6730225" y="703475"/>
            <a:ext cx="4621500" cy="785100"/>
          </a:xfrm>
          <a:prstGeom prst="rect">
            <a:avLst/>
          </a:prstGeom>
          <a:noFill/>
          <a:ln>
            <a:noFill/>
          </a:ln>
        </p:spPr>
        <p:txBody>
          <a:bodyPr anchorCtr="0" anchor="t" bIns="91425" lIns="91425" spcFirstLastPara="1" rIns="91425" wrap="square" tIns="91425">
            <a:spAutoFit/>
          </a:bodyPr>
          <a:lstStyle/>
          <a:p>
            <a:pPr indent="0" lvl="0" marL="0" marR="0" rtl="0" algn="l">
              <a:spcBef>
                <a:spcPts val="0"/>
              </a:spcBef>
              <a:spcAft>
                <a:spcPts val="0"/>
              </a:spcAft>
              <a:buClr>
                <a:schemeClr val="dk1"/>
              </a:buClr>
              <a:buSzPts val="1300"/>
              <a:buFont typeface="Libre Franklin"/>
              <a:buNone/>
            </a:pPr>
            <a:r>
              <a:rPr lang="it-IT" sz="1300">
                <a:solidFill>
                  <a:schemeClr val="dk1"/>
                </a:solidFill>
                <a:latin typeface="Libre Franklin"/>
                <a:ea typeface="Libre Franklin"/>
                <a:cs typeface="Libre Franklin"/>
                <a:sym typeface="Libre Franklin"/>
              </a:rPr>
              <a:t>ll circuito RC passa-alto è alimentato con un segnale Vin a gradino, rappresentato in rosso, che commuta tra -1 V e +1 V. La variazione applicata è quindi:</a:t>
            </a:r>
            <a:endParaRPr sz="1300">
              <a:solidFill>
                <a:schemeClr val="dk1"/>
              </a:solidFill>
              <a:latin typeface="Libre Franklin"/>
              <a:ea typeface="Libre Franklin"/>
              <a:cs typeface="Libre Franklin"/>
              <a:sym typeface="Libre Franklin"/>
            </a:endParaRPr>
          </a:p>
        </p:txBody>
      </p:sp>
      <p:pic>
        <p:nvPicPr>
          <p:cNvPr id="484" name="Google Shape;484;p47"/>
          <p:cNvPicPr preferRelativeResize="0"/>
          <p:nvPr/>
        </p:nvPicPr>
        <p:blipFill rotWithShape="1">
          <a:blip r:embed="rId3">
            <a:alphaModFix/>
          </a:blip>
          <a:srcRect b="0" l="0" r="0" t="0"/>
          <a:stretch/>
        </p:blipFill>
        <p:spPr>
          <a:xfrm>
            <a:off x="7835450" y="1983138"/>
            <a:ext cx="2028825" cy="447675"/>
          </a:xfrm>
          <a:prstGeom prst="rect">
            <a:avLst/>
          </a:prstGeom>
          <a:noFill/>
          <a:ln>
            <a:noFill/>
          </a:ln>
        </p:spPr>
      </p:pic>
      <p:sp>
        <p:nvSpPr>
          <p:cNvPr id="485" name="Google Shape;485;p47"/>
          <p:cNvSpPr txBox="1"/>
          <p:nvPr/>
        </p:nvSpPr>
        <p:spPr>
          <a:xfrm>
            <a:off x="1234725" y="2925400"/>
            <a:ext cx="10469700" cy="13830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1200"/>
              </a:spcBef>
              <a:spcAft>
                <a:spcPts val="0"/>
              </a:spcAft>
              <a:buClr>
                <a:schemeClr val="dk1"/>
              </a:buClr>
              <a:buSzPts val="1300"/>
              <a:buFont typeface="Libre Franklin"/>
              <a:buNone/>
            </a:pPr>
            <a:r>
              <a:rPr lang="it-IT" sz="1300">
                <a:solidFill>
                  <a:schemeClr val="dk1"/>
                </a:solidFill>
                <a:latin typeface="Libre Franklin"/>
                <a:ea typeface="Libre Franklin"/>
                <a:cs typeface="Libre Franklin"/>
                <a:sym typeface="Libre Franklin"/>
              </a:rPr>
              <a:t>Il condensatore non può variare istantaneamente la tensione ai suoi capi; per questo, a ogni fronte del segnale, entra in una fase di carica o scarica.</a:t>
            </a:r>
            <a:endParaRPr sz="1300">
              <a:solidFill>
                <a:schemeClr val="dk1"/>
              </a:solidFill>
              <a:latin typeface="Libre Franklin"/>
              <a:ea typeface="Libre Franklin"/>
              <a:cs typeface="Libre Franklin"/>
              <a:sym typeface="Libre Franklin"/>
            </a:endParaRPr>
          </a:p>
          <a:p>
            <a:pPr indent="0" lvl="0" marL="0" marR="0" rtl="0" algn="l">
              <a:lnSpc>
                <a:spcPct val="115000"/>
              </a:lnSpc>
              <a:spcBef>
                <a:spcPts val="1200"/>
              </a:spcBef>
              <a:spcAft>
                <a:spcPts val="0"/>
              </a:spcAft>
              <a:buClr>
                <a:schemeClr val="dk1"/>
              </a:buClr>
              <a:buSzPts val="1300"/>
              <a:buFont typeface="Libre Franklin"/>
              <a:buNone/>
            </a:pPr>
            <a:r>
              <a:rPr lang="it-IT" sz="1300">
                <a:solidFill>
                  <a:schemeClr val="dk1"/>
                </a:solidFill>
                <a:latin typeface="Libre Franklin"/>
                <a:ea typeface="Libre Franklin"/>
                <a:cs typeface="Libre Franklin"/>
                <a:sym typeface="Libre Franklin"/>
              </a:rPr>
              <a:t>Quando Vin passa da -1 V a +1 V, il condensatore si carica: la curva blu cresce progressivamente con andamento esponenziale. </a:t>
            </a:r>
            <a:endParaRPr sz="1300">
              <a:solidFill>
                <a:schemeClr val="dk1"/>
              </a:solidFill>
              <a:latin typeface="Libre Franklin"/>
              <a:ea typeface="Libre Franklin"/>
              <a:cs typeface="Libre Franklin"/>
              <a:sym typeface="Libre Franklin"/>
            </a:endParaRPr>
          </a:p>
          <a:p>
            <a:pPr indent="0" lvl="0" marL="0" marR="0" rtl="0" algn="l">
              <a:lnSpc>
                <a:spcPct val="115000"/>
              </a:lnSpc>
              <a:spcBef>
                <a:spcPts val="1200"/>
              </a:spcBef>
              <a:spcAft>
                <a:spcPts val="1200"/>
              </a:spcAft>
              <a:buClr>
                <a:schemeClr val="dk1"/>
              </a:buClr>
              <a:buSzPts val="1300"/>
              <a:buFont typeface="Libre Franklin"/>
              <a:buNone/>
            </a:pPr>
            <a:r>
              <a:rPr lang="it-IT" sz="1300">
                <a:solidFill>
                  <a:schemeClr val="dk1"/>
                </a:solidFill>
                <a:latin typeface="Libre Franklin"/>
                <a:ea typeface="Libre Franklin"/>
                <a:cs typeface="Libre Franklin"/>
                <a:sym typeface="Libre Franklin"/>
              </a:rPr>
              <a:t>Quando invece Vin passa da +1 V a -1 V, il condensatore si scarica: la curva blu decresce gradualmente verso il nuovo valore.</a:t>
            </a:r>
            <a:endParaRPr sz="1300">
              <a:solidFill>
                <a:schemeClr val="dk1"/>
              </a:solidFill>
              <a:latin typeface="Libre Franklin"/>
              <a:ea typeface="Libre Franklin"/>
              <a:cs typeface="Libre Franklin"/>
              <a:sym typeface="Libre Franklin"/>
            </a:endParaRPr>
          </a:p>
        </p:txBody>
      </p:sp>
      <p:sp>
        <p:nvSpPr>
          <p:cNvPr id="486" name="Google Shape;486;p47"/>
          <p:cNvSpPr txBox="1"/>
          <p:nvPr/>
        </p:nvSpPr>
        <p:spPr>
          <a:xfrm>
            <a:off x="1317050" y="4374425"/>
            <a:ext cx="9199800" cy="585000"/>
          </a:xfrm>
          <a:prstGeom prst="rect">
            <a:avLst/>
          </a:prstGeom>
          <a:noFill/>
          <a:ln>
            <a:noFill/>
          </a:ln>
        </p:spPr>
        <p:txBody>
          <a:bodyPr anchorCtr="0" anchor="t" bIns="91425" lIns="91425" spcFirstLastPara="1" rIns="91425" wrap="square" tIns="91425">
            <a:spAutoFit/>
          </a:bodyPr>
          <a:lstStyle/>
          <a:p>
            <a:pPr indent="0" lvl="0" marL="0" marR="0" rtl="0" algn="l">
              <a:spcBef>
                <a:spcPts val="0"/>
              </a:spcBef>
              <a:spcAft>
                <a:spcPts val="0"/>
              </a:spcAft>
              <a:buClr>
                <a:schemeClr val="dk1"/>
              </a:buClr>
              <a:buSzPts val="1300"/>
              <a:buFont typeface="Libre Franklin"/>
              <a:buNone/>
            </a:pPr>
            <a:r>
              <a:rPr lang="it-IT" sz="1300">
                <a:solidFill>
                  <a:schemeClr val="dk1"/>
                </a:solidFill>
                <a:latin typeface="Libre Franklin"/>
                <a:ea typeface="Libre Franklin"/>
                <a:cs typeface="Libre Franklin"/>
                <a:sym typeface="Libre Franklin"/>
              </a:rPr>
              <a:t>La curva verde evidenzia invece i picchi generati nei fronti del segnale: il condensatore trasferisce inizialmente la variazione rapida, poi il valore decade verso 0 V attraverso la resistenza.</a:t>
            </a:r>
            <a:endParaRPr sz="1300">
              <a:solidFill>
                <a:schemeClr val="dk1"/>
              </a:solidFill>
              <a:latin typeface="Libre Franklin"/>
              <a:ea typeface="Libre Franklin"/>
              <a:cs typeface="Libre Franklin"/>
              <a:sym typeface="Libre Franklin"/>
            </a:endParaRPr>
          </a:p>
        </p:txBody>
      </p:sp>
      <p:sp>
        <p:nvSpPr>
          <p:cNvPr id="487" name="Google Shape;487;p47"/>
          <p:cNvSpPr txBox="1"/>
          <p:nvPr/>
        </p:nvSpPr>
        <p:spPr>
          <a:xfrm>
            <a:off x="1317050" y="5179350"/>
            <a:ext cx="6518400" cy="3849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1200"/>
              </a:spcBef>
              <a:spcAft>
                <a:spcPts val="1200"/>
              </a:spcAft>
              <a:buClr>
                <a:schemeClr val="dk1"/>
              </a:buClr>
              <a:buSzPts val="1300"/>
              <a:buFont typeface="Libre Franklin"/>
              <a:buNone/>
            </a:pPr>
            <a:r>
              <a:rPr lang="it-IT" sz="1300">
                <a:solidFill>
                  <a:schemeClr val="dk1"/>
                </a:solidFill>
                <a:latin typeface="Libre Franklin"/>
                <a:ea typeface="Libre Franklin"/>
                <a:cs typeface="Libre Franklin"/>
                <a:sym typeface="Libre Franklin"/>
              </a:rPr>
              <a:t>Con R = 10 kΩ e C = 100 nF si ottiene: </a:t>
            </a:r>
            <a:endParaRPr sz="1300">
              <a:solidFill>
                <a:schemeClr val="dk1"/>
              </a:solidFill>
              <a:latin typeface="Libre Franklin"/>
              <a:ea typeface="Libre Franklin"/>
              <a:cs typeface="Libre Franklin"/>
              <a:sym typeface="Libre Franklin"/>
            </a:endParaRPr>
          </a:p>
        </p:txBody>
      </p:sp>
      <p:pic>
        <p:nvPicPr>
          <p:cNvPr id="488" name="Google Shape;488;p47"/>
          <p:cNvPicPr preferRelativeResize="0"/>
          <p:nvPr/>
        </p:nvPicPr>
        <p:blipFill rotWithShape="1">
          <a:blip r:embed="rId4">
            <a:alphaModFix/>
          </a:blip>
          <a:srcRect b="0" l="0" r="0" t="0"/>
          <a:stretch/>
        </p:blipFill>
        <p:spPr>
          <a:xfrm>
            <a:off x="5349975" y="5214625"/>
            <a:ext cx="857250" cy="314325"/>
          </a:xfrm>
          <a:prstGeom prst="rect">
            <a:avLst/>
          </a:prstGeom>
          <a:noFill/>
          <a:ln>
            <a:noFill/>
          </a:ln>
        </p:spPr>
      </p:pic>
      <p:sp>
        <p:nvSpPr>
          <p:cNvPr id="489" name="Google Shape;489;p47"/>
          <p:cNvSpPr txBox="1"/>
          <p:nvPr/>
        </p:nvSpPr>
        <p:spPr>
          <a:xfrm>
            <a:off x="1234725" y="5867875"/>
            <a:ext cx="9858000" cy="585000"/>
          </a:xfrm>
          <a:prstGeom prst="rect">
            <a:avLst/>
          </a:prstGeom>
          <a:noFill/>
          <a:ln>
            <a:noFill/>
          </a:ln>
        </p:spPr>
        <p:txBody>
          <a:bodyPr anchorCtr="0" anchor="t" bIns="91425" lIns="91425" spcFirstLastPara="1" rIns="91425" wrap="square" tIns="91425">
            <a:spAutoFit/>
          </a:bodyPr>
          <a:lstStyle/>
          <a:p>
            <a:pPr indent="0" lvl="0" marL="0" marR="0" rtl="0" algn="l">
              <a:spcBef>
                <a:spcPts val="0"/>
              </a:spcBef>
              <a:spcAft>
                <a:spcPts val="0"/>
              </a:spcAft>
              <a:buClr>
                <a:schemeClr val="dk1"/>
              </a:buClr>
              <a:buSzPts val="1300"/>
              <a:buFont typeface="Libre Franklin"/>
              <a:buNone/>
            </a:pPr>
            <a:r>
              <a:rPr lang="it-IT" sz="1300">
                <a:solidFill>
                  <a:schemeClr val="dk1"/>
                </a:solidFill>
                <a:latin typeface="Libre Franklin"/>
                <a:ea typeface="Libre Franklin"/>
                <a:cs typeface="Libre Franklin"/>
                <a:sym typeface="Libre Franklin"/>
              </a:rPr>
              <a:t>Quindi il grafico mostra che il condensatore reagisce ai salti di Vin caricandosi e scaricandosi in modo esponenziale, con una rapidità determinata dal prodotto RC.</a:t>
            </a:r>
            <a:endParaRPr sz="1300">
              <a:solidFill>
                <a:schemeClr val="dk1"/>
              </a:solidFill>
              <a:latin typeface="Libre Franklin"/>
              <a:ea typeface="Libre Franklin"/>
              <a:cs typeface="Libre Franklin"/>
              <a:sym typeface="Libre Franklin"/>
            </a:endParaRPr>
          </a:p>
        </p:txBody>
      </p:sp>
      <p:pic>
        <p:nvPicPr>
          <p:cNvPr id="490" name="Google Shape;490;p47"/>
          <p:cNvPicPr preferRelativeResize="0"/>
          <p:nvPr/>
        </p:nvPicPr>
        <p:blipFill rotWithShape="1">
          <a:blip r:embed="rId5">
            <a:alphaModFix/>
          </a:blip>
          <a:srcRect b="0" l="0" r="0" t="0"/>
          <a:stretch/>
        </p:blipFill>
        <p:spPr>
          <a:xfrm>
            <a:off x="1477500" y="362450"/>
            <a:ext cx="4780769" cy="2343026"/>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5" name="Shape 495"/>
        <p:cNvGrpSpPr/>
        <p:nvPr/>
      </p:nvGrpSpPr>
      <p:grpSpPr>
        <a:xfrm>
          <a:off x="0" y="0"/>
          <a:ext cx="0" cy="0"/>
          <a:chOff x="0" y="0"/>
          <a:chExt cx="0" cy="0"/>
        </a:xfrm>
      </p:grpSpPr>
      <p:sp>
        <p:nvSpPr>
          <p:cNvPr id="496" name="Google Shape;496;p48"/>
          <p:cNvSpPr txBox="1"/>
          <p:nvPr/>
        </p:nvSpPr>
        <p:spPr>
          <a:xfrm>
            <a:off x="1378800" y="650275"/>
            <a:ext cx="9549600" cy="569400"/>
          </a:xfrm>
          <a:prstGeom prst="rect">
            <a:avLst/>
          </a:prstGeom>
          <a:noFill/>
          <a:ln>
            <a:noFill/>
          </a:ln>
        </p:spPr>
        <p:txBody>
          <a:bodyPr anchorCtr="0" anchor="t" bIns="91425" lIns="91425" spcFirstLastPara="1" rIns="91425" wrap="square" tIns="91425">
            <a:spAutoFit/>
          </a:bodyPr>
          <a:lstStyle/>
          <a:p>
            <a:pPr indent="0" lvl="0" marL="0" marR="0" rtl="0" algn="l">
              <a:spcBef>
                <a:spcPts val="0"/>
              </a:spcBef>
              <a:spcAft>
                <a:spcPts val="0"/>
              </a:spcAft>
              <a:buClr>
                <a:srgbClr val="073763"/>
              </a:buClr>
              <a:buSzPts val="2500"/>
              <a:buFont typeface="Libre Franklin SemiBold"/>
              <a:buNone/>
            </a:pPr>
            <a:r>
              <a:rPr lang="it-IT" sz="2500">
                <a:solidFill>
                  <a:srgbClr val="073763"/>
                </a:solidFill>
                <a:latin typeface="Libre Franklin SemiBold"/>
                <a:ea typeface="Libre Franklin SemiBold"/>
                <a:cs typeface="Libre Franklin SemiBold"/>
                <a:sym typeface="Libre Franklin SemiBold"/>
              </a:rPr>
              <a:t>Effetto della resistenza sulla carica e scarica del condensatore</a:t>
            </a:r>
            <a:endParaRPr sz="2500">
              <a:solidFill>
                <a:srgbClr val="073763"/>
              </a:solidFill>
              <a:latin typeface="Libre Franklin SemiBold"/>
              <a:ea typeface="Libre Franklin SemiBold"/>
              <a:cs typeface="Libre Franklin SemiBold"/>
              <a:sym typeface="Libre Franklin SemiBold"/>
            </a:endParaRPr>
          </a:p>
        </p:txBody>
      </p:sp>
      <p:sp>
        <p:nvSpPr>
          <p:cNvPr id="497" name="Google Shape;497;p48"/>
          <p:cNvSpPr txBox="1"/>
          <p:nvPr/>
        </p:nvSpPr>
        <p:spPr>
          <a:xfrm>
            <a:off x="1378800" y="1480200"/>
            <a:ext cx="9811200" cy="14592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1200"/>
              </a:spcBef>
              <a:spcAft>
                <a:spcPts val="0"/>
              </a:spcAft>
              <a:buClr>
                <a:schemeClr val="dk1"/>
              </a:buClr>
              <a:buSzPts val="1300"/>
              <a:buFont typeface="Libre Franklin"/>
              <a:buNone/>
            </a:pPr>
            <a:r>
              <a:rPr lang="it-IT" sz="1300">
                <a:solidFill>
                  <a:schemeClr val="dk1"/>
                </a:solidFill>
                <a:latin typeface="Libre Franklin"/>
                <a:ea typeface="Libre Franklin"/>
                <a:cs typeface="Libre Franklin"/>
                <a:sym typeface="Libre Franklin"/>
              </a:rPr>
              <a:t>Nel grafico viene confrontata la risposta del condensatore quando il segnale Vin commuta tra -1 V e +1 V. La curva rossa rappresenta il segnale di ingresso, mentre le curve blu e verde mostrano la risposta del condensatore con due valori diversi di resistenza.</a:t>
            </a:r>
            <a:endParaRPr sz="1300">
              <a:solidFill>
                <a:schemeClr val="dk1"/>
              </a:solidFill>
              <a:latin typeface="Libre Franklin"/>
              <a:ea typeface="Libre Franklin"/>
              <a:cs typeface="Libre Franklin"/>
              <a:sym typeface="Libre Franklin"/>
            </a:endParaRPr>
          </a:p>
          <a:p>
            <a:pPr indent="0" lvl="0" marL="0" marR="0" rtl="0" algn="l">
              <a:lnSpc>
                <a:spcPct val="115000"/>
              </a:lnSpc>
              <a:spcBef>
                <a:spcPts val="1200"/>
              </a:spcBef>
              <a:spcAft>
                <a:spcPts val="1200"/>
              </a:spcAft>
              <a:buClr>
                <a:schemeClr val="dk1"/>
              </a:buClr>
              <a:buSzPts val="1300"/>
              <a:buFont typeface="Libre Franklin"/>
              <a:buNone/>
            </a:pPr>
            <a:r>
              <a:rPr lang="it-IT" sz="1300">
                <a:solidFill>
                  <a:schemeClr val="dk1"/>
                </a:solidFill>
                <a:latin typeface="Libre Franklin"/>
                <a:ea typeface="Libre Franklin"/>
                <a:cs typeface="Libre Franklin"/>
                <a:sym typeface="Libre Franklin"/>
              </a:rPr>
              <a:t>Nel circuito principale è presente una resistenza R = 10 kΩ, mentre nel circuito modificato viene usata una resistenza più bassa, pari a R = 1 kΩ. La capacità rimane costante a C = 100 nF.</a:t>
            </a:r>
            <a:endParaRPr sz="1300">
              <a:solidFill>
                <a:schemeClr val="dk1"/>
              </a:solidFill>
              <a:latin typeface="Libre Franklin"/>
              <a:ea typeface="Libre Franklin"/>
              <a:cs typeface="Libre Franklin"/>
              <a:sym typeface="Libre Franklin"/>
            </a:endParaRPr>
          </a:p>
        </p:txBody>
      </p:sp>
      <p:pic>
        <p:nvPicPr>
          <p:cNvPr id="498" name="Google Shape;498;p48"/>
          <p:cNvPicPr preferRelativeResize="0"/>
          <p:nvPr/>
        </p:nvPicPr>
        <p:blipFill rotWithShape="1">
          <a:blip r:embed="rId3">
            <a:alphaModFix/>
          </a:blip>
          <a:srcRect b="0" l="0" r="0" t="0"/>
          <a:stretch/>
        </p:blipFill>
        <p:spPr>
          <a:xfrm>
            <a:off x="1378800" y="3199925"/>
            <a:ext cx="4156691" cy="1829275"/>
          </a:xfrm>
          <a:prstGeom prst="rect">
            <a:avLst/>
          </a:prstGeom>
          <a:noFill/>
          <a:ln>
            <a:noFill/>
          </a:ln>
        </p:spPr>
      </p:pic>
      <p:pic>
        <p:nvPicPr>
          <p:cNvPr id="499" name="Google Shape;499;p48"/>
          <p:cNvPicPr preferRelativeResize="0"/>
          <p:nvPr/>
        </p:nvPicPr>
        <p:blipFill rotWithShape="1">
          <a:blip r:embed="rId4">
            <a:alphaModFix/>
          </a:blip>
          <a:srcRect b="14727" l="0" r="52272" t="0"/>
          <a:stretch/>
        </p:blipFill>
        <p:spPr>
          <a:xfrm>
            <a:off x="5464950" y="3199937"/>
            <a:ext cx="3223515" cy="1829275"/>
          </a:xfrm>
          <a:prstGeom prst="rect">
            <a:avLst/>
          </a:prstGeom>
          <a:noFill/>
          <a:ln>
            <a:noFill/>
          </a:ln>
        </p:spPr>
      </p:pic>
      <p:pic>
        <p:nvPicPr>
          <p:cNvPr id="500" name="Google Shape;500;p48"/>
          <p:cNvPicPr preferRelativeResize="0"/>
          <p:nvPr/>
        </p:nvPicPr>
        <p:blipFill rotWithShape="1">
          <a:blip r:embed="rId5">
            <a:alphaModFix/>
          </a:blip>
          <a:srcRect b="0" l="0" r="0" t="0"/>
          <a:stretch/>
        </p:blipFill>
        <p:spPr>
          <a:xfrm>
            <a:off x="1378792" y="5195684"/>
            <a:ext cx="6909461" cy="1595886"/>
          </a:xfrm>
          <a:prstGeom prst="rect">
            <a:avLst/>
          </a:prstGeom>
          <a:noFill/>
          <a:ln>
            <a:noFill/>
          </a:ln>
        </p:spPr>
      </p:pic>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5" name="Shape 505"/>
        <p:cNvGrpSpPr/>
        <p:nvPr/>
      </p:nvGrpSpPr>
      <p:grpSpPr>
        <a:xfrm>
          <a:off x="0" y="0"/>
          <a:ext cx="0" cy="0"/>
          <a:chOff x="0" y="0"/>
          <a:chExt cx="0" cy="0"/>
        </a:xfrm>
      </p:grpSpPr>
      <p:pic>
        <p:nvPicPr>
          <p:cNvPr id="506" name="Google Shape;506;p49"/>
          <p:cNvPicPr preferRelativeResize="0"/>
          <p:nvPr/>
        </p:nvPicPr>
        <p:blipFill rotWithShape="1">
          <a:blip r:embed="rId3">
            <a:alphaModFix/>
          </a:blip>
          <a:srcRect b="0" l="0" r="0" t="0"/>
          <a:stretch/>
        </p:blipFill>
        <p:spPr>
          <a:xfrm>
            <a:off x="1435425" y="2642231"/>
            <a:ext cx="4255387" cy="1872717"/>
          </a:xfrm>
          <a:prstGeom prst="rect">
            <a:avLst/>
          </a:prstGeom>
          <a:noFill/>
          <a:ln>
            <a:noFill/>
          </a:ln>
        </p:spPr>
      </p:pic>
      <p:pic>
        <p:nvPicPr>
          <p:cNvPr id="507" name="Google Shape;507;p49"/>
          <p:cNvPicPr preferRelativeResize="0"/>
          <p:nvPr/>
        </p:nvPicPr>
        <p:blipFill rotWithShape="1">
          <a:blip r:embed="rId4">
            <a:alphaModFix/>
          </a:blip>
          <a:srcRect b="17136" l="50345" r="0" t="0"/>
          <a:stretch/>
        </p:blipFill>
        <p:spPr>
          <a:xfrm>
            <a:off x="5690804" y="2642225"/>
            <a:ext cx="3533397" cy="1872725"/>
          </a:xfrm>
          <a:prstGeom prst="rect">
            <a:avLst/>
          </a:prstGeom>
          <a:noFill/>
          <a:ln>
            <a:noFill/>
          </a:ln>
        </p:spPr>
      </p:pic>
      <p:pic>
        <p:nvPicPr>
          <p:cNvPr id="508" name="Google Shape;508;p49"/>
          <p:cNvPicPr preferRelativeResize="0"/>
          <p:nvPr/>
        </p:nvPicPr>
        <p:blipFill rotWithShape="1">
          <a:blip r:embed="rId5">
            <a:alphaModFix/>
          </a:blip>
          <a:srcRect b="0" l="0" r="0" t="0"/>
          <a:stretch/>
        </p:blipFill>
        <p:spPr>
          <a:xfrm>
            <a:off x="1435426" y="5044174"/>
            <a:ext cx="7853074" cy="1813825"/>
          </a:xfrm>
          <a:prstGeom prst="rect">
            <a:avLst/>
          </a:prstGeom>
          <a:noFill/>
          <a:ln>
            <a:noFill/>
          </a:ln>
        </p:spPr>
      </p:pic>
      <p:sp>
        <p:nvSpPr>
          <p:cNvPr id="509" name="Google Shape;509;p49"/>
          <p:cNvSpPr txBox="1"/>
          <p:nvPr/>
        </p:nvSpPr>
        <p:spPr>
          <a:xfrm>
            <a:off x="1164175" y="752575"/>
            <a:ext cx="10605600" cy="9990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1200"/>
              </a:spcBef>
              <a:spcAft>
                <a:spcPts val="0"/>
              </a:spcAft>
              <a:buClr>
                <a:schemeClr val="dk1"/>
              </a:buClr>
              <a:buSzPts val="1300"/>
              <a:buFont typeface="Libre Franklin"/>
              <a:buNone/>
            </a:pPr>
            <a:r>
              <a:rPr lang="it-IT" sz="1300">
                <a:solidFill>
                  <a:schemeClr val="dk1"/>
                </a:solidFill>
                <a:latin typeface="Libre Franklin"/>
                <a:ea typeface="Libre Franklin"/>
                <a:cs typeface="Libre Franklin"/>
                <a:sym typeface="Libre Franklin"/>
              </a:rPr>
              <a:t>Nel grafico viene confrontata la risposta del condensatore quando il segnale Vin, rappresentato in rosso, commuta tra -1 V e +1 V. La capacità rimane costante a C = 100 nF, mentre viene variato il valore della resistenza.</a:t>
            </a:r>
            <a:endParaRPr sz="1300">
              <a:solidFill>
                <a:schemeClr val="dk1"/>
              </a:solidFill>
              <a:latin typeface="Libre Franklin"/>
              <a:ea typeface="Libre Franklin"/>
              <a:cs typeface="Libre Franklin"/>
              <a:sym typeface="Libre Franklin"/>
            </a:endParaRPr>
          </a:p>
          <a:p>
            <a:pPr indent="0" lvl="0" marL="0" marR="0" rtl="0" algn="l">
              <a:lnSpc>
                <a:spcPct val="115000"/>
              </a:lnSpc>
              <a:spcBef>
                <a:spcPts val="1200"/>
              </a:spcBef>
              <a:spcAft>
                <a:spcPts val="1200"/>
              </a:spcAft>
              <a:buClr>
                <a:schemeClr val="dk1"/>
              </a:buClr>
              <a:buSzPts val="1300"/>
              <a:buFont typeface="Libre Franklin"/>
              <a:buNone/>
            </a:pPr>
            <a:r>
              <a:rPr lang="it-IT" sz="1300">
                <a:solidFill>
                  <a:schemeClr val="dk1"/>
                </a:solidFill>
                <a:latin typeface="Libre Franklin"/>
                <a:ea typeface="Libre Franklin"/>
                <a:cs typeface="Libre Franklin"/>
                <a:sym typeface="Libre Franklin"/>
              </a:rPr>
              <a:t>La curva blu rappresenta il circuito di riferimento con R = 10 kΩ, mentre la curva verde rappresenta il circuito modificato con R = 30 kΩ.</a:t>
            </a:r>
            <a:endParaRPr sz="1300">
              <a:solidFill>
                <a:schemeClr val="dk1"/>
              </a:solidFill>
              <a:latin typeface="Libre Franklin"/>
              <a:ea typeface="Libre Franklin"/>
              <a:cs typeface="Libre Franklin"/>
              <a:sym typeface="Libre Franklin"/>
            </a:endParaRPr>
          </a:p>
        </p:txBody>
      </p:sp>
      <p:sp>
        <p:nvSpPr>
          <p:cNvPr id="510" name="Google Shape;510;p49"/>
          <p:cNvSpPr txBox="1"/>
          <p:nvPr/>
        </p:nvSpPr>
        <p:spPr>
          <a:xfrm>
            <a:off x="1164175" y="1855800"/>
            <a:ext cx="10676100" cy="585000"/>
          </a:xfrm>
          <a:prstGeom prst="rect">
            <a:avLst/>
          </a:prstGeom>
          <a:noFill/>
          <a:ln>
            <a:noFill/>
          </a:ln>
        </p:spPr>
        <p:txBody>
          <a:bodyPr anchorCtr="0" anchor="t" bIns="91425" lIns="91425" spcFirstLastPara="1" rIns="91425" wrap="square" tIns="91425">
            <a:spAutoFit/>
          </a:bodyPr>
          <a:lstStyle/>
          <a:p>
            <a:pPr indent="0" lvl="0" marL="0" marR="0" rtl="0" algn="l">
              <a:spcBef>
                <a:spcPts val="0"/>
              </a:spcBef>
              <a:spcAft>
                <a:spcPts val="0"/>
              </a:spcAft>
              <a:buClr>
                <a:schemeClr val="dk1"/>
              </a:buClr>
              <a:buSzPts val="1300"/>
              <a:buFont typeface="Libre Franklin"/>
              <a:buNone/>
            </a:pPr>
            <a:r>
              <a:rPr lang="it-IT" sz="1300">
                <a:solidFill>
                  <a:schemeClr val="dk1"/>
                </a:solidFill>
                <a:latin typeface="Libre Franklin"/>
                <a:ea typeface="Libre Franklin"/>
                <a:cs typeface="Libre Franklin"/>
                <a:sym typeface="Libre Franklin"/>
              </a:rPr>
              <a:t>Aumentando la resistenza da 10 kΩ a 30 kΩ, aumenta anche la costante di tempo. Per questo motivo la curva verde mostra una carica e una scarica più lente rispetto alla curva blu.</a:t>
            </a:r>
            <a:endParaRPr sz="1300">
              <a:solidFill>
                <a:schemeClr val="dk1"/>
              </a:solidFill>
              <a:latin typeface="Libre Franklin"/>
              <a:ea typeface="Libre Franklin"/>
              <a:cs typeface="Libre Franklin"/>
              <a:sym typeface="Libre Franklin"/>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5" name="Shape 515"/>
        <p:cNvGrpSpPr/>
        <p:nvPr/>
      </p:nvGrpSpPr>
      <p:grpSpPr>
        <a:xfrm>
          <a:off x="0" y="0"/>
          <a:ext cx="0" cy="0"/>
          <a:chOff x="0" y="0"/>
          <a:chExt cx="0" cy="0"/>
        </a:xfrm>
      </p:grpSpPr>
      <p:sp>
        <p:nvSpPr>
          <p:cNvPr id="516" name="Google Shape;516;p50"/>
          <p:cNvSpPr txBox="1"/>
          <p:nvPr/>
        </p:nvSpPr>
        <p:spPr>
          <a:xfrm>
            <a:off x="1221850" y="1430100"/>
            <a:ext cx="11042100" cy="17670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1200"/>
              </a:spcBef>
              <a:spcAft>
                <a:spcPts val="0"/>
              </a:spcAft>
              <a:buClr>
                <a:schemeClr val="dk1"/>
              </a:buClr>
              <a:buSzPts val="1300"/>
              <a:buFont typeface="Libre Franklin"/>
              <a:buNone/>
            </a:pPr>
            <a:r>
              <a:rPr b="1" lang="it-IT" sz="1300">
                <a:solidFill>
                  <a:schemeClr val="dk1"/>
                </a:solidFill>
                <a:latin typeface="Libre Franklin"/>
                <a:ea typeface="Libre Franklin"/>
                <a:cs typeface="Libre Franklin"/>
                <a:sym typeface="Libre Franklin"/>
              </a:rPr>
              <a:t>Conclusione:</a:t>
            </a:r>
            <a:endParaRPr b="1" sz="1300">
              <a:solidFill>
                <a:schemeClr val="dk1"/>
              </a:solidFill>
              <a:latin typeface="Libre Franklin"/>
              <a:ea typeface="Libre Franklin"/>
              <a:cs typeface="Libre Franklin"/>
              <a:sym typeface="Libre Franklin"/>
            </a:endParaRPr>
          </a:p>
          <a:p>
            <a:pPr indent="0" lvl="0" marL="0" marR="0" rtl="0" algn="l">
              <a:lnSpc>
                <a:spcPct val="115000"/>
              </a:lnSpc>
              <a:spcBef>
                <a:spcPts val="1200"/>
              </a:spcBef>
              <a:spcAft>
                <a:spcPts val="0"/>
              </a:spcAft>
              <a:buClr>
                <a:schemeClr val="dk1"/>
              </a:buClr>
              <a:buSzPts val="1300"/>
              <a:buFont typeface="Libre Franklin"/>
              <a:buNone/>
            </a:pPr>
            <a:r>
              <a:rPr lang="it-IT" sz="1300">
                <a:solidFill>
                  <a:schemeClr val="dk1"/>
                </a:solidFill>
                <a:latin typeface="Libre Franklin"/>
                <a:ea typeface="Libre Franklin"/>
                <a:cs typeface="Libre Franklin"/>
                <a:sym typeface="Libre Franklin"/>
              </a:rPr>
              <a:t>Con R = 10 kΩ si ha una costante di tempo maggiore, quindi la curva blu mostra una carica e una scarica più lente. </a:t>
            </a:r>
            <a:endParaRPr sz="1300">
              <a:solidFill>
                <a:schemeClr val="dk1"/>
              </a:solidFill>
              <a:latin typeface="Libre Franklin"/>
              <a:ea typeface="Libre Franklin"/>
              <a:cs typeface="Libre Franklin"/>
              <a:sym typeface="Libre Franklin"/>
            </a:endParaRPr>
          </a:p>
          <a:p>
            <a:pPr indent="0" lvl="0" marL="0" marR="0" rtl="0" algn="l">
              <a:lnSpc>
                <a:spcPct val="115000"/>
              </a:lnSpc>
              <a:spcBef>
                <a:spcPts val="1200"/>
              </a:spcBef>
              <a:spcAft>
                <a:spcPts val="0"/>
              </a:spcAft>
              <a:buClr>
                <a:schemeClr val="dk1"/>
              </a:buClr>
              <a:buSzPts val="1300"/>
              <a:buFont typeface="Libre Franklin"/>
              <a:buNone/>
            </a:pPr>
            <a:r>
              <a:rPr lang="it-IT" sz="1300">
                <a:solidFill>
                  <a:schemeClr val="dk1"/>
                </a:solidFill>
                <a:latin typeface="Libre Franklin"/>
                <a:ea typeface="Libre Franklin"/>
                <a:cs typeface="Libre Franklin"/>
                <a:sym typeface="Libre Franklin"/>
              </a:rPr>
              <a:t>Con R = 1 kΩ, invece, la costante di tempo è più piccola e la curva verde raggiunge molto più rapidamente il valore finale.</a:t>
            </a:r>
            <a:endParaRPr sz="1300">
              <a:solidFill>
                <a:schemeClr val="dk1"/>
              </a:solidFill>
              <a:latin typeface="Libre Franklin"/>
              <a:ea typeface="Libre Franklin"/>
              <a:cs typeface="Libre Franklin"/>
              <a:sym typeface="Libre Franklin"/>
            </a:endParaRPr>
          </a:p>
          <a:p>
            <a:pPr indent="0" lvl="0" marL="0" marR="0" rtl="0" algn="l">
              <a:lnSpc>
                <a:spcPct val="115000"/>
              </a:lnSpc>
              <a:spcBef>
                <a:spcPts val="1200"/>
              </a:spcBef>
              <a:spcAft>
                <a:spcPts val="1200"/>
              </a:spcAft>
              <a:buClr>
                <a:schemeClr val="dk1"/>
              </a:buClr>
              <a:buSzPts val="1300"/>
              <a:buFont typeface="Libre Franklin"/>
              <a:buNone/>
            </a:pPr>
            <a:r>
              <a:rPr lang="it-IT" sz="1300">
                <a:solidFill>
                  <a:schemeClr val="dk1"/>
                </a:solidFill>
                <a:latin typeface="Libre Franklin"/>
                <a:ea typeface="Libre Franklin"/>
                <a:cs typeface="Libre Franklin"/>
                <a:sym typeface="Libre Franklin"/>
              </a:rPr>
              <a:t>Quindi, diminuendo R, il condensatore si carica e si scarica più velocemente. Questo dimostra che R controlla direttamente la rapidità della risposta transitoria del circuito RC.</a:t>
            </a:r>
            <a:endParaRPr sz="1300">
              <a:solidFill>
                <a:schemeClr val="dk1"/>
              </a:solidFill>
              <a:latin typeface="Libre Franklin"/>
              <a:ea typeface="Libre Franklin"/>
              <a:cs typeface="Libre Franklin"/>
              <a:sym typeface="Libre Franklin"/>
            </a:endParaRPr>
          </a:p>
        </p:txBody>
      </p:sp>
      <p:sp>
        <p:nvSpPr>
          <p:cNvPr id="517" name="Google Shape;517;p50"/>
          <p:cNvSpPr txBox="1"/>
          <p:nvPr/>
        </p:nvSpPr>
        <p:spPr>
          <a:xfrm>
            <a:off x="1221850" y="3382150"/>
            <a:ext cx="10418400" cy="12291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1200"/>
              </a:spcBef>
              <a:spcAft>
                <a:spcPts val="0"/>
              </a:spcAft>
              <a:buClr>
                <a:schemeClr val="dk1"/>
              </a:buClr>
              <a:buSzPts val="1300"/>
              <a:buFont typeface="Libre Franklin"/>
              <a:buNone/>
            </a:pPr>
            <a:r>
              <a:rPr lang="it-IT" sz="1300">
                <a:solidFill>
                  <a:schemeClr val="dk1"/>
                </a:solidFill>
                <a:latin typeface="Libre Franklin"/>
                <a:ea typeface="Libre Franklin"/>
                <a:cs typeface="Libre Franklin"/>
                <a:sym typeface="Libre Franklin"/>
              </a:rPr>
              <a:t>con R = 30 kΩ, il condensatore non riesce a raggiungere completamente il valore finale prima che Vin cambi nuovamente stato. La sua tensione cresce e decresce più lentamente, rimanendo più “smussata” rispetto alla risposta con R = 10 kΩ.</a:t>
            </a:r>
            <a:endParaRPr sz="1300">
              <a:solidFill>
                <a:schemeClr val="dk1"/>
              </a:solidFill>
              <a:latin typeface="Libre Franklin"/>
              <a:ea typeface="Libre Franklin"/>
              <a:cs typeface="Libre Franklin"/>
              <a:sym typeface="Libre Franklin"/>
            </a:endParaRPr>
          </a:p>
          <a:p>
            <a:pPr indent="0" lvl="0" marL="0" marR="0" rtl="0" algn="l">
              <a:lnSpc>
                <a:spcPct val="115000"/>
              </a:lnSpc>
              <a:spcBef>
                <a:spcPts val="1200"/>
              </a:spcBef>
              <a:spcAft>
                <a:spcPts val="1200"/>
              </a:spcAft>
              <a:buClr>
                <a:schemeClr val="dk1"/>
              </a:buClr>
              <a:buSzPts val="1300"/>
              <a:buFont typeface="Libre Franklin"/>
              <a:buNone/>
            </a:pPr>
            <a:r>
              <a:rPr lang="it-IT" sz="1300">
                <a:solidFill>
                  <a:schemeClr val="dk1"/>
                </a:solidFill>
                <a:latin typeface="Libre Franklin"/>
                <a:ea typeface="Libre Franklin"/>
                <a:cs typeface="Libre Franklin"/>
                <a:sym typeface="Libre Franklin"/>
              </a:rPr>
              <a:t>Quindi, aumentando R, il condensatore impiega più tempo a caricarsi e scaricarsi. Questo dimostra che una resistenza maggiore rende la risposta transitoria del circuito RC più lenta.</a:t>
            </a:r>
            <a:endParaRPr sz="1300">
              <a:solidFill>
                <a:schemeClr val="dk1"/>
              </a:solidFill>
              <a:latin typeface="Libre Franklin"/>
              <a:ea typeface="Libre Franklin"/>
              <a:cs typeface="Libre Franklin"/>
              <a:sym typeface="Libre Franklin"/>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2" name="Shape 522"/>
        <p:cNvGrpSpPr/>
        <p:nvPr/>
      </p:nvGrpSpPr>
      <p:grpSpPr>
        <a:xfrm>
          <a:off x="0" y="0"/>
          <a:ext cx="0" cy="0"/>
          <a:chOff x="0" y="0"/>
          <a:chExt cx="0" cy="0"/>
        </a:xfrm>
      </p:grpSpPr>
      <p:sp>
        <p:nvSpPr>
          <p:cNvPr id="523" name="Google Shape;523;p51"/>
          <p:cNvSpPr txBox="1"/>
          <p:nvPr/>
        </p:nvSpPr>
        <p:spPr>
          <a:xfrm>
            <a:off x="1355275" y="756125"/>
            <a:ext cx="7758300" cy="569400"/>
          </a:xfrm>
          <a:prstGeom prst="rect">
            <a:avLst/>
          </a:prstGeom>
          <a:noFill/>
          <a:ln>
            <a:noFill/>
          </a:ln>
        </p:spPr>
        <p:txBody>
          <a:bodyPr anchorCtr="0" anchor="t" bIns="91425" lIns="91425" spcFirstLastPara="1" rIns="91425" wrap="square" tIns="91425">
            <a:spAutoFit/>
          </a:bodyPr>
          <a:lstStyle/>
          <a:p>
            <a:pPr indent="0" lvl="0" marL="0" marR="0" rtl="0" algn="l">
              <a:spcBef>
                <a:spcPts val="0"/>
              </a:spcBef>
              <a:spcAft>
                <a:spcPts val="0"/>
              </a:spcAft>
              <a:buClr>
                <a:srgbClr val="073763"/>
              </a:buClr>
              <a:buSzPts val="2500"/>
              <a:buFont typeface="Libre Franklin SemiBold"/>
              <a:buNone/>
            </a:pPr>
            <a:r>
              <a:rPr lang="it-IT" sz="2500">
                <a:solidFill>
                  <a:srgbClr val="073763"/>
                </a:solidFill>
                <a:latin typeface="Libre Franklin SemiBold"/>
                <a:ea typeface="Libre Franklin SemiBold"/>
                <a:cs typeface="Libre Franklin SemiBold"/>
                <a:sym typeface="Libre Franklin SemiBold"/>
              </a:rPr>
              <a:t>Risposta al gradino (circuito RL)</a:t>
            </a:r>
            <a:endParaRPr sz="2500">
              <a:solidFill>
                <a:srgbClr val="073763"/>
              </a:solidFill>
              <a:latin typeface="Libre Franklin SemiBold"/>
              <a:ea typeface="Libre Franklin SemiBold"/>
              <a:cs typeface="Libre Franklin SemiBold"/>
              <a:sym typeface="Libre Franklin SemiBold"/>
            </a:endParaRPr>
          </a:p>
        </p:txBody>
      </p:sp>
      <p:sp>
        <p:nvSpPr>
          <p:cNvPr id="524" name="Google Shape;524;p51"/>
          <p:cNvSpPr txBox="1"/>
          <p:nvPr/>
        </p:nvSpPr>
        <p:spPr>
          <a:xfrm>
            <a:off x="1355275" y="1493425"/>
            <a:ext cx="10098300" cy="9990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1200"/>
              </a:spcBef>
              <a:spcAft>
                <a:spcPts val="0"/>
              </a:spcAft>
              <a:buClr>
                <a:schemeClr val="dk1"/>
              </a:buClr>
              <a:buSzPts val="1300"/>
              <a:buFont typeface="Libre Franklin"/>
              <a:buNone/>
            </a:pPr>
            <a:r>
              <a:rPr lang="it-IT" sz="1300">
                <a:solidFill>
                  <a:schemeClr val="dk1"/>
                </a:solidFill>
                <a:latin typeface="Libre Franklin"/>
                <a:ea typeface="Libre Franklin"/>
                <a:cs typeface="Libre Franklin"/>
                <a:sym typeface="Libre Franklin"/>
              </a:rPr>
              <a:t>In questa prova il circuito RL viene alimentato con un segnale impulsivo Vin che commuta tra -1 V e +1 V.</a:t>
            </a:r>
            <a:endParaRPr sz="1300">
              <a:solidFill>
                <a:schemeClr val="dk1"/>
              </a:solidFill>
              <a:latin typeface="Libre Franklin"/>
              <a:ea typeface="Libre Franklin"/>
              <a:cs typeface="Libre Franklin"/>
              <a:sym typeface="Libre Franklin"/>
            </a:endParaRPr>
          </a:p>
          <a:p>
            <a:pPr indent="0" lvl="0" marL="0" marR="0" rtl="0" algn="l">
              <a:lnSpc>
                <a:spcPct val="115000"/>
              </a:lnSpc>
              <a:spcBef>
                <a:spcPts val="1200"/>
              </a:spcBef>
              <a:spcAft>
                <a:spcPts val="1200"/>
              </a:spcAft>
              <a:buClr>
                <a:schemeClr val="dk1"/>
              </a:buClr>
              <a:buSzPts val="1300"/>
              <a:buFont typeface="Libre Franklin"/>
              <a:buNone/>
            </a:pPr>
            <a:r>
              <a:rPr lang="it-IT" sz="1300">
                <a:solidFill>
                  <a:schemeClr val="dk1"/>
                </a:solidFill>
                <a:latin typeface="Libre Franklin"/>
                <a:ea typeface="Libre Franklin"/>
                <a:cs typeface="Libre Franklin"/>
                <a:sym typeface="Libre Franklin"/>
              </a:rPr>
              <a:t>Nel grafico, la curva rossa rappresenta Vin, mentre la curva blu mostra l’andamento della corrente nell’induttore I(L1) durante le fasi di energizzazione e de-energizzazione.</a:t>
            </a:r>
            <a:endParaRPr sz="1300">
              <a:solidFill>
                <a:schemeClr val="dk1"/>
              </a:solidFill>
              <a:latin typeface="Libre Franklin"/>
              <a:ea typeface="Libre Franklin"/>
              <a:cs typeface="Libre Franklin"/>
              <a:sym typeface="Libre Franklin"/>
            </a:endParaRPr>
          </a:p>
        </p:txBody>
      </p:sp>
      <p:sp>
        <p:nvSpPr>
          <p:cNvPr id="525" name="Google Shape;525;p51"/>
          <p:cNvSpPr txBox="1"/>
          <p:nvPr/>
        </p:nvSpPr>
        <p:spPr>
          <a:xfrm>
            <a:off x="1330375" y="4777000"/>
            <a:ext cx="10148100" cy="9990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1200"/>
              </a:spcBef>
              <a:spcAft>
                <a:spcPts val="0"/>
              </a:spcAft>
              <a:buClr>
                <a:schemeClr val="dk1"/>
              </a:buClr>
              <a:buSzPts val="1300"/>
              <a:buFont typeface="Libre Franklin"/>
              <a:buNone/>
            </a:pPr>
            <a:r>
              <a:rPr lang="it-IT" sz="1300">
                <a:solidFill>
                  <a:schemeClr val="dk1"/>
                </a:solidFill>
                <a:latin typeface="Libre Franklin"/>
                <a:ea typeface="Libre Franklin"/>
                <a:cs typeface="Libre Franklin"/>
                <a:sym typeface="Libre Franklin"/>
              </a:rPr>
              <a:t>L’induttore si oppone alle variazioni brusche di corrente: per questo I(L1) non segue immediatamente i salti di Vin, ma passa gradualmente da un valore positivo a uno negativo.</a:t>
            </a:r>
            <a:endParaRPr sz="1300">
              <a:solidFill>
                <a:schemeClr val="dk1"/>
              </a:solidFill>
              <a:latin typeface="Libre Franklin"/>
              <a:ea typeface="Libre Franklin"/>
              <a:cs typeface="Libre Franklin"/>
              <a:sym typeface="Libre Franklin"/>
            </a:endParaRPr>
          </a:p>
          <a:p>
            <a:pPr indent="0" lvl="0" marL="0" marR="0" rtl="0" algn="l">
              <a:lnSpc>
                <a:spcPct val="115000"/>
              </a:lnSpc>
              <a:spcBef>
                <a:spcPts val="1200"/>
              </a:spcBef>
              <a:spcAft>
                <a:spcPts val="1200"/>
              </a:spcAft>
              <a:buClr>
                <a:schemeClr val="dk1"/>
              </a:buClr>
              <a:buSzPts val="1300"/>
              <a:buFont typeface="Libre Franklin"/>
              <a:buNone/>
            </a:pPr>
            <a:r>
              <a:rPr lang="it-IT" sz="1300">
                <a:solidFill>
                  <a:schemeClr val="dk1"/>
                </a:solidFill>
                <a:latin typeface="Libre Franklin"/>
                <a:ea typeface="Libre Franklin"/>
                <a:cs typeface="Libre Franklin"/>
                <a:sym typeface="Libre Franklin"/>
              </a:rPr>
              <a:t>La velocità di energizzazione e de-energizzazione dipende dalla costante di tempo:</a:t>
            </a:r>
            <a:endParaRPr sz="1300">
              <a:solidFill>
                <a:schemeClr val="dk1"/>
              </a:solidFill>
              <a:latin typeface="Libre Franklin"/>
              <a:ea typeface="Libre Franklin"/>
              <a:cs typeface="Libre Franklin"/>
              <a:sym typeface="Libre Franklin"/>
            </a:endParaRPr>
          </a:p>
        </p:txBody>
      </p:sp>
      <p:pic>
        <p:nvPicPr>
          <p:cNvPr id="526" name="Google Shape;526;p51"/>
          <p:cNvPicPr preferRelativeResize="0"/>
          <p:nvPr/>
        </p:nvPicPr>
        <p:blipFill rotWithShape="1">
          <a:blip r:embed="rId3">
            <a:alphaModFix/>
          </a:blip>
          <a:srcRect b="0" l="0" r="0" t="0"/>
          <a:stretch/>
        </p:blipFill>
        <p:spPr>
          <a:xfrm>
            <a:off x="5575000" y="5943900"/>
            <a:ext cx="733425" cy="428625"/>
          </a:xfrm>
          <a:prstGeom prst="rect">
            <a:avLst/>
          </a:prstGeom>
          <a:noFill/>
          <a:ln>
            <a:noFill/>
          </a:ln>
        </p:spPr>
      </p:pic>
      <p:grpSp>
        <p:nvGrpSpPr>
          <p:cNvPr id="527" name="Google Shape;527;p51"/>
          <p:cNvGrpSpPr/>
          <p:nvPr/>
        </p:nvGrpSpPr>
        <p:grpSpPr>
          <a:xfrm>
            <a:off x="1088027" y="2519079"/>
            <a:ext cx="4650609" cy="1906132"/>
            <a:chOff x="1702130" y="3530930"/>
            <a:chExt cx="5099352" cy="2090057"/>
          </a:xfrm>
        </p:grpSpPr>
        <p:pic>
          <p:nvPicPr>
            <p:cNvPr id="528" name="Google Shape;528;p51"/>
            <p:cNvPicPr preferRelativeResize="0"/>
            <p:nvPr/>
          </p:nvPicPr>
          <p:blipFill rotWithShape="1">
            <a:blip r:embed="rId4">
              <a:alphaModFix/>
            </a:blip>
            <a:srcRect b="0" l="0" r="64503" t="0"/>
            <a:stretch/>
          </p:blipFill>
          <p:spPr>
            <a:xfrm>
              <a:off x="1702130" y="3530930"/>
              <a:ext cx="2770909" cy="2090057"/>
            </a:xfrm>
            <a:prstGeom prst="rect">
              <a:avLst/>
            </a:prstGeom>
            <a:noFill/>
            <a:ln>
              <a:noFill/>
            </a:ln>
          </p:spPr>
        </p:pic>
        <p:pic>
          <p:nvPicPr>
            <p:cNvPr id="529" name="Google Shape;529;p51"/>
            <p:cNvPicPr preferRelativeResize="0"/>
            <p:nvPr/>
          </p:nvPicPr>
          <p:blipFill rotWithShape="1">
            <a:blip r:embed="rId4">
              <a:alphaModFix/>
            </a:blip>
            <a:srcRect b="0" l="69168" r="1002" t="0"/>
            <a:stretch/>
          </p:blipFill>
          <p:spPr>
            <a:xfrm>
              <a:off x="4473040" y="3530930"/>
              <a:ext cx="2328442" cy="2090057"/>
            </a:xfrm>
            <a:prstGeom prst="rect">
              <a:avLst/>
            </a:prstGeom>
            <a:noFill/>
            <a:ln>
              <a:noFill/>
            </a:ln>
          </p:spPr>
        </p:pic>
      </p:grpSp>
      <p:pic>
        <p:nvPicPr>
          <p:cNvPr id="530" name="Google Shape;530;p51"/>
          <p:cNvPicPr preferRelativeResize="0"/>
          <p:nvPr/>
        </p:nvPicPr>
        <p:blipFill rotWithShape="1">
          <a:blip r:embed="rId5">
            <a:alphaModFix/>
          </a:blip>
          <a:srcRect b="0" l="0" r="0" t="0"/>
          <a:stretch/>
        </p:blipFill>
        <p:spPr>
          <a:xfrm>
            <a:off x="6103048" y="2838787"/>
            <a:ext cx="5484251" cy="1266700"/>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5" name="Shape 535"/>
        <p:cNvGrpSpPr/>
        <p:nvPr/>
      </p:nvGrpSpPr>
      <p:grpSpPr>
        <a:xfrm>
          <a:off x="0" y="0"/>
          <a:ext cx="0" cy="0"/>
          <a:chOff x="0" y="0"/>
          <a:chExt cx="0" cy="0"/>
        </a:xfrm>
      </p:grpSpPr>
      <p:sp>
        <p:nvSpPr>
          <p:cNvPr id="536" name="Google Shape;536;p52"/>
          <p:cNvSpPr txBox="1"/>
          <p:nvPr/>
        </p:nvSpPr>
        <p:spPr>
          <a:xfrm>
            <a:off x="1599250" y="1317050"/>
            <a:ext cx="10266000" cy="3849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1400"/>
              </a:spcBef>
              <a:spcAft>
                <a:spcPts val="400"/>
              </a:spcAft>
              <a:buClr>
                <a:schemeClr val="dk1"/>
              </a:buClr>
              <a:buSzPts val="1300"/>
              <a:buFont typeface="Libre Franklin"/>
              <a:buNone/>
            </a:pPr>
            <a:r>
              <a:rPr lang="it-IT" sz="1300">
                <a:solidFill>
                  <a:schemeClr val="dk1"/>
                </a:solidFill>
                <a:latin typeface="Libre Franklin"/>
                <a:ea typeface="Libre Franklin"/>
                <a:cs typeface="Libre Franklin"/>
                <a:sym typeface="Libre Franklin"/>
              </a:rPr>
              <a:t>Energizzazione dell’induttore</a:t>
            </a:r>
            <a:endParaRPr sz="1300">
              <a:solidFill>
                <a:schemeClr val="dk1"/>
              </a:solidFill>
              <a:latin typeface="Libre Franklin"/>
              <a:ea typeface="Libre Franklin"/>
              <a:cs typeface="Libre Franklin"/>
              <a:sym typeface="Libre Franklin"/>
            </a:endParaRPr>
          </a:p>
        </p:txBody>
      </p:sp>
      <p:sp>
        <p:nvSpPr>
          <p:cNvPr id="537" name="Google Shape;537;p52"/>
          <p:cNvSpPr txBox="1"/>
          <p:nvPr/>
        </p:nvSpPr>
        <p:spPr>
          <a:xfrm>
            <a:off x="1810925" y="1822675"/>
            <a:ext cx="8396100" cy="585000"/>
          </a:xfrm>
          <a:prstGeom prst="rect">
            <a:avLst/>
          </a:prstGeom>
          <a:noFill/>
          <a:ln>
            <a:noFill/>
          </a:ln>
        </p:spPr>
        <p:txBody>
          <a:bodyPr anchorCtr="0" anchor="t" bIns="91425" lIns="91425" spcFirstLastPara="1" rIns="91425" wrap="square" tIns="91425">
            <a:spAutoFit/>
          </a:bodyPr>
          <a:lstStyle/>
          <a:p>
            <a:pPr indent="0" lvl="0" marL="0" marR="0" rtl="0" algn="l">
              <a:spcBef>
                <a:spcPts val="0"/>
              </a:spcBef>
              <a:spcAft>
                <a:spcPts val="0"/>
              </a:spcAft>
              <a:buClr>
                <a:schemeClr val="dk1"/>
              </a:buClr>
              <a:buSzPts val="1300"/>
              <a:buFont typeface="Libre Franklin"/>
              <a:buNone/>
            </a:pPr>
            <a:r>
              <a:rPr lang="it-IT" sz="1300">
                <a:solidFill>
                  <a:schemeClr val="dk1"/>
                </a:solidFill>
                <a:latin typeface="Libre Franklin"/>
                <a:ea typeface="Libre Franklin"/>
                <a:cs typeface="Libre Franklin"/>
                <a:sym typeface="Libre Franklin"/>
              </a:rPr>
              <a:t>L’induttore si oppone alle variazioni improvvise di corrente, quindi I(L1) non cambia istantaneamente. La corrente aumenta gradualmente con andamento esponenziale:</a:t>
            </a:r>
            <a:endParaRPr sz="1300">
              <a:solidFill>
                <a:schemeClr val="dk1"/>
              </a:solidFill>
              <a:latin typeface="Libre Franklin"/>
              <a:ea typeface="Libre Franklin"/>
              <a:cs typeface="Libre Franklin"/>
              <a:sym typeface="Libre Franklin"/>
            </a:endParaRPr>
          </a:p>
        </p:txBody>
      </p:sp>
      <p:pic>
        <p:nvPicPr>
          <p:cNvPr id="538" name="Google Shape;538;p52"/>
          <p:cNvPicPr preferRelativeResize="0"/>
          <p:nvPr/>
        </p:nvPicPr>
        <p:blipFill rotWithShape="1">
          <a:blip r:embed="rId3">
            <a:alphaModFix/>
          </a:blip>
          <a:srcRect b="0" l="0" r="0" t="0"/>
          <a:stretch/>
        </p:blipFill>
        <p:spPr>
          <a:xfrm>
            <a:off x="4913600" y="2607125"/>
            <a:ext cx="2190750" cy="400050"/>
          </a:xfrm>
          <a:prstGeom prst="rect">
            <a:avLst/>
          </a:prstGeom>
          <a:noFill/>
          <a:ln>
            <a:noFill/>
          </a:ln>
        </p:spPr>
      </p:pic>
      <p:sp>
        <p:nvSpPr>
          <p:cNvPr id="539" name="Google Shape;539;p52"/>
          <p:cNvSpPr txBox="1"/>
          <p:nvPr/>
        </p:nvSpPr>
        <p:spPr>
          <a:xfrm>
            <a:off x="1552200" y="3007175"/>
            <a:ext cx="10266000" cy="21768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1200"/>
              </a:spcBef>
              <a:spcAft>
                <a:spcPts val="0"/>
              </a:spcAft>
              <a:buClr>
                <a:schemeClr val="dk1"/>
              </a:buClr>
              <a:buSzPts val="1300"/>
              <a:buFont typeface="Libre Franklin"/>
              <a:buNone/>
            </a:pPr>
            <a:r>
              <a:rPr lang="it-IT" sz="1300">
                <a:solidFill>
                  <a:schemeClr val="dk1"/>
                </a:solidFill>
                <a:latin typeface="Libre Franklin"/>
                <a:ea typeface="Libre Franklin"/>
                <a:cs typeface="Libre Franklin"/>
                <a:sym typeface="Libre Franklin"/>
              </a:rPr>
              <a:t>dove Ii è il valore iniziale, If  il valore finale e τ è la costante di tempo del circuito.</a:t>
            </a:r>
            <a:endParaRPr sz="1300">
              <a:solidFill>
                <a:schemeClr val="dk1"/>
              </a:solidFill>
              <a:latin typeface="Libre Franklin"/>
              <a:ea typeface="Libre Franklin"/>
              <a:cs typeface="Libre Franklin"/>
              <a:sym typeface="Libre Franklin"/>
            </a:endParaRPr>
          </a:p>
          <a:p>
            <a:pPr indent="0" lvl="0" marL="0" marR="0" rtl="0" algn="l">
              <a:lnSpc>
                <a:spcPct val="115000"/>
              </a:lnSpc>
              <a:spcBef>
                <a:spcPts val="1200"/>
              </a:spcBef>
              <a:spcAft>
                <a:spcPts val="0"/>
              </a:spcAft>
              <a:buClr>
                <a:schemeClr val="dk1"/>
              </a:buClr>
              <a:buSzPts val="1300"/>
              <a:buFont typeface="Libre Franklin"/>
              <a:buNone/>
            </a:pPr>
            <a:r>
              <a:rPr lang="it-IT" sz="1300">
                <a:solidFill>
                  <a:schemeClr val="dk1"/>
                </a:solidFill>
                <a:latin typeface="Libre Franklin"/>
                <a:ea typeface="Libre Franklin"/>
                <a:cs typeface="Libre Franklin"/>
                <a:sym typeface="Libre Franklin"/>
              </a:rPr>
              <a:t>Nel grafico la curva blu sale rapidamente all’inizio e poi rallenta, avvicinandosi al nuovo valore positivo.</a:t>
            </a:r>
            <a:endParaRPr sz="1300">
              <a:solidFill>
                <a:schemeClr val="dk1"/>
              </a:solidFill>
              <a:latin typeface="Libre Franklin"/>
              <a:ea typeface="Libre Franklin"/>
              <a:cs typeface="Libre Franklin"/>
              <a:sym typeface="Libre Franklin"/>
            </a:endParaRPr>
          </a:p>
          <a:p>
            <a:pPr indent="0" lvl="0" marL="0" marR="0" rtl="0" algn="l">
              <a:lnSpc>
                <a:spcPct val="115000"/>
              </a:lnSpc>
              <a:spcBef>
                <a:spcPts val="1400"/>
              </a:spcBef>
              <a:spcAft>
                <a:spcPts val="0"/>
              </a:spcAft>
              <a:buClr>
                <a:schemeClr val="dk1"/>
              </a:buClr>
              <a:buSzPts val="1300"/>
              <a:buFont typeface="Libre Franklin"/>
              <a:buNone/>
            </a:pPr>
            <a:r>
              <a:rPr lang="it-IT" sz="1300">
                <a:solidFill>
                  <a:schemeClr val="dk1"/>
                </a:solidFill>
                <a:latin typeface="Libre Franklin"/>
                <a:ea typeface="Libre Franklin"/>
                <a:cs typeface="Libre Franklin"/>
                <a:sym typeface="Libre Franklin"/>
              </a:rPr>
              <a:t>De-energizzazione dell’induttore</a:t>
            </a:r>
            <a:endParaRPr sz="1300">
              <a:solidFill>
                <a:schemeClr val="dk1"/>
              </a:solidFill>
              <a:latin typeface="Libre Franklin"/>
              <a:ea typeface="Libre Franklin"/>
              <a:cs typeface="Libre Franklin"/>
              <a:sym typeface="Libre Franklin"/>
            </a:endParaRPr>
          </a:p>
          <a:p>
            <a:pPr indent="0" lvl="0" marL="0" marR="0" rtl="0" algn="l">
              <a:lnSpc>
                <a:spcPct val="115000"/>
              </a:lnSpc>
              <a:spcBef>
                <a:spcPts val="1200"/>
              </a:spcBef>
              <a:spcAft>
                <a:spcPts val="0"/>
              </a:spcAft>
              <a:buClr>
                <a:schemeClr val="dk1"/>
              </a:buClr>
              <a:buSzPts val="1300"/>
              <a:buFont typeface="Libre Franklin"/>
              <a:buNone/>
            </a:pPr>
            <a:r>
              <a:rPr lang="it-IT" sz="1300">
                <a:solidFill>
                  <a:schemeClr val="dk1"/>
                </a:solidFill>
                <a:latin typeface="Libre Franklin"/>
                <a:ea typeface="Libre Franklin"/>
                <a:cs typeface="Libre Franklin"/>
                <a:sym typeface="Libre Franklin"/>
              </a:rPr>
              <a:t>Quando Vin passa da +1 V a -1 V, l’induttore entra nella fase opposta. La corrente I(L1) non si inverte istantaneamente, ma diminuisce gradualmente e si porta verso il nuovo valore negativo.</a:t>
            </a:r>
            <a:endParaRPr sz="1300">
              <a:solidFill>
                <a:schemeClr val="dk1"/>
              </a:solidFill>
              <a:latin typeface="Libre Franklin"/>
              <a:ea typeface="Libre Franklin"/>
              <a:cs typeface="Libre Franklin"/>
              <a:sym typeface="Libre Franklin"/>
            </a:endParaRPr>
          </a:p>
          <a:p>
            <a:pPr indent="0" lvl="0" marL="0" marR="0" rtl="0" algn="l">
              <a:lnSpc>
                <a:spcPct val="115000"/>
              </a:lnSpc>
              <a:spcBef>
                <a:spcPts val="1200"/>
              </a:spcBef>
              <a:spcAft>
                <a:spcPts val="1200"/>
              </a:spcAft>
              <a:buClr>
                <a:schemeClr val="dk1"/>
              </a:buClr>
              <a:buSzPts val="1300"/>
              <a:buFont typeface="Libre Franklin"/>
              <a:buNone/>
            </a:pPr>
            <a:r>
              <a:rPr lang="it-IT" sz="1300">
                <a:solidFill>
                  <a:schemeClr val="dk1"/>
                </a:solidFill>
                <a:latin typeface="Libre Franklin"/>
                <a:ea typeface="Libre Franklin"/>
                <a:cs typeface="Libre Franklin"/>
                <a:sym typeface="Libre Franklin"/>
              </a:rPr>
              <a:t>Anche in questo caso l’andamento è esponenziale:</a:t>
            </a:r>
            <a:endParaRPr sz="1300">
              <a:solidFill>
                <a:schemeClr val="dk1"/>
              </a:solidFill>
              <a:latin typeface="Libre Franklin"/>
              <a:ea typeface="Libre Franklin"/>
              <a:cs typeface="Libre Franklin"/>
              <a:sym typeface="Libre Franklin"/>
            </a:endParaRPr>
          </a:p>
        </p:txBody>
      </p:sp>
      <p:pic>
        <p:nvPicPr>
          <p:cNvPr id="540" name="Google Shape;540;p52"/>
          <p:cNvPicPr preferRelativeResize="0"/>
          <p:nvPr/>
        </p:nvPicPr>
        <p:blipFill rotWithShape="1">
          <a:blip r:embed="rId3">
            <a:alphaModFix/>
          </a:blip>
          <a:srcRect b="0" l="0" r="0" t="0"/>
          <a:stretch/>
        </p:blipFill>
        <p:spPr>
          <a:xfrm>
            <a:off x="5054225" y="5240725"/>
            <a:ext cx="2190750" cy="400050"/>
          </a:xfrm>
          <a:prstGeom prst="rect">
            <a:avLst/>
          </a:prstGeom>
          <a:noFill/>
          <a:ln>
            <a:noFill/>
          </a:ln>
        </p:spPr>
      </p:pic>
      <p:sp>
        <p:nvSpPr>
          <p:cNvPr id="541" name="Google Shape;541;p52"/>
          <p:cNvSpPr txBox="1"/>
          <p:nvPr/>
        </p:nvSpPr>
        <p:spPr>
          <a:xfrm>
            <a:off x="1646300" y="5783475"/>
            <a:ext cx="10077600" cy="384900"/>
          </a:xfrm>
          <a:prstGeom prst="rect">
            <a:avLst/>
          </a:prstGeom>
          <a:noFill/>
          <a:ln>
            <a:noFill/>
          </a:ln>
        </p:spPr>
        <p:txBody>
          <a:bodyPr anchorCtr="0" anchor="t" bIns="91425" lIns="91425" spcFirstLastPara="1" rIns="91425" wrap="square" tIns="91425">
            <a:spAutoFit/>
          </a:bodyPr>
          <a:lstStyle/>
          <a:p>
            <a:pPr indent="0" lvl="0" marL="0" marR="0" rtl="0" algn="l">
              <a:spcBef>
                <a:spcPts val="0"/>
              </a:spcBef>
              <a:spcAft>
                <a:spcPts val="0"/>
              </a:spcAft>
              <a:buClr>
                <a:schemeClr val="dk1"/>
              </a:buClr>
              <a:buSzPts val="1300"/>
              <a:buFont typeface="Libre Franklin"/>
              <a:buNone/>
            </a:pPr>
            <a:r>
              <a:rPr lang="it-IT" sz="1300">
                <a:solidFill>
                  <a:schemeClr val="dk1"/>
                </a:solidFill>
                <a:latin typeface="Libre Franklin"/>
                <a:ea typeface="Libre Franklin"/>
                <a:cs typeface="Libre Franklin"/>
                <a:sym typeface="Libre Franklin"/>
              </a:rPr>
              <a:t>Nel grafico la curva blu scende subito dopo il fronte di discesa della curva rossa, ma lo fa in modo progressivo, non istantaneo.</a:t>
            </a:r>
            <a:endParaRPr sz="1300">
              <a:solidFill>
                <a:schemeClr val="dk1"/>
              </a:solidFill>
              <a:latin typeface="Libre Franklin"/>
              <a:ea typeface="Libre Franklin"/>
              <a:cs typeface="Libre Franklin"/>
              <a:sym typeface="Libre Franklin"/>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6" name="Shape 546"/>
        <p:cNvGrpSpPr/>
        <p:nvPr/>
      </p:nvGrpSpPr>
      <p:grpSpPr>
        <a:xfrm>
          <a:off x="0" y="0"/>
          <a:ext cx="0" cy="0"/>
          <a:chOff x="0" y="0"/>
          <a:chExt cx="0" cy="0"/>
        </a:xfrm>
      </p:grpSpPr>
      <p:sp>
        <p:nvSpPr>
          <p:cNvPr id="547" name="Google Shape;547;p53"/>
          <p:cNvSpPr txBox="1"/>
          <p:nvPr/>
        </p:nvSpPr>
        <p:spPr>
          <a:xfrm>
            <a:off x="880700" y="739400"/>
            <a:ext cx="10599300" cy="22272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1400"/>
              </a:spcBef>
              <a:spcAft>
                <a:spcPts val="0"/>
              </a:spcAft>
              <a:buClr>
                <a:schemeClr val="dk1"/>
              </a:buClr>
              <a:buSzPts val="1300"/>
              <a:buFont typeface="Libre Franklin"/>
              <a:buNone/>
            </a:pPr>
            <a:r>
              <a:rPr b="1" lang="it-IT" sz="1300">
                <a:solidFill>
                  <a:schemeClr val="dk1"/>
                </a:solidFill>
                <a:latin typeface="Libre Franklin"/>
                <a:ea typeface="Libre Franklin"/>
                <a:cs typeface="Libre Franklin"/>
                <a:sym typeface="Libre Franklin"/>
              </a:rPr>
              <a:t>Conclusione</a:t>
            </a:r>
            <a:endParaRPr b="1" sz="1300">
              <a:solidFill>
                <a:schemeClr val="dk1"/>
              </a:solidFill>
              <a:latin typeface="Libre Franklin"/>
              <a:ea typeface="Libre Franklin"/>
              <a:cs typeface="Libre Franklin"/>
              <a:sym typeface="Libre Franklin"/>
            </a:endParaRPr>
          </a:p>
          <a:p>
            <a:pPr indent="0" lvl="0" marL="0" marR="0" rtl="0" algn="l">
              <a:lnSpc>
                <a:spcPct val="115000"/>
              </a:lnSpc>
              <a:spcBef>
                <a:spcPts val="1200"/>
              </a:spcBef>
              <a:spcAft>
                <a:spcPts val="0"/>
              </a:spcAft>
              <a:buClr>
                <a:schemeClr val="dk1"/>
              </a:buClr>
              <a:buSzPts val="1300"/>
              <a:buFont typeface="Libre Franklin"/>
              <a:buNone/>
            </a:pPr>
            <a:r>
              <a:rPr lang="it-IT" sz="1300">
                <a:solidFill>
                  <a:schemeClr val="dk1"/>
                </a:solidFill>
                <a:latin typeface="Libre Franklin"/>
                <a:ea typeface="Libre Franklin"/>
                <a:cs typeface="Libre Franklin"/>
                <a:sym typeface="Libre Franklin"/>
              </a:rPr>
              <a:t>Il comportamento dell’induttore è analogo a quello del condensatore per quanto riguarda l’accumulo e il rilascio di energia.</a:t>
            </a:r>
            <a:endParaRPr sz="1300">
              <a:solidFill>
                <a:schemeClr val="dk1"/>
              </a:solidFill>
              <a:latin typeface="Libre Franklin"/>
              <a:ea typeface="Libre Franklin"/>
              <a:cs typeface="Libre Franklin"/>
              <a:sym typeface="Libre Franklin"/>
            </a:endParaRPr>
          </a:p>
          <a:p>
            <a:pPr indent="0" lvl="0" marL="0" marR="0" rtl="0" algn="l">
              <a:lnSpc>
                <a:spcPct val="115000"/>
              </a:lnSpc>
              <a:spcBef>
                <a:spcPts val="1200"/>
              </a:spcBef>
              <a:spcAft>
                <a:spcPts val="0"/>
              </a:spcAft>
              <a:buClr>
                <a:schemeClr val="dk1"/>
              </a:buClr>
              <a:buSzPts val="1300"/>
              <a:buFont typeface="Libre Franklin"/>
              <a:buNone/>
            </a:pPr>
            <a:r>
              <a:rPr lang="it-IT" sz="1300">
                <a:solidFill>
                  <a:schemeClr val="dk1"/>
                </a:solidFill>
                <a:latin typeface="Libre Franklin"/>
                <a:ea typeface="Libre Franklin"/>
                <a:cs typeface="Libre Franklin"/>
                <a:sym typeface="Libre Franklin"/>
              </a:rPr>
              <a:t>Il condensatore si carica accumulando energia nel campo elettrico e si scarica rilasciandola nel circuito. Allo stesso modo, l’induttore si energizza accumulando energia nel campo magnetico e si de-energizza rilasciandola gradualmente.</a:t>
            </a:r>
            <a:endParaRPr sz="1300">
              <a:solidFill>
                <a:schemeClr val="dk1"/>
              </a:solidFill>
              <a:latin typeface="Libre Franklin"/>
              <a:ea typeface="Libre Franklin"/>
              <a:cs typeface="Libre Franklin"/>
              <a:sym typeface="Libre Franklin"/>
            </a:endParaRPr>
          </a:p>
          <a:p>
            <a:pPr indent="0" lvl="0" marL="0" marR="0" rtl="0" algn="l">
              <a:lnSpc>
                <a:spcPct val="115000"/>
              </a:lnSpc>
              <a:spcBef>
                <a:spcPts val="1200"/>
              </a:spcBef>
              <a:spcAft>
                <a:spcPts val="1200"/>
              </a:spcAft>
              <a:buClr>
                <a:schemeClr val="dk1"/>
              </a:buClr>
              <a:buSzPts val="1300"/>
              <a:buFont typeface="Libre Franklin"/>
              <a:buNone/>
            </a:pPr>
            <a:r>
              <a:rPr lang="it-IT" sz="1300">
                <a:solidFill>
                  <a:schemeClr val="dk1"/>
                </a:solidFill>
                <a:latin typeface="Libre Franklin"/>
                <a:ea typeface="Libre Franklin"/>
                <a:cs typeface="Libre Franklin"/>
                <a:sym typeface="Libre Franklin"/>
              </a:rPr>
              <a:t>In entrambi i casi, la variazione non è istantanea ma avviene con andamento esponenziale: il condensatore si oppone alle variazioni brusche di tensione, mentre l’induttore si oppone alle variazioni brusche di corrente. Quindi entrambi mostrano una risposta transitoria governata dalla propria costante di tempo.</a:t>
            </a:r>
            <a:endParaRPr sz="1300">
              <a:solidFill>
                <a:schemeClr val="dk1"/>
              </a:solidFill>
              <a:latin typeface="Libre Franklin"/>
              <a:ea typeface="Libre Franklin"/>
              <a:cs typeface="Libre Franklin"/>
              <a:sym typeface="Libre Franklin"/>
            </a:endParaRPr>
          </a:p>
        </p:txBody>
      </p:sp>
      <p:pic>
        <p:nvPicPr>
          <p:cNvPr id="548" name="Google Shape;548;p53"/>
          <p:cNvPicPr preferRelativeResize="0"/>
          <p:nvPr/>
        </p:nvPicPr>
        <p:blipFill rotWithShape="1">
          <a:blip r:embed="rId3">
            <a:alphaModFix/>
          </a:blip>
          <a:srcRect b="0" l="0" r="0" t="0"/>
          <a:stretch/>
        </p:blipFill>
        <p:spPr>
          <a:xfrm>
            <a:off x="1928330" y="2966600"/>
            <a:ext cx="5749220" cy="1327925"/>
          </a:xfrm>
          <a:prstGeom prst="rect">
            <a:avLst/>
          </a:prstGeom>
          <a:noFill/>
          <a:ln>
            <a:noFill/>
          </a:ln>
        </p:spPr>
      </p:pic>
      <p:pic>
        <p:nvPicPr>
          <p:cNvPr id="549" name="Google Shape;549;p53"/>
          <p:cNvPicPr preferRelativeResize="0"/>
          <p:nvPr/>
        </p:nvPicPr>
        <p:blipFill rotWithShape="1">
          <a:blip r:embed="rId4">
            <a:alphaModFix/>
          </a:blip>
          <a:srcRect b="0" l="0" r="0" t="0"/>
          <a:stretch/>
        </p:blipFill>
        <p:spPr>
          <a:xfrm>
            <a:off x="2011923" y="4530687"/>
            <a:ext cx="5484251" cy="1266700"/>
          </a:xfrm>
          <a:prstGeom prst="rect">
            <a:avLst/>
          </a:prstGeom>
          <a:noFill/>
          <a:ln>
            <a:noFill/>
          </a:ln>
        </p:spPr>
      </p:pic>
      <p:sp>
        <p:nvSpPr>
          <p:cNvPr id="550" name="Google Shape;550;p53"/>
          <p:cNvSpPr txBox="1"/>
          <p:nvPr/>
        </p:nvSpPr>
        <p:spPr>
          <a:xfrm>
            <a:off x="8079725" y="3546475"/>
            <a:ext cx="1693200" cy="6702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SzPts val="2800"/>
              <a:buFont typeface="Open Sans"/>
              <a:buNone/>
            </a:pPr>
            <a:r>
              <a:rPr lang="it-IT" sz="2800">
                <a:solidFill>
                  <a:schemeClr val="dk1"/>
                </a:solidFill>
                <a:latin typeface="Open Sans"/>
                <a:ea typeface="Open Sans"/>
                <a:cs typeface="Open Sans"/>
                <a:sym typeface="Open Sans"/>
              </a:rPr>
              <a:t>RC</a:t>
            </a:r>
            <a:endParaRPr sz="2800">
              <a:solidFill>
                <a:schemeClr val="dk1"/>
              </a:solidFill>
              <a:latin typeface="Open Sans"/>
              <a:ea typeface="Open Sans"/>
              <a:cs typeface="Open Sans"/>
              <a:sym typeface="Open Sans"/>
            </a:endParaRPr>
          </a:p>
        </p:txBody>
      </p:sp>
      <p:sp>
        <p:nvSpPr>
          <p:cNvPr id="551" name="Google Shape;551;p53"/>
          <p:cNvSpPr txBox="1"/>
          <p:nvPr/>
        </p:nvSpPr>
        <p:spPr>
          <a:xfrm>
            <a:off x="7926375" y="4733675"/>
            <a:ext cx="1693200" cy="6702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SzPts val="2800"/>
              <a:buFont typeface="Open Sans"/>
              <a:buNone/>
            </a:pPr>
            <a:r>
              <a:rPr lang="it-IT" sz="2800">
                <a:solidFill>
                  <a:schemeClr val="dk1"/>
                </a:solidFill>
                <a:latin typeface="Open Sans"/>
                <a:ea typeface="Open Sans"/>
                <a:cs typeface="Open Sans"/>
                <a:sym typeface="Open Sans"/>
              </a:rPr>
              <a:t>RL</a:t>
            </a:r>
            <a:endParaRPr sz="2800">
              <a:solidFill>
                <a:schemeClr val="dk1"/>
              </a:solidFill>
              <a:latin typeface="Open Sans"/>
              <a:ea typeface="Open Sans"/>
              <a:cs typeface="Open Sans"/>
              <a:sym typeface="Open Sans"/>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6" name="Shape 556"/>
        <p:cNvGrpSpPr/>
        <p:nvPr/>
      </p:nvGrpSpPr>
      <p:grpSpPr>
        <a:xfrm>
          <a:off x="0" y="0"/>
          <a:ext cx="0" cy="0"/>
          <a:chOff x="0" y="0"/>
          <a:chExt cx="0" cy="0"/>
        </a:xfrm>
      </p:grpSpPr>
      <p:sp>
        <p:nvSpPr>
          <p:cNvPr id="557" name="Google Shape;557;p54"/>
          <p:cNvSpPr txBox="1"/>
          <p:nvPr/>
        </p:nvSpPr>
        <p:spPr>
          <a:xfrm>
            <a:off x="1060150" y="814575"/>
            <a:ext cx="8443200" cy="14760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400"/>
              </a:spcBef>
              <a:spcAft>
                <a:spcPts val="0"/>
              </a:spcAft>
              <a:buNone/>
            </a:pPr>
            <a:r>
              <a:rPr b="1" lang="it-IT" sz="1300">
                <a:solidFill>
                  <a:schemeClr val="dk1"/>
                </a:solidFill>
              </a:rPr>
              <a:t>Risposta al gradino del filtro HP passivo con condensatore reale</a:t>
            </a:r>
            <a:endParaRPr b="1" sz="1300">
              <a:solidFill>
                <a:schemeClr val="dk1"/>
              </a:solidFill>
            </a:endParaRPr>
          </a:p>
          <a:p>
            <a:pPr indent="0" lvl="0" marL="0" rtl="0" algn="l">
              <a:lnSpc>
                <a:spcPct val="115000"/>
              </a:lnSpc>
              <a:spcBef>
                <a:spcPts val="1200"/>
              </a:spcBef>
              <a:spcAft>
                <a:spcPts val="0"/>
              </a:spcAft>
              <a:buNone/>
            </a:pPr>
            <a:r>
              <a:rPr lang="it-IT" sz="1100">
                <a:solidFill>
                  <a:schemeClr val="dk1"/>
                </a:solidFill>
              </a:rPr>
              <a:t>In questa slide analizziamo il comportamento del </a:t>
            </a:r>
            <a:r>
              <a:rPr b="1" lang="it-IT" sz="1100">
                <a:solidFill>
                  <a:schemeClr val="dk1"/>
                </a:solidFill>
              </a:rPr>
              <a:t>filtro passa-alto passivo</a:t>
            </a:r>
            <a:r>
              <a:rPr lang="it-IT" sz="1100">
                <a:solidFill>
                  <a:schemeClr val="dk1"/>
                </a:solidFill>
              </a:rPr>
              <a:t> quando il condensatore viene modellato con i suoi parassiti. Il confronto è tra il condensatore ideale e il condensatore reale, cioè con </a:t>
            </a:r>
            <a:r>
              <a:rPr b="1" lang="it-IT" sz="1100">
                <a:solidFill>
                  <a:schemeClr val="dk1"/>
                </a:solidFill>
              </a:rPr>
              <a:t>ESR</a:t>
            </a:r>
            <a:r>
              <a:rPr lang="it-IT" sz="1100">
                <a:solidFill>
                  <a:schemeClr val="dk1"/>
                </a:solidFill>
              </a:rPr>
              <a:t> ed </a:t>
            </a:r>
            <a:r>
              <a:rPr b="1" lang="it-IT" sz="1100">
                <a:solidFill>
                  <a:schemeClr val="dk1"/>
                </a:solidFill>
              </a:rPr>
              <a:t>ESL</a:t>
            </a:r>
            <a:r>
              <a:rPr lang="it-IT" sz="1100">
                <a:solidFill>
                  <a:schemeClr val="dk1"/>
                </a:solidFill>
              </a:rPr>
              <a:t>.</a:t>
            </a:r>
            <a:endParaRPr sz="1100">
              <a:solidFill>
                <a:schemeClr val="dk1"/>
              </a:solidFill>
            </a:endParaRPr>
          </a:p>
          <a:p>
            <a:pPr indent="0" lvl="0" marL="0" rtl="0" algn="l">
              <a:lnSpc>
                <a:spcPct val="115000"/>
              </a:lnSpc>
              <a:spcBef>
                <a:spcPts val="1200"/>
              </a:spcBef>
              <a:spcAft>
                <a:spcPts val="1200"/>
              </a:spcAft>
              <a:buNone/>
            </a:pPr>
            <a:r>
              <a:rPr lang="it-IT" sz="1100">
                <a:solidFill>
                  <a:schemeClr val="dk1"/>
                </a:solidFill>
              </a:rPr>
              <a:t>A basse frequenze, come nei casi usati per studiare normalmente la carica e scarica del condensatore, i parassiti non producono effetti rilevanti. La risposta con e senza parassiti risulta quasi uguale.</a:t>
            </a:r>
            <a:endParaRPr sz="1100">
              <a:solidFill>
                <a:schemeClr val="dk1"/>
              </a:solidFill>
            </a:endParaRPr>
          </a:p>
        </p:txBody>
      </p:sp>
      <p:pic>
        <p:nvPicPr>
          <p:cNvPr id="558" name="Google Shape;558;p54"/>
          <p:cNvPicPr preferRelativeResize="0"/>
          <p:nvPr/>
        </p:nvPicPr>
        <p:blipFill rotWithShape="1">
          <a:blip r:embed="rId3">
            <a:alphaModFix/>
          </a:blip>
          <a:srcRect b="0" l="0" r="0" t="0"/>
          <a:stretch/>
        </p:blipFill>
        <p:spPr>
          <a:xfrm>
            <a:off x="4362709" y="2177160"/>
            <a:ext cx="3146306" cy="1541985"/>
          </a:xfrm>
          <a:prstGeom prst="rect">
            <a:avLst/>
          </a:prstGeom>
          <a:noFill/>
          <a:ln>
            <a:noFill/>
          </a:ln>
        </p:spPr>
      </p:pic>
      <p:pic>
        <p:nvPicPr>
          <p:cNvPr id="559" name="Google Shape;559;p54"/>
          <p:cNvPicPr preferRelativeResize="0"/>
          <p:nvPr/>
        </p:nvPicPr>
        <p:blipFill rotWithShape="1">
          <a:blip r:embed="rId4">
            <a:alphaModFix/>
          </a:blip>
          <a:srcRect b="0" l="0" r="0" t="0"/>
          <a:stretch/>
        </p:blipFill>
        <p:spPr>
          <a:xfrm>
            <a:off x="2479524" y="4141750"/>
            <a:ext cx="3816545" cy="1816193"/>
          </a:xfrm>
          <a:prstGeom prst="rect">
            <a:avLst/>
          </a:prstGeom>
          <a:noFill/>
          <a:ln>
            <a:noFill/>
          </a:ln>
        </p:spPr>
      </p:pic>
      <p:pic>
        <p:nvPicPr>
          <p:cNvPr id="560" name="Google Shape;560;p54"/>
          <p:cNvPicPr preferRelativeResize="0"/>
          <p:nvPr/>
        </p:nvPicPr>
        <p:blipFill rotWithShape="1">
          <a:blip r:embed="rId5">
            <a:alphaModFix/>
          </a:blip>
          <a:srcRect b="0" l="0" r="0" t="0"/>
          <a:stretch/>
        </p:blipFill>
        <p:spPr>
          <a:xfrm>
            <a:off x="6817461" y="4208272"/>
            <a:ext cx="2333313" cy="1702884"/>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4" name="Shape 564"/>
        <p:cNvGrpSpPr/>
        <p:nvPr/>
      </p:nvGrpSpPr>
      <p:grpSpPr>
        <a:xfrm>
          <a:off x="0" y="0"/>
          <a:ext cx="0" cy="0"/>
          <a:chOff x="0" y="0"/>
          <a:chExt cx="0" cy="0"/>
        </a:xfrm>
      </p:grpSpPr>
      <p:pic>
        <p:nvPicPr>
          <p:cNvPr id="565" name="Google Shape;565;p55"/>
          <p:cNvPicPr preferRelativeResize="0"/>
          <p:nvPr/>
        </p:nvPicPr>
        <p:blipFill rotWithShape="1">
          <a:blip r:embed="rId3">
            <a:alphaModFix/>
          </a:blip>
          <a:srcRect b="0" l="0" r="0" t="0"/>
          <a:stretch/>
        </p:blipFill>
        <p:spPr>
          <a:xfrm>
            <a:off x="1028865" y="1414416"/>
            <a:ext cx="2034119" cy="1266757"/>
          </a:xfrm>
          <a:prstGeom prst="rect">
            <a:avLst/>
          </a:prstGeom>
          <a:noFill/>
          <a:ln>
            <a:noFill/>
          </a:ln>
        </p:spPr>
      </p:pic>
      <p:sp>
        <p:nvSpPr>
          <p:cNvPr id="566" name="Google Shape;566;p55"/>
          <p:cNvSpPr txBox="1"/>
          <p:nvPr/>
        </p:nvSpPr>
        <p:spPr>
          <a:xfrm>
            <a:off x="1161995" y="805538"/>
            <a:ext cx="5566200" cy="3693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it-IT" sz="1800">
                <a:solidFill>
                  <a:schemeClr val="dk1"/>
                </a:solidFill>
                <a:latin typeface="Garamond"/>
                <a:ea typeface="Garamond"/>
                <a:cs typeface="Garamond"/>
                <a:sym typeface="Garamond"/>
              </a:rPr>
              <a:t>Aumentiamo la frequenza:</a:t>
            </a:r>
            <a:endParaRPr/>
          </a:p>
        </p:txBody>
      </p:sp>
      <p:sp>
        <p:nvSpPr>
          <p:cNvPr id="567" name="Google Shape;567;p55"/>
          <p:cNvSpPr txBox="1"/>
          <p:nvPr/>
        </p:nvSpPr>
        <p:spPr>
          <a:xfrm>
            <a:off x="3180425" y="1365625"/>
            <a:ext cx="97848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it-IT"/>
              <a:t>In questa prova, invece, il segnale ha un periodo di:</a:t>
            </a:r>
            <a:endParaRPr/>
          </a:p>
        </p:txBody>
      </p:sp>
      <p:pic>
        <p:nvPicPr>
          <p:cNvPr id="568" name="Google Shape;568;p55"/>
          <p:cNvPicPr preferRelativeResize="0"/>
          <p:nvPr/>
        </p:nvPicPr>
        <p:blipFill>
          <a:blip r:embed="rId4">
            <a:alphaModFix/>
          </a:blip>
          <a:stretch>
            <a:fillRect/>
          </a:stretch>
        </p:blipFill>
        <p:spPr>
          <a:xfrm>
            <a:off x="7220050" y="1053450"/>
            <a:ext cx="1612500" cy="1401525"/>
          </a:xfrm>
          <a:prstGeom prst="rect">
            <a:avLst/>
          </a:prstGeom>
          <a:noFill/>
          <a:ln>
            <a:noFill/>
          </a:ln>
        </p:spPr>
      </p:pic>
      <p:sp>
        <p:nvSpPr>
          <p:cNvPr id="569" name="Google Shape;569;p55"/>
          <p:cNvSpPr txBox="1"/>
          <p:nvPr/>
        </p:nvSpPr>
        <p:spPr>
          <a:xfrm>
            <a:off x="1473450" y="2946850"/>
            <a:ext cx="9677100" cy="28962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lang="it-IT" sz="1100">
                <a:solidFill>
                  <a:schemeClr val="dk1"/>
                </a:solidFill>
              </a:rPr>
              <a:t>Siamo quindi a una frequenza molto alta, circa </a:t>
            </a:r>
            <a:r>
              <a:rPr b="1" lang="it-IT" sz="1100">
                <a:solidFill>
                  <a:schemeClr val="dk1"/>
                </a:solidFill>
              </a:rPr>
              <a:t>10 MHz</a:t>
            </a:r>
            <a:r>
              <a:rPr lang="it-IT" sz="1100">
                <a:solidFill>
                  <a:schemeClr val="dk1"/>
                </a:solidFill>
              </a:rPr>
              <a:t>.</a:t>
            </a:r>
            <a:endParaRPr sz="1100">
              <a:solidFill>
                <a:schemeClr val="dk1"/>
              </a:solidFill>
            </a:endParaRPr>
          </a:p>
          <a:p>
            <a:pPr indent="0" lvl="0" marL="0" rtl="0" algn="l">
              <a:lnSpc>
                <a:spcPct val="115000"/>
              </a:lnSpc>
              <a:spcBef>
                <a:spcPts val="1200"/>
              </a:spcBef>
              <a:spcAft>
                <a:spcPts val="0"/>
              </a:spcAft>
              <a:buNone/>
            </a:pPr>
            <a:r>
              <a:rPr lang="it-IT" sz="1100">
                <a:solidFill>
                  <a:schemeClr val="dk1"/>
                </a:solidFill>
              </a:rPr>
              <a:t>Questa frequenza è vicina alla zona in cui i parassiti del condensatore iniziano a diventare importanti, soprattutto l’induttanza parassita </a:t>
            </a:r>
            <a:r>
              <a:rPr b="1" lang="it-IT" sz="1100">
                <a:solidFill>
                  <a:schemeClr val="dk1"/>
                </a:solidFill>
              </a:rPr>
              <a:t>ESL</a:t>
            </a:r>
            <a:r>
              <a:rPr lang="it-IT" sz="1100">
                <a:solidFill>
                  <a:schemeClr val="dk1"/>
                </a:solidFill>
              </a:rPr>
              <a:t>.</a:t>
            </a:r>
            <a:endParaRPr sz="1100">
              <a:solidFill>
                <a:schemeClr val="dk1"/>
              </a:solidFill>
            </a:endParaRPr>
          </a:p>
          <a:p>
            <a:pPr indent="0" lvl="0" marL="0" rtl="0" algn="l">
              <a:lnSpc>
                <a:spcPct val="115000"/>
              </a:lnSpc>
              <a:spcBef>
                <a:spcPts val="1200"/>
              </a:spcBef>
              <a:spcAft>
                <a:spcPts val="0"/>
              </a:spcAft>
              <a:buNone/>
            </a:pPr>
            <a:r>
              <a:t/>
            </a:r>
            <a:endParaRPr sz="1100">
              <a:solidFill>
                <a:schemeClr val="dk1"/>
              </a:solidFill>
            </a:endParaRPr>
          </a:p>
          <a:p>
            <a:pPr indent="0" lvl="0" marL="0" rtl="0" algn="l">
              <a:lnSpc>
                <a:spcPct val="115000"/>
              </a:lnSpc>
              <a:spcBef>
                <a:spcPts val="1400"/>
              </a:spcBef>
              <a:spcAft>
                <a:spcPts val="0"/>
              </a:spcAft>
              <a:buNone/>
            </a:pPr>
            <a:r>
              <a:rPr b="1" lang="it-IT" sz="1300">
                <a:solidFill>
                  <a:schemeClr val="dk1"/>
                </a:solidFill>
              </a:rPr>
              <a:t>Lettura del grafico</a:t>
            </a:r>
            <a:endParaRPr b="1" sz="1300">
              <a:solidFill>
                <a:schemeClr val="dk1"/>
              </a:solidFill>
            </a:endParaRPr>
          </a:p>
          <a:p>
            <a:pPr indent="0" lvl="0" marL="0" rtl="0" algn="l">
              <a:lnSpc>
                <a:spcPct val="115000"/>
              </a:lnSpc>
              <a:spcBef>
                <a:spcPts val="1200"/>
              </a:spcBef>
              <a:spcAft>
                <a:spcPts val="0"/>
              </a:spcAft>
              <a:buNone/>
            </a:pPr>
            <a:r>
              <a:rPr lang="it-IT" sz="1100">
                <a:solidFill>
                  <a:schemeClr val="dk1"/>
                </a:solidFill>
              </a:rPr>
              <a:t>Nel grafico il segnale rosso rappresenta l’ingresso, cioè il gradino applicato al circuito.</a:t>
            </a:r>
            <a:endParaRPr sz="1100">
              <a:solidFill>
                <a:schemeClr val="dk1"/>
              </a:solidFill>
            </a:endParaRPr>
          </a:p>
          <a:p>
            <a:pPr indent="0" lvl="0" marL="0" rtl="0" algn="l">
              <a:lnSpc>
                <a:spcPct val="115000"/>
              </a:lnSpc>
              <a:spcBef>
                <a:spcPts val="1200"/>
              </a:spcBef>
              <a:spcAft>
                <a:spcPts val="0"/>
              </a:spcAft>
              <a:buNone/>
            </a:pPr>
            <a:r>
              <a:rPr lang="it-IT" sz="1100">
                <a:solidFill>
                  <a:schemeClr val="dk1"/>
                </a:solidFill>
              </a:rPr>
              <a:t>La curva </a:t>
            </a:r>
            <a:r>
              <a:rPr b="1" lang="it-IT" sz="1100">
                <a:solidFill>
                  <a:schemeClr val="dk1"/>
                </a:solidFill>
              </a:rPr>
              <a:t>verde</a:t>
            </a:r>
            <a:r>
              <a:rPr lang="it-IT" sz="1100">
                <a:solidFill>
                  <a:schemeClr val="dk1"/>
                </a:solidFill>
              </a:rPr>
              <a:t> rappresenta la risposta del condensatore senza parassiti. Anche in questo caso si vede che il condensatore non riesce a caricarsi e scaricarsi correttamente: la frequenza è troppo alta rispetto alla costante di tempo del circuito, quindi il condensatore non ha abbastanza tempo per completare il transitorio.</a:t>
            </a:r>
            <a:endParaRPr sz="1100">
              <a:solidFill>
                <a:schemeClr val="dk1"/>
              </a:solidFill>
            </a:endParaRPr>
          </a:p>
          <a:p>
            <a:pPr indent="0" lvl="0" marL="0" rtl="0" algn="l">
              <a:lnSpc>
                <a:spcPct val="115000"/>
              </a:lnSpc>
              <a:spcBef>
                <a:spcPts val="1200"/>
              </a:spcBef>
              <a:spcAft>
                <a:spcPts val="1200"/>
              </a:spcAft>
              <a:buNone/>
            </a:pPr>
            <a:r>
              <a:rPr lang="it-IT" sz="1100">
                <a:solidFill>
                  <a:schemeClr val="dk1"/>
                </a:solidFill>
              </a:rPr>
              <a:t>La curva </a:t>
            </a:r>
            <a:r>
              <a:rPr b="1" lang="it-IT" sz="1100">
                <a:solidFill>
                  <a:schemeClr val="dk1"/>
                </a:solidFill>
              </a:rPr>
              <a:t>blu</a:t>
            </a:r>
            <a:r>
              <a:rPr lang="it-IT" sz="1100">
                <a:solidFill>
                  <a:schemeClr val="dk1"/>
                </a:solidFill>
              </a:rPr>
              <a:t> rappresenta invece la tensione sul condensatore con parassiti. Qui compaiono picchi molto stretti in corrispondenza dei fronti del segnale, cioè quando l’ingresso passa da basso ad alto o da alto a basso.</a:t>
            </a:r>
            <a:endParaRPr sz="1100">
              <a:solidFill>
                <a:schemeClr val="dk1"/>
              </a:solidFill>
            </a:endParaRPr>
          </a:p>
        </p:txBody>
      </p:sp>
      <p:pic>
        <p:nvPicPr>
          <p:cNvPr id="570" name="Google Shape;570;p55"/>
          <p:cNvPicPr preferRelativeResize="0"/>
          <p:nvPr/>
        </p:nvPicPr>
        <p:blipFill rotWithShape="1">
          <a:blip r:embed="rId5">
            <a:alphaModFix/>
          </a:blip>
          <a:srcRect b="0" l="0" r="0" t="0"/>
          <a:stretch/>
        </p:blipFill>
        <p:spPr>
          <a:xfrm>
            <a:off x="8526925" y="3581625"/>
            <a:ext cx="2419922" cy="1186000"/>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5" name="Shape 575"/>
        <p:cNvGrpSpPr/>
        <p:nvPr/>
      </p:nvGrpSpPr>
      <p:grpSpPr>
        <a:xfrm>
          <a:off x="0" y="0"/>
          <a:ext cx="0" cy="0"/>
          <a:chOff x="0" y="0"/>
          <a:chExt cx="0" cy="0"/>
        </a:xfrm>
      </p:grpSpPr>
      <p:pic>
        <p:nvPicPr>
          <p:cNvPr id="576" name="Google Shape;576;p56"/>
          <p:cNvPicPr preferRelativeResize="0"/>
          <p:nvPr/>
        </p:nvPicPr>
        <p:blipFill rotWithShape="1">
          <a:blip r:embed="rId3">
            <a:alphaModFix/>
          </a:blip>
          <a:srcRect b="0" l="0" r="0" t="0"/>
          <a:stretch/>
        </p:blipFill>
        <p:spPr>
          <a:xfrm>
            <a:off x="7640625" y="2660775"/>
            <a:ext cx="3818223" cy="1871292"/>
          </a:xfrm>
          <a:prstGeom prst="rect">
            <a:avLst/>
          </a:prstGeom>
          <a:noFill/>
          <a:ln>
            <a:noFill/>
          </a:ln>
        </p:spPr>
      </p:pic>
      <p:sp>
        <p:nvSpPr>
          <p:cNvPr id="577" name="Google Shape;577;p56"/>
          <p:cNvSpPr txBox="1"/>
          <p:nvPr/>
        </p:nvSpPr>
        <p:spPr>
          <a:xfrm>
            <a:off x="1042175" y="658850"/>
            <a:ext cx="8329500" cy="9327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400"/>
              </a:spcBef>
              <a:spcAft>
                <a:spcPts val="0"/>
              </a:spcAft>
              <a:buNone/>
            </a:pPr>
            <a:r>
              <a:rPr b="1" lang="it-IT" sz="1300">
                <a:solidFill>
                  <a:schemeClr val="dk1"/>
                </a:solidFill>
              </a:rPr>
              <a:t>Perché compaiono i picchi blu</a:t>
            </a:r>
            <a:endParaRPr b="1" sz="1300">
              <a:solidFill>
                <a:schemeClr val="dk1"/>
              </a:solidFill>
            </a:endParaRPr>
          </a:p>
          <a:p>
            <a:pPr indent="0" lvl="0" marL="0" rtl="0" algn="l">
              <a:lnSpc>
                <a:spcPct val="115000"/>
              </a:lnSpc>
              <a:spcBef>
                <a:spcPts val="1200"/>
              </a:spcBef>
              <a:spcAft>
                <a:spcPts val="1200"/>
              </a:spcAft>
              <a:buNone/>
            </a:pPr>
            <a:r>
              <a:rPr lang="it-IT" sz="1100">
                <a:solidFill>
                  <a:schemeClr val="dk1"/>
                </a:solidFill>
              </a:rPr>
              <a:t>I picchi della curva </a:t>
            </a:r>
            <a:r>
              <a:rPr b="1" lang="it-IT" sz="1100">
                <a:solidFill>
                  <a:schemeClr val="dk1"/>
                </a:solidFill>
              </a:rPr>
              <a:t>blu</a:t>
            </a:r>
            <a:r>
              <a:rPr lang="it-IT" sz="1100">
                <a:solidFill>
                  <a:schemeClr val="dk1"/>
                </a:solidFill>
              </a:rPr>
              <a:t> sono dovuti al comportamento reale del condensatore. A frequenze così elevate, il condensatore non si comporta più solo come una capacità ideale, ma risente della sua induttanza parassita:</a:t>
            </a:r>
            <a:endParaRPr sz="1100">
              <a:solidFill>
                <a:schemeClr val="dk1"/>
              </a:solidFill>
            </a:endParaRPr>
          </a:p>
        </p:txBody>
      </p:sp>
      <p:pic>
        <p:nvPicPr>
          <p:cNvPr id="578" name="Google Shape;578;p56"/>
          <p:cNvPicPr preferRelativeResize="0"/>
          <p:nvPr/>
        </p:nvPicPr>
        <p:blipFill>
          <a:blip r:embed="rId4">
            <a:alphaModFix/>
          </a:blip>
          <a:stretch>
            <a:fillRect/>
          </a:stretch>
        </p:blipFill>
        <p:spPr>
          <a:xfrm>
            <a:off x="5219525" y="1360625"/>
            <a:ext cx="542925" cy="381000"/>
          </a:xfrm>
          <a:prstGeom prst="rect">
            <a:avLst/>
          </a:prstGeom>
          <a:noFill/>
          <a:ln>
            <a:noFill/>
          </a:ln>
        </p:spPr>
      </p:pic>
      <p:sp>
        <p:nvSpPr>
          <p:cNvPr id="579" name="Google Shape;579;p56"/>
          <p:cNvSpPr txBox="1"/>
          <p:nvPr/>
        </p:nvSpPr>
        <p:spPr>
          <a:xfrm>
            <a:off x="1042175" y="1934625"/>
            <a:ext cx="6903900" cy="39831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lang="it-IT" sz="1100">
                <a:solidFill>
                  <a:schemeClr val="dk1"/>
                </a:solidFill>
              </a:rPr>
              <a:t>L’insieme tra capacità ed induttanza parassita può generare piccoli effetti di risonanza o sovraelongazione nei fronti rapidi.</a:t>
            </a:r>
            <a:endParaRPr sz="1100">
              <a:solidFill>
                <a:schemeClr val="dk1"/>
              </a:solidFill>
            </a:endParaRPr>
          </a:p>
          <a:p>
            <a:pPr indent="0" lvl="0" marL="0" rtl="0" algn="l">
              <a:lnSpc>
                <a:spcPct val="115000"/>
              </a:lnSpc>
              <a:spcBef>
                <a:spcPts val="1200"/>
              </a:spcBef>
              <a:spcAft>
                <a:spcPts val="0"/>
              </a:spcAft>
              <a:buNone/>
            </a:pPr>
            <a:r>
              <a:rPr lang="it-IT" sz="1100">
                <a:solidFill>
                  <a:schemeClr val="dk1"/>
                </a:solidFill>
              </a:rPr>
              <a:t>Per questo, quando il segnale rosso cambia stato molto velocemente, il condensatore reale produce una risposta impulsiva visibile come picco sulla curva blu.</a:t>
            </a:r>
            <a:endParaRPr sz="1100">
              <a:solidFill>
                <a:schemeClr val="dk1"/>
              </a:solidFill>
            </a:endParaRPr>
          </a:p>
          <a:p>
            <a:pPr indent="0" lvl="0" marL="0" rtl="0" algn="l">
              <a:lnSpc>
                <a:spcPct val="115000"/>
              </a:lnSpc>
              <a:spcBef>
                <a:spcPts val="1200"/>
              </a:spcBef>
              <a:spcAft>
                <a:spcPts val="0"/>
              </a:spcAft>
              <a:buNone/>
            </a:pPr>
            <a:r>
              <a:t/>
            </a:r>
            <a:endParaRPr sz="1100">
              <a:solidFill>
                <a:schemeClr val="dk1"/>
              </a:solidFill>
            </a:endParaRPr>
          </a:p>
          <a:p>
            <a:pPr indent="0" lvl="0" marL="0" rtl="0" algn="l">
              <a:lnSpc>
                <a:spcPct val="115000"/>
              </a:lnSpc>
              <a:spcBef>
                <a:spcPts val="1400"/>
              </a:spcBef>
              <a:spcAft>
                <a:spcPts val="0"/>
              </a:spcAft>
              <a:buNone/>
            </a:pPr>
            <a:r>
              <a:rPr b="1" lang="it-IT" sz="1300">
                <a:solidFill>
                  <a:schemeClr val="dk1"/>
                </a:solidFill>
              </a:rPr>
              <a:t>Conclusione</a:t>
            </a:r>
            <a:endParaRPr b="1" sz="1300">
              <a:solidFill>
                <a:schemeClr val="dk1"/>
              </a:solidFill>
            </a:endParaRPr>
          </a:p>
          <a:p>
            <a:pPr indent="0" lvl="0" marL="0" rtl="0" algn="l">
              <a:lnSpc>
                <a:spcPct val="115000"/>
              </a:lnSpc>
              <a:spcBef>
                <a:spcPts val="1200"/>
              </a:spcBef>
              <a:spcAft>
                <a:spcPts val="0"/>
              </a:spcAft>
              <a:buNone/>
            </a:pPr>
            <a:r>
              <a:rPr lang="it-IT" sz="1100">
                <a:solidFill>
                  <a:schemeClr val="dk1"/>
                </a:solidFill>
              </a:rPr>
              <a:t>A </a:t>
            </a:r>
            <a:r>
              <a:rPr b="1" lang="it-IT" sz="1100">
                <a:solidFill>
                  <a:schemeClr val="dk1"/>
                </a:solidFill>
              </a:rPr>
              <a:t>10 kHz</a:t>
            </a:r>
            <a:r>
              <a:rPr lang="it-IT" sz="1100">
                <a:solidFill>
                  <a:schemeClr val="dk1"/>
                </a:solidFill>
              </a:rPr>
              <a:t> il comportamento del condensatore con parassiti era praticamente identico a quello ideale. A </a:t>
            </a:r>
            <a:r>
              <a:rPr b="1" lang="it-IT" sz="1100">
                <a:solidFill>
                  <a:schemeClr val="dk1"/>
                </a:solidFill>
              </a:rPr>
              <a:t>10 MHz</a:t>
            </a:r>
            <a:r>
              <a:rPr lang="it-IT" sz="1100">
                <a:solidFill>
                  <a:schemeClr val="dk1"/>
                </a:solidFill>
              </a:rPr>
              <a:t>, invece, la frequenza è così alta che il circuito entra in una zona critica.</a:t>
            </a:r>
            <a:endParaRPr sz="1100">
              <a:solidFill>
                <a:schemeClr val="dk1"/>
              </a:solidFill>
            </a:endParaRPr>
          </a:p>
          <a:p>
            <a:pPr indent="0" lvl="0" marL="0" rtl="0" algn="l">
              <a:lnSpc>
                <a:spcPct val="115000"/>
              </a:lnSpc>
              <a:spcBef>
                <a:spcPts val="1200"/>
              </a:spcBef>
              <a:spcAft>
                <a:spcPts val="0"/>
              </a:spcAft>
              <a:buNone/>
            </a:pPr>
            <a:r>
              <a:rPr lang="it-IT" sz="1100">
                <a:solidFill>
                  <a:schemeClr val="dk1"/>
                </a:solidFill>
              </a:rPr>
              <a:t>In questa condizione si osservano due effetti:</a:t>
            </a:r>
            <a:endParaRPr sz="1100">
              <a:solidFill>
                <a:schemeClr val="dk1"/>
              </a:solidFill>
            </a:endParaRPr>
          </a:p>
          <a:p>
            <a:pPr indent="0" lvl="0" marL="0" rtl="0" algn="l">
              <a:lnSpc>
                <a:spcPct val="115000"/>
              </a:lnSpc>
              <a:spcBef>
                <a:spcPts val="1200"/>
              </a:spcBef>
              <a:spcAft>
                <a:spcPts val="0"/>
              </a:spcAft>
              <a:buNone/>
            </a:pPr>
            <a:r>
              <a:rPr lang="it-IT" sz="1100">
                <a:solidFill>
                  <a:schemeClr val="dk1"/>
                </a:solidFill>
              </a:rPr>
              <a:t>il condensatore ideale, curva </a:t>
            </a:r>
            <a:r>
              <a:rPr b="1" lang="it-IT" sz="1100">
                <a:solidFill>
                  <a:schemeClr val="dk1"/>
                </a:solidFill>
              </a:rPr>
              <a:t>verde</a:t>
            </a:r>
            <a:r>
              <a:rPr lang="it-IT" sz="1100">
                <a:solidFill>
                  <a:schemeClr val="dk1"/>
                </a:solidFill>
              </a:rPr>
              <a:t>, non riesce comunque a completare la carica e scarica;</a:t>
            </a:r>
            <a:endParaRPr sz="1100">
              <a:solidFill>
                <a:schemeClr val="dk1"/>
              </a:solidFill>
            </a:endParaRPr>
          </a:p>
          <a:p>
            <a:pPr indent="0" lvl="0" marL="0" rtl="0" algn="l">
              <a:lnSpc>
                <a:spcPct val="115000"/>
              </a:lnSpc>
              <a:spcBef>
                <a:spcPts val="1200"/>
              </a:spcBef>
              <a:spcAft>
                <a:spcPts val="0"/>
              </a:spcAft>
              <a:buNone/>
            </a:pPr>
            <a:r>
              <a:rPr lang="it-IT" sz="1100">
                <a:solidFill>
                  <a:schemeClr val="dk1"/>
                </a:solidFill>
              </a:rPr>
              <a:t>il condensatore reale, curva </a:t>
            </a:r>
            <a:r>
              <a:rPr b="1" lang="it-IT" sz="1100">
                <a:solidFill>
                  <a:schemeClr val="dk1"/>
                </a:solidFill>
              </a:rPr>
              <a:t>blu</a:t>
            </a:r>
            <a:r>
              <a:rPr lang="it-IT" sz="1100">
                <a:solidFill>
                  <a:schemeClr val="dk1"/>
                </a:solidFill>
              </a:rPr>
              <a:t>, mostra in più picchi sui fronti dovuti ai parassiti.</a:t>
            </a:r>
            <a:endParaRPr sz="1100">
              <a:solidFill>
                <a:schemeClr val="dk1"/>
              </a:solidFill>
            </a:endParaRPr>
          </a:p>
          <a:p>
            <a:pPr indent="0" lvl="0" marL="0" rtl="0" algn="l">
              <a:lnSpc>
                <a:spcPct val="115000"/>
              </a:lnSpc>
              <a:spcBef>
                <a:spcPts val="1200"/>
              </a:spcBef>
              <a:spcAft>
                <a:spcPts val="1200"/>
              </a:spcAft>
              <a:buNone/>
            </a:pPr>
            <a:r>
              <a:rPr lang="it-IT" sz="1100">
                <a:solidFill>
                  <a:schemeClr val="dk1"/>
                </a:solidFill>
              </a:rPr>
              <a:t>Quindi il risultato conferma che i parassiti del condensatore sono trascurabili alle basse frequenze, ma diventano visibili quando il segnale contiene fronti molto rapidi e frequenze dell’ordine dei </a:t>
            </a:r>
            <a:r>
              <a:rPr b="1" lang="it-IT" sz="1100">
                <a:solidFill>
                  <a:schemeClr val="dk1"/>
                </a:solidFill>
              </a:rPr>
              <a:t>MHz</a:t>
            </a:r>
            <a:r>
              <a:rPr lang="it-IT" sz="1100">
                <a:solidFill>
                  <a:schemeClr val="dk1"/>
                </a:solidFill>
              </a:rPr>
              <a:t>.</a:t>
            </a:r>
            <a:endParaRPr sz="1100">
              <a:solidFill>
                <a:schemeClr val="dk1"/>
              </a:solidFill>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4" name="Shape 584"/>
        <p:cNvGrpSpPr/>
        <p:nvPr/>
      </p:nvGrpSpPr>
      <p:grpSpPr>
        <a:xfrm>
          <a:off x="0" y="0"/>
          <a:ext cx="0" cy="0"/>
          <a:chOff x="0" y="0"/>
          <a:chExt cx="0" cy="0"/>
        </a:xfrm>
      </p:grpSpPr>
      <p:sp>
        <p:nvSpPr>
          <p:cNvPr id="585" name="Google Shape;585;p57"/>
          <p:cNvSpPr txBox="1"/>
          <p:nvPr/>
        </p:nvSpPr>
        <p:spPr>
          <a:xfrm>
            <a:off x="999500" y="1588500"/>
            <a:ext cx="10498500" cy="24573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1200"/>
              </a:spcBef>
              <a:spcAft>
                <a:spcPts val="0"/>
              </a:spcAft>
              <a:buClr>
                <a:schemeClr val="dk1"/>
              </a:buClr>
              <a:buSzPts val="1300"/>
              <a:buFont typeface="Libre Franklin"/>
              <a:buNone/>
            </a:pPr>
            <a:r>
              <a:rPr lang="it-IT" sz="1300">
                <a:solidFill>
                  <a:schemeClr val="dk1"/>
                </a:solidFill>
                <a:latin typeface="Libre Franklin"/>
                <a:ea typeface="Libre Franklin"/>
                <a:cs typeface="Libre Franklin"/>
                <a:sym typeface="Libre Franklin"/>
              </a:rPr>
              <a:t>In questa slide si confronta la risposta del filtro passa-alto quando al nodo outRC vengono collegati due carichi resistivi da 10 kΩ: uno in serie e uno in parallelo verso massa.</a:t>
            </a:r>
            <a:endParaRPr sz="1300">
              <a:solidFill>
                <a:schemeClr val="dk1"/>
              </a:solidFill>
              <a:latin typeface="Libre Franklin"/>
              <a:ea typeface="Libre Franklin"/>
              <a:cs typeface="Libre Franklin"/>
              <a:sym typeface="Libre Franklin"/>
            </a:endParaRPr>
          </a:p>
          <a:p>
            <a:pPr indent="0" lvl="0" marL="0" marR="0" rtl="0" algn="l">
              <a:lnSpc>
                <a:spcPct val="115000"/>
              </a:lnSpc>
              <a:spcBef>
                <a:spcPts val="1200"/>
              </a:spcBef>
              <a:spcAft>
                <a:spcPts val="0"/>
              </a:spcAft>
              <a:buClr>
                <a:schemeClr val="dk1"/>
              </a:buClr>
              <a:buSzPts val="1300"/>
              <a:buFont typeface="Libre Franklin"/>
              <a:buNone/>
            </a:pPr>
            <a:r>
              <a:rPr lang="it-IT" sz="1300">
                <a:solidFill>
                  <a:schemeClr val="dk1"/>
                </a:solidFill>
                <a:latin typeface="Libre Franklin"/>
                <a:ea typeface="Libre Franklin"/>
                <a:cs typeface="Libre Franklin"/>
                <a:sym typeface="Libre Franklin"/>
              </a:rPr>
              <a:t>Nel grafico di Bode la curva verde rappresenta V(outRC), cioè l’uscita originale del filtro. La curva rossa rappresenta V(outSerie), ottenuta con il carico in serie, mentre la curva blu rappresenta V(outParallelo), ottenuta con il carico in parallelo.</a:t>
            </a:r>
            <a:endParaRPr sz="1300">
              <a:solidFill>
                <a:schemeClr val="dk1"/>
              </a:solidFill>
              <a:latin typeface="Libre Franklin"/>
              <a:ea typeface="Libre Franklin"/>
              <a:cs typeface="Libre Franklin"/>
              <a:sym typeface="Libre Franklin"/>
            </a:endParaRPr>
          </a:p>
          <a:p>
            <a:pPr indent="0" lvl="0" marL="0" marR="0" rtl="0" algn="l">
              <a:lnSpc>
                <a:spcPct val="115000"/>
              </a:lnSpc>
              <a:spcBef>
                <a:spcPts val="1200"/>
              </a:spcBef>
              <a:spcAft>
                <a:spcPts val="0"/>
              </a:spcAft>
              <a:buClr>
                <a:schemeClr val="dk1"/>
              </a:buClr>
              <a:buSzPts val="1300"/>
              <a:buFont typeface="Libre Franklin"/>
              <a:buNone/>
            </a:pPr>
            <a:r>
              <a:rPr lang="it-IT" sz="1300">
                <a:solidFill>
                  <a:schemeClr val="dk1"/>
                </a:solidFill>
                <a:latin typeface="Libre Franklin"/>
                <a:ea typeface="Libre Franklin"/>
                <a:cs typeface="Libre Franklin"/>
                <a:sym typeface="Libre Franklin"/>
              </a:rPr>
              <a:t>Tutte le curve mantengono il comportamento da filtro passa-alto: alle basse frequenze il segnale è attenuato, mentre alle alte frequenze il guadagno tende a 0 dB.</a:t>
            </a:r>
            <a:endParaRPr sz="1300">
              <a:solidFill>
                <a:schemeClr val="dk1"/>
              </a:solidFill>
              <a:latin typeface="Libre Franklin"/>
              <a:ea typeface="Libre Franklin"/>
              <a:cs typeface="Libre Franklin"/>
              <a:sym typeface="Libre Franklin"/>
            </a:endParaRPr>
          </a:p>
          <a:p>
            <a:pPr indent="0" lvl="0" marL="0" marR="0" rtl="0" algn="l">
              <a:lnSpc>
                <a:spcPct val="115000"/>
              </a:lnSpc>
              <a:spcBef>
                <a:spcPts val="1200"/>
              </a:spcBef>
              <a:spcAft>
                <a:spcPts val="1200"/>
              </a:spcAft>
              <a:buClr>
                <a:schemeClr val="dk1"/>
              </a:buClr>
              <a:buSzPts val="1300"/>
              <a:buFont typeface="Libre Franklin"/>
              <a:buNone/>
            </a:pPr>
            <a:r>
              <a:rPr lang="it-IT" sz="1300">
                <a:solidFill>
                  <a:schemeClr val="dk1"/>
                </a:solidFill>
                <a:latin typeface="Libre Franklin"/>
                <a:ea typeface="Libre Franklin"/>
                <a:cs typeface="Libre Franklin"/>
                <a:sym typeface="Libre Franklin"/>
              </a:rPr>
              <a:t>Il carico in parallelo modifica maggiormente la risposta perché cambia la resistenza equivalente vista dal condensatore, influenzando quindi la frequenza di taglio</a:t>
            </a:r>
            <a:endParaRPr sz="1300">
              <a:solidFill>
                <a:schemeClr val="dk1"/>
              </a:solidFill>
              <a:latin typeface="Libre Franklin"/>
              <a:ea typeface="Libre Franklin"/>
              <a:cs typeface="Libre Franklin"/>
              <a:sym typeface="Libre Franklin"/>
            </a:endParaRPr>
          </a:p>
        </p:txBody>
      </p:sp>
      <p:sp>
        <p:nvSpPr>
          <p:cNvPr id="586" name="Google Shape;586;p57"/>
          <p:cNvSpPr txBox="1"/>
          <p:nvPr/>
        </p:nvSpPr>
        <p:spPr>
          <a:xfrm>
            <a:off x="1355275" y="756125"/>
            <a:ext cx="7758300" cy="569400"/>
          </a:xfrm>
          <a:prstGeom prst="rect">
            <a:avLst/>
          </a:prstGeom>
          <a:noFill/>
          <a:ln>
            <a:noFill/>
          </a:ln>
        </p:spPr>
        <p:txBody>
          <a:bodyPr anchorCtr="0" anchor="t" bIns="91425" lIns="91425" spcFirstLastPara="1" rIns="91425" wrap="square" tIns="91425">
            <a:spAutoFit/>
          </a:bodyPr>
          <a:lstStyle/>
          <a:p>
            <a:pPr indent="0" lvl="0" marL="0" marR="0" rtl="0" algn="l">
              <a:spcBef>
                <a:spcPts val="0"/>
              </a:spcBef>
              <a:spcAft>
                <a:spcPts val="0"/>
              </a:spcAft>
              <a:buClr>
                <a:srgbClr val="073763"/>
              </a:buClr>
              <a:buSzPts val="2500"/>
              <a:buFont typeface="Libre Franklin SemiBold"/>
              <a:buNone/>
            </a:pPr>
            <a:r>
              <a:rPr lang="it-IT" sz="2500">
                <a:solidFill>
                  <a:srgbClr val="073763"/>
                </a:solidFill>
                <a:latin typeface="Libre Franklin SemiBold"/>
                <a:ea typeface="Libre Franklin SemiBold"/>
                <a:cs typeface="Libre Franklin SemiBold"/>
                <a:sym typeface="Libre Franklin SemiBold"/>
              </a:rPr>
              <a:t>Confronto tra carico in serie e in parallelo</a:t>
            </a:r>
            <a:endParaRPr sz="2500">
              <a:solidFill>
                <a:srgbClr val="073763"/>
              </a:solidFill>
              <a:latin typeface="Libre Franklin SemiBold"/>
              <a:ea typeface="Libre Franklin SemiBold"/>
              <a:cs typeface="Libre Franklin SemiBold"/>
              <a:sym typeface="Libre Franklin SemiBold"/>
            </a:endParaRPr>
          </a:p>
        </p:txBody>
      </p:sp>
      <p:sp>
        <p:nvSpPr>
          <p:cNvPr id="587" name="Google Shape;587;p57"/>
          <p:cNvSpPr txBox="1"/>
          <p:nvPr/>
        </p:nvSpPr>
        <p:spPr>
          <a:xfrm>
            <a:off x="1070100" y="4221550"/>
            <a:ext cx="10254000" cy="9990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1200"/>
              </a:spcBef>
              <a:spcAft>
                <a:spcPts val="0"/>
              </a:spcAft>
              <a:buClr>
                <a:schemeClr val="dk1"/>
              </a:buClr>
              <a:buSzPts val="1300"/>
              <a:buFont typeface="Libre Franklin"/>
              <a:buNone/>
            </a:pPr>
            <a:r>
              <a:rPr lang="it-IT" sz="1300">
                <a:solidFill>
                  <a:schemeClr val="dk1"/>
                </a:solidFill>
                <a:latin typeface="Libre Franklin"/>
                <a:ea typeface="Libre Franklin"/>
                <a:cs typeface="Libre Franklin"/>
                <a:sym typeface="Libre Franklin"/>
              </a:rPr>
              <a:t>Il carico in serie, invece, non scarica direttamente il nodo verso massa e quindi ha un effetto meno evidente sulla frequenza di taglio.</a:t>
            </a:r>
            <a:endParaRPr sz="1300">
              <a:solidFill>
                <a:schemeClr val="dk1"/>
              </a:solidFill>
              <a:latin typeface="Libre Franklin"/>
              <a:ea typeface="Libre Franklin"/>
              <a:cs typeface="Libre Franklin"/>
              <a:sym typeface="Libre Franklin"/>
            </a:endParaRPr>
          </a:p>
          <a:p>
            <a:pPr indent="0" lvl="0" marL="0" marR="0" rtl="0" algn="l">
              <a:lnSpc>
                <a:spcPct val="115000"/>
              </a:lnSpc>
              <a:spcBef>
                <a:spcPts val="1200"/>
              </a:spcBef>
              <a:spcAft>
                <a:spcPts val="1200"/>
              </a:spcAft>
              <a:buClr>
                <a:schemeClr val="dk1"/>
              </a:buClr>
              <a:buSzPts val="1300"/>
              <a:buFont typeface="Libre Franklin"/>
              <a:buNone/>
            </a:pPr>
            <a:r>
              <a:rPr lang="it-IT" sz="1300">
                <a:solidFill>
                  <a:schemeClr val="dk1"/>
                </a:solidFill>
                <a:latin typeface="Libre Franklin"/>
                <a:ea typeface="Libre Franklin"/>
                <a:cs typeface="Libre Franklin"/>
                <a:sym typeface="Libre Franklin"/>
              </a:rPr>
              <a:t>In conclusione, il collegamento del carico è importante: un carico in parallelo altera direttamente il comportamento del filtro, mentre un carico in serie incide soprattutto sul trasferimento del segnale.</a:t>
            </a:r>
            <a:endParaRPr sz="1300">
              <a:solidFill>
                <a:schemeClr val="dk1"/>
              </a:solidFill>
              <a:latin typeface="Libre Franklin"/>
              <a:ea typeface="Libre Franklin"/>
              <a:cs typeface="Libre Franklin"/>
              <a:sym typeface="Libre Franklin"/>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1" name="Shape 591"/>
        <p:cNvGrpSpPr/>
        <p:nvPr/>
      </p:nvGrpSpPr>
      <p:grpSpPr>
        <a:xfrm>
          <a:off x="0" y="0"/>
          <a:ext cx="0" cy="0"/>
          <a:chOff x="0" y="0"/>
          <a:chExt cx="0" cy="0"/>
        </a:xfrm>
      </p:grpSpPr>
      <p:pic>
        <p:nvPicPr>
          <p:cNvPr id="592" name="Google Shape;592;p58"/>
          <p:cNvPicPr preferRelativeResize="0"/>
          <p:nvPr/>
        </p:nvPicPr>
        <p:blipFill rotWithShape="1">
          <a:blip r:embed="rId3">
            <a:alphaModFix/>
          </a:blip>
          <a:srcRect b="0" l="0" r="0" t="0"/>
          <a:stretch/>
        </p:blipFill>
        <p:spPr>
          <a:xfrm>
            <a:off x="1046578" y="1702221"/>
            <a:ext cx="3281551" cy="3055975"/>
          </a:xfrm>
          <a:prstGeom prst="rect">
            <a:avLst/>
          </a:prstGeom>
          <a:noFill/>
          <a:ln>
            <a:noFill/>
          </a:ln>
        </p:spPr>
      </p:pic>
      <p:pic>
        <p:nvPicPr>
          <p:cNvPr id="593" name="Google Shape;593;p58"/>
          <p:cNvPicPr preferRelativeResize="0"/>
          <p:nvPr/>
        </p:nvPicPr>
        <p:blipFill rotWithShape="1">
          <a:blip r:embed="rId4">
            <a:alphaModFix/>
          </a:blip>
          <a:srcRect b="0" l="0" r="0" t="0"/>
          <a:stretch/>
        </p:blipFill>
        <p:spPr>
          <a:xfrm>
            <a:off x="4544050" y="1503199"/>
            <a:ext cx="6838050" cy="3351299"/>
          </a:xfrm>
          <a:prstGeom prst="rect">
            <a:avLst/>
          </a:prstGeom>
          <a:noFill/>
          <a:ln>
            <a:noFill/>
          </a:ln>
        </p:spPr>
      </p:pic>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8" name="Shape 598"/>
        <p:cNvGrpSpPr/>
        <p:nvPr/>
      </p:nvGrpSpPr>
      <p:grpSpPr>
        <a:xfrm>
          <a:off x="0" y="0"/>
          <a:ext cx="0" cy="0"/>
          <a:chOff x="0" y="0"/>
          <a:chExt cx="0" cy="0"/>
        </a:xfrm>
      </p:grpSpPr>
      <p:sp>
        <p:nvSpPr>
          <p:cNvPr id="599" name="Google Shape;599;p59"/>
          <p:cNvSpPr txBox="1"/>
          <p:nvPr/>
        </p:nvSpPr>
        <p:spPr>
          <a:xfrm>
            <a:off x="1355275" y="756125"/>
            <a:ext cx="7758300" cy="569400"/>
          </a:xfrm>
          <a:prstGeom prst="rect">
            <a:avLst/>
          </a:prstGeom>
          <a:noFill/>
          <a:ln>
            <a:noFill/>
          </a:ln>
        </p:spPr>
        <p:txBody>
          <a:bodyPr anchorCtr="0" anchor="t" bIns="91425" lIns="91425" spcFirstLastPara="1" rIns="91425" wrap="square" tIns="91425">
            <a:spAutoFit/>
          </a:bodyPr>
          <a:lstStyle/>
          <a:p>
            <a:pPr indent="0" lvl="0" marL="0" marR="0" rtl="0" algn="l">
              <a:spcBef>
                <a:spcPts val="0"/>
              </a:spcBef>
              <a:spcAft>
                <a:spcPts val="0"/>
              </a:spcAft>
              <a:buClr>
                <a:srgbClr val="073763"/>
              </a:buClr>
              <a:buSzPts val="2500"/>
              <a:buFont typeface="Libre Franklin SemiBold"/>
              <a:buNone/>
            </a:pPr>
            <a:r>
              <a:rPr lang="it-IT" sz="2500">
                <a:solidFill>
                  <a:srgbClr val="073763"/>
                </a:solidFill>
                <a:latin typeface="Libre Franklin SemiBold"/>
                <a:ea typeface="Libre Franklin SemiBold"/>
                <a:cs typeface="Libre Franklin SemiBold"/>
                <a:sym typeface="Libre Franklin SemiBold"/>
              </a:rPr>
              <a:t>Condensatore reale con parassiti</a:t>
            </a:r>
            <a:endParaRPr sz="2500">
              <a:solidFill>
                <a:srgbClr val="073763"/>
              </a:solidFill>
              <a:latin typeface="Libre Franklin SemiBold"/>
              <a:ea typeface="Libre Franklin SemiBold"/>
              <a:cs typeface="Libre Franklin SemiBold"/>
              <a:sym typeface="Libre Franklin SemiBold"/>
            </a:endParaRPr>
          </a:p>
        </p:txBody>
      </p:sp>
      <p:sp>
        <p:nvSpPr>
          <p:cNvPr id="600" name="Google Shape;600;p59"/>
          <p:cNvSpPr txBox="1"/>
          <p:nvPr/>
        </p:nvSpPr>
        <p:spPr>
          <a:xfrm>
            <a:off x="764350" y="1693325"/>
            <a:ext cx="8349300" cy="14592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1200"/>
              </a:spcBef>
              <a:spcAft>
                <a:spcPts val="0"/>
              </a:spcAft>
              <a:buClr>
                <a:schemeClr val="dk1"/>
              </a:buClr>
              <a:buSzPts val="1300"/>
              <a:buFont typeface="Libre Franklin"/>
              <a:buNone/>
            </a:pPr>
            <a:r>
              <a:rPr lang="it-IT" sz="1300">
                <a:solidFill>
                  <a:schemeClr val="dk1"/>
                </a:solidFill>
                <a:latin typeface="Libre Franklin"/>
                <a:ea typeface="Libre Franklin"/>
                <a:cs typeface="Libre Franklin"/>
                <a:sym typeface="Libre Franklin"/>
              </a:rPr>
              <a:t>Nella realtà un condensatore non si comporta come un componente ideale. Oltre alla capacità nominale C = 100 nF, sono sempre presenti elementi parassiti interni, principalmente una resistenza serie equivalente e una induttanza serie equivalente.</a:t>
            </a:r>
            <a:endParaRPr sz="1300">
              <a:solidFill>
                <a:schemeClr val="dk1"/>
              </a:solidFill>
              <a:latin typeface="Libre Franklin"/>
              <a:ea typeface="Libre Franklin"/>
              <a:cs typeface="Libre Franklin"/>
              <a:sym typeface="Libre Franklin"/>
            </a:endParaRPr>
          </a:p>
          <a:p>
            <a:pPr indent="0" lvl="0" marL="0" marR="0" rtl="0" algn="l">
              <a:lnSpc>
                <a:spcPct val="115000"/>
              </a:lnSpc>
              <a:spcBef>
                <a:spcPts val="1200"/>
              </a:spcBef>
              <a:spcAft>
                <a:spcPts val="1200"/>
              </a:spcAft>
              <a:buClr>
                <a:schemeClr val="dk1"/>
              </a:buClr>
              <a:buSzPts val="1300"/>
              <a:buFont typeface="Libre Franklin"/>
              <a:buNone/>
            </a:pPr>
            <a:r>
              <a:rPr lang="it-IT" sz="1300">
                <a:solidFill>
                  <a:schemeClr val="dk1"/>
                </a:solidFill>
                <a:latin typeface="Libre Franklin"/>
                <a:ea typeface="Libre Franklin"/>
                <a:cs typeface="Libre Franklin"/>
                <a:sym typeface="Libre Franklin"/>
              </a:rPr>
              <a:t>Nell’immagine dei parametri del condensatore si vede infatti che, oltre alla capacità, vengono inseriti valori realistici come:</a:t>
            </a:r>
            <a:endParaRPr sz="1300">
              <a:solidFill>
                <a:schemeClr val="dk1"/>
              </a:solidFill>
              <a:latin typeface="Libre Franklin"/>
              <a:ea typeface="Libre Franklin"/>
              <a:cs typeface="Libre Franklin"/>
              <a:sym typeface="Libre Franklin"/>
            </a:endParaRPr>
          </a:p>
        </p:txBody>
      </p:sp>
      <p:pic>
        <p:nvPicPr>
          <p:cNvPr id="601" name="Google Shape;601;p59"/>
          <p:cNvPicPr preferRelativeResize="0"/>
          <p:nvPr/>
        </p:nvPicPr>
        <p:blipFill rotWithShape="1">
          <a:blip r:embed="rId3">
            <a:alphaModFix/>
          </a:blip>
          <a:srcRect b="0" l="0" r="0" t="0"/>
          <a:stretch/>
        </p:blipFill>
        <p:spPr>
          <a:xfrm>
            <a:off x="3997700" y="3152525"/>
            <a:ext cx="1171575" cy="666750"/>
          </a:xfrm>
          <a:prstGeom prst="rect">
            <a:avLst/>
          </a:prstGeom>
          <a:noFill/>
          <a:ln>
            <a:noFill/>
          </a:ln>
        </p:spPr>
      </p:pic>
      <p:sp>
        <p:nvSpPr>
          <p:cNvPr id="602" name="Google Shape;602;p59"/>
          <p:cNvSpPr txBox="1"/>
          <p:nvPr/>
        </p:nvSpPr>
        <p:spPr>
          <a:xfrm>
            <a:off x="964375" y="4112925"/>
            <a:ext cx="8149200" cy="8451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1200"/>
              </a:spcBef>
              <a:spcAft>
                <a:spcPts val="1200"/>
              </a:spcAft>
              <a:buClr>
                <a:schemeClr val="dk1"/>
              </a:buClr>
              <a:buSzPts val="1300"/>
              <a:buFont typeface="Libre Franklin"/>
              <a:buNone/>
            </a:pPr>
            <a:r>
              <a:rPr lang="it-IT" sz="1300">
                <a:solidFill>
                  <a:schemeClr val="dk1"/>
                </a:solidFill>
                <a:latin typeface="Libre Franklin"/>
                <a:ea typeface="Libre Franklin"/>
                <a:cs typeface="Libre Franklin"/>
                <a:sym typeface="Libre Franklin"/>
              </a:rPr>
              <a:t>Questi valori rappresentano il comportamento reale di un condensatore MLCC ceramico SMD, molto usato nei filtri. Per un condensatore tipico da 100 nF X7R in package 0603 / 0805, valori realistici sono circa:</a:t>
            </a:r>
            <a:endParaRPr sz="1800">
              <a:solidFill>
                <a:schemeClr val="dk1"/>
              </a:solidFill>
              <a:latin typeface="Garamond"/>
              <a:ea typeface="Garamond"/>
              <a:cs typeface="Garamond"/>
              <a:sym typeface="Garamond"/>
            </a:endParaRPr>
          </a:p>
        </p:txBody>
      </p:sp>
      <p:pic>
        <p:nvPicPr>
          <p:cNvPr id="603" name="Google Shape;603;p59"/>
          <p:cNvPicPr preferRelativeResize="0"/>
          <p:nvPr/>
        </p:nvPicPr>
        <p:blipFill rotWithShape="1">
          <a:blip r:embed="rId4">
            <a:alphaModFix/>
          </a:blip>
          <a:srcRect b="0" l="0" r="0" t="0"/>
          <a:stretch/>
        </p:blipFill>
        <p:spPr>
          <a:xfrm>
            <a:off x="3759575" y="5327150"/>
            <a:ext cx="1647825" cy="695325"/>
          </a:xfrm>
          <a:prstGeom prst="rect">
            <a:avLst/>
          </a:prstGeom>
          <a:noFill/>
          <a:ln>
            <a:noFill/>
          </a:ln>
        </p:spPr>
      </p:pic>
      <p:pic>
        <p:nvPicPr>
          <p:cNvPr id="604" name="Google Shape;604;p59"/>
          <p:cNvPicPr preferRelativeResize="0"/>
          <p:nvPr/>
        </p:nvPicPr>
        <p:blipFill rotWithShape="1">
          <a:blip r:embed="rId5">
            <a:alphaModFix/>
          </a:blip>
          <a:srcRect b="0" l="0" r="0" t="0"/>
          <a:stretch/>
        </p:blipFill>
        <p:spPr>
          <a:xfrm>
            <a:off x="9161525" y="2082050"/>
            <a:ext cx="2640900" cy="3029450"/>
          </a:xfrm>
          <a:prstGeom prst="rect">
            <a:avLst/>
          </a:prstGeom>
          <a:noFill/>
          <a:ln>
            <a:noFill/>
          </a:ln>
        </p:spPr>
      </p:pic>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9" name="Shape 609"/>
        <p:cNvGrpSpPr/>
        <p:nvPr/>
      </p:nvGrpSpPr>
      <p:grpSpPr>
        <a:xfrm>
          <a:off x="0" y="0"/>
          <a:ext cx="0" cy="0"/>
          <a:chOff x="0" y="0"/>
          <a:chExt cx="0" cy="0"/>
        </a:xfrm>
      </p:grpSpPr>
      <p:sp>
        <p:nvSpPr>
          <p:cNvPr id="610" name="Google Shape;610;p60"/>
          <p:cNvSpPr txBox="1"/>
          <p:nvPr/>
        </p:nvSpPr>
        <p:spPr>
          <a:xfrm>
            <a:off x="1164175" y="611475"/>
            <a:ext cx="10606800" cy="26466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1400"/>
              </a:spcBef>
              <a:spcAft>
                <a:spcPts val="0"/>
              </a:spcAft>
              <a:buClr>
                <a:schemeClr val="dk1"/>
              </a:buClr>
              <a:buSzPts val="1500"/>
              <a:buFont typeface="Libre Franklin"/>
              <a:buNone/>
            </a:pPr>
            <a:r>
              <a:rPr b="1" lang="it-IT" sz="1500">
                <a:solidFill>
                  <a:schemeClr val="dk1"/>
                </a:solidFill>
                <a:latin typeface="Libre Franklin"/>
                <a:ea typeface="Libre Franklin"/>
                <a:cs typeface="Libre Franklin"/>
                <a:sym typeface="Libre Franklin"/>
              </a:rPr>
              <a:t>Modello equivalente</a:t>
            </a:r>
            <a:endParaRPr b="1" sz="1500">
              <a:solidFill>
                <a:schemeClr val="dk1"/>
              </a:solidFill>
              <a:latin typeface="Libre Franklin"/>
              <a:ea typeface="Libre Franklin"/>
              <a:cs typeface="Libre Franklin"/>
              <a:sym typeface="Libre Franklin"/>
            </a:endParaRPr>
          </a:p>
          <a:p>
            <a:pPr indent="0" lvl="0" marL="0" marR="0" rtl="0" algn="l">
              <a:lnSpc>
                <a:spcPct val="115000"/>
              </a:lnSpc>
              <a:spcBef>
                <a:spcPts val="1200"/>
              </a:spcBef>
              <a:spcAft>
                <a:spcPts val="0"/>
              </a:spcAft>
              <a:buClr>
                <a:schemeClr val="dk1"/>
              </a:buClr>
              <a:buSzPts val="1300"/>
              <a:buFont typeface="Libre Franklin"/>
              <a:buNone/>
            </a:pPr>
            <a:r>
              <a:rPr lang="it-IT" sz="1300">
                <a:solidFill>
                  <a:schemeClr val="dk1"/>
                </a:solidFill>
                <a:latin typeface="Libre Franklin"/>
                <a:ea typeface="Libre Franklin"/>
                <a:cs typeface="Libre Franklin"/>
                <a:sym typeface="Libre Franklin"/>
              </a:rPr>
              <a:t>Nello schema vengono confrontati due modi di rappresentare il condensatore reale.</a:t>
            </a:r>
            <a:endParaRPr sz="1300">
              <a:solidFill>
                <a:schemeClr val="dk1"/>
              </a:solidFill>
              <a:latin typeface="Libre Franklin"/>
              <a:ea typeface="Libre Franklin"/>
              <a:cs typeface="Libre Franklin"/>
              <a:sym typeface="Libre Franklin"/>
            </a:endParaRPr>
          </a:p>
          <a:p>
            <a:pPr indent="0" lvl="0" marL="0" marR="0" rtl="0" algn="l">
              <a:lnSpc>
                <a:spcPct val="115000"/>
              </a:lnSpc>
              <a:spcBef>
                <a:spcPts val="1200"/>
              </a:spcBef>
              <a:spcAft>
                <a:spcPts val="0"/>
              </a:spcAft>
              <a:buClr>
                <a:schemeClr val="dk1"/>
              </a:buClr>
              <a:buSzPts val="1300"/>
              <a:buFont typeface="Libre Franklin"/>
              <a:buNone/>
            </a:pPr>
            <a:r>
              <a:rPr lang="it-IT" sz="1300">
                <a:solidFill>
                  <a:schemeClr val="dk1"/>
                </a:solidFill>
                <a:latin typeface="Libre Franklin"/>
                <a:ea typeface="Libre Franklin"/>
                <a:cs typeface="Libre Franklin"/>
                <a:sym typeface="Libre Franklin"/>
              </a:rPr>
              <a:t>Nel circuito a sinistra, i parassiti sono disegnati esplicitamente in serie al condensatore: la resistenza R11 = 0.2 Ω rappresenta l’ESR, mentre l’induttanza L2 = 3 nH rappresenta l’ESL.</a:t>
            </a:r>
            <a:endParaRPr sz="1300">
              <a:solidFill>
                <a:schemeClr val="dk1"/>
              </a:solidFill>
              <a:latin typeface="Libre Franklin"/>
              <a:ea typeface="Libre Franklin"/>
              <a:cs typeface="Libre Franklin"/>
              <a:sym typeface="Libre Franklin"/>
            </a:endParaRPr>
          </a:p>
          <a:p>
            <a:pPr indent="0" lvl="0" marL="0" marR="0" rtl="0" algn="l">
              <a:lnSpc>
                <a:spcPct val="115000"/>
              </a:lnSpc>
              <a:spcBef>
                <a:spcPts val="1200"/>
              </a:spcBef>
              <a:spcAft>
                <a:spcPts val="0"/>
              </a:spcAft>
              <a:buClr>
                <a:schemeClr val="dk1"/>
              </a:buClr>
              <a:buSzPts val="1300"/>
              <a:buFont typeface="Libre Franklin"/>
              <a:buNone/>
            </a:pPr>
            <a:r>
              <a:rPr lang="it-IT" sz="1300">
                <a:solidFill>
                  <a:schemeClr val="dk1"/>
                </a:solidFill>
                <a:latin typeface="Libre Franklin"/>
                <a:ea typeface="Libre Franklin"/>
                <a:cs typeface="Libre Franklin"/>
                <a:sym typeface="Libre Franklin"/>
              </a:rPr>
              <a:t>Nel circuito a destra, invece, gli stessi parassiti sono inseriti direttamente nel modello interno del condensatore C6, come mostrato nella finestra dei parametri di LTspice.</a:t>
            </a:r>
            <a:endParaRPr sz="1300">
              <a:solidFill>
                <a:schemeClr val="dk1"/>
              </a:solidFill>
              <a:latin typeface="Libre Franklin"/>
              <a:ea typeface="Libre Franklin"/>
              <a:cs typeface="Libre Franklin"/>
              <a:sym typeface="Libre Franklin"/>
            </a:endParaRPr>
          </a:p>
          <a:p>
            <a:pPr indent="0" lvl="0" marL="0" marR="0" rtl="0" algn="l">
              <a:lnSpc>
                <a:spcPct val="115000"/>
              </a:lnSpc>
              <a:spcBef>
                <a:spcPts val="1200"/>
              </a:spcBef>
              <a:spcAft>
                <a:spcPts val="1200"/>
              </a:spcAft>
              <a:buClr>
                <a:schemeClr val="dk1"/>
              </a:buClr>
              <a:buSzPts val="1300"/>
              <a:buFont typeface="Libre Franklin"/>
              <a:buNone/>
            </a:pPr>
            <a:r>
              <a:rPr lang="it-IT" sz="1300">
                <a:solidFill>
                  <a:schemeClr val="dk1"/>
                </a:solidFill>
                <a:latin typeface="Libre Franklin"/>
                <a:ea typeface="Libre Franklin"/>
                <a:cs typeface="Libre Franklin"/>
                <a:sym typeface="Libre Franklin"/>
              </a:rPr>
              <a:t>In entrambi i casi il significato fisico è lo stesso: il condensatore reale è composto da una capacità ideale più piccole componenti resistive e induttive inevitabili.</a:t>
            </a:r>
            <a:endParaRPr sz="1300">
              <a:solidFill>
                <a:schemeClr val="dk1"/>
              </a:solidFill>
              <a:latin typeface="Libre Franklin"/>
              <a:ea typeface="Libre Franklin"/>
              <a:cs typeface="Libre Franklin"/>
              <a:sym typeface="Libre Franklin"/>
            </a:endParaRPr>
          </a:p>
        </p:txBody>
      </p:sp>
      <p:pic>
        <p:nvPicPr>
          <p:cNvPr id="611" name="Google Shape;611;p60"/>
          <p:cNvPicPr preferRelativeResize="0"/>
          <p:nvPr/>
        </p:nvPicPr>
        <p:blipFill rotWithShape="1">
          <a:blip r:embed="rId3">
            <a:alphaModFix/>
          </a:blip>
          <a:srcRect b="0" l="0" r="0" t="0"/>
          <a:stretch/>
        </p:blipFill>
        <p:spPr>
          <a:xfrm>
            <a:off x="2681097" y="3453179"/>
            <a:ext cx="8455475" cy="2568125"/>
          </a:xfrm>
          <a:prstGeom prst="rect">
            <a:avLst/>
          </a:prstGeom>
          <a:noFill/>
          <a:ln>
            <a:noFill/>
          </a:ln>
        </p:spPr>
      </p:pic>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6" name="Shape 616"/>
        <p:cNvGrpSpPr/>
        <p:nvPr/>
      </p:nvGrpSpPr>
      <p:grpSpPr>
        <a:xfrm>
          <a:off x="0" y="0"/>
          <a:ext cx="0" cy="0"/>
          <a:chOff x="0" y="0"/>
          <a:chExt cx="0" cy="0"/>
        </a:xfrm>
      </p:grpSpPr>
      <p:sp>
        <p:nvSpPr>
          <p:cNvPr id="617" name="Google Shape;617;p61"/>
          <p:cNvSpPr txBox="1"/>
          <p:nvPr/>
        </p:nvSpPr>
        <p:spPr>
          <a:xfrm>
            <a:off x="1046575" y="740850"/>
            <a:ext cx="10794900" cy="20325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1400"/>
              </a:spcBef>
              <a:spcAft>
                <a:spcPts val="0"/>
              </a:spcAft>
              <a:buClr>
                <a:schemeClr val="dk1"/>
              </a:buClr>
              <a:buSzPts val="1500"/>
              <a:buFont typeface="Garamond"/>
              <a:buNone/>
            </a:pPr>
            <a:r>
              <a:rPr b="1" lang="it-IT" sz="1500">
                <a:solidFill>
                  <a:schemeClr val="dk1"/>
                </a:solidFill>
                <a:latin typeface="Garamond"/>
                <a:ea typeface="Garamond"/>
                <a:cs typeface="Garamond"/>
                <a:sym typeface="Garamond"/>
              </a:rPr>
              <a:t>Effetto risonante</a:t>
            </a:r>
            <a:endParaRPr b="1" sz="1500">
              <a:solidFill>
                <a:schemeClr val="dk1"/>
              </a:solidFill>
              <a:latin typeface="Garamond"/>
              <a:ea typeface="Garamond"/>
              <a:cs typeface="Garamond"/>
              <a:sym typeface="Garamond"/>
            </a:endParaRPr>
          </a:p>
          <a:p>
            <a:pPr indent="0" lvl="0" marL="0" marR="0" rtl="0" algn="l">
              <a:lnSpc>
                <a:spcPct val="115000"/>
              </a:lnSpc>
              <a:spcBef>
                <a:spcPts val="1200"/>
              </a:spcBef>
              <a:spcAft>
                <a:spcPts val="0"/>
              </a:spcAft>
              <a:buClr>
                <a:schemeClr val="dk1"/>
              </a:buClr>
              <a:buSzPts val="1300"/>
              <a:buFont typeface="Garamond"/>
              <a:buNone/>
            </a:pPr>
            <a:r>
              <a:rPr lang="it-IT" sz="1300">
                <a:solidFill>
                  <a:schemeClr val="dk1"/>
                </a:solidFill>
                <a:latin typeface="Garamond"/>
                <a:ea typeface="Garamond"/>
                <a:cs typeface="Garamond"/>
                <a:sym typeface="Garamond"/>
              </a:rPr>
              <a:t>La presenza dell’</a:t>
            </a:r>
            <a:r>
              <a:rPr b="1" lang="it-IT" sz="1300">
                <a:solidFill>
                  <a:schemeClr val="dk1"/>
                </a:solidFill>
                <a:latin typeface="Garamond"/>
                <a:ea typeface="Garamond"/>
                <a:cs typeface="Garamond"/>
                <a:sym typeface="Garamond"/>
              </a:rPr>
              <a:t>ESL</a:t>
            </a:r>
            <a:r>
              <a:rPr lang="it-IT" sz="1300">
                <a:solidFill>
                  <a:schemeClr val="dk1"/>
                </a:solidFill>
                <a:latin typeface="Garamond"/>
                <a:ea typeface="Garamond"/>
                <a:cs typeface="Garamond"/>
                <a:sym typeface="Garamond"/>
              </a:rPr>
              <a:t> introduce un comportamento risonante. A basse frequenze il componente si comporta principalmente come un condensatore, quindi la sua impedenza diminuisce all’aumentare della frequenza.</a:t>
            </a:r>
            <a:endParaRPr sz="1300">
              <a:solidFill>
                <a:schemeClr val="dk1"/>
              </a:solidFill>
              <a:latin typeface="Garamond"/>
              <a:ea typeface="Garamond"/>
              <a:cs typeface="Garamond"/>
              <a:sym typeface="Garamond"/>
            </a:endParaRPr>
          </a:p>
          <a:p>
            <a:pPr indent="0" lvl="0" marL="0" marR="0" rtl="0" algn="l">
              <a:lnSpc>
                <a:spcPct val="115000"/>
              </a:lnSpc>
              <a:spcBef>
                <a:spcPts val="1200"/>
              </a:spcBef>
              <a:spcAft>
                <a:spcPts val="0"/>
              </a:spcAft>
              <a:buClr>
                <a:schemeClr val="dk1"/>
              </a:buClr>
              <a:buSzPts val="1300"/>
              <a:buFont typeface="Garamond"/>
              <a:buNone/>
            </a:pPr>
            <a:r>
              <a:rPr lang="it-IT" sz="1300">
                <a:solidFill>
                  <a:schemeClr val="dk1"/>
                </a:solidFill>
                <a:latin typeface="Garamond"/>
                <a:ea typeface="Garamond"/>
                <a:cs typeface="Garamond"/>
                <a:sym typeface="Garamond"/>
              </a:rPr>
              <a:t>Tuttavia, arrivati alla frequenza di autorisonanza, la capacità e l’induttanza parassita si compensano. Oltre questa frequenza, il componente non si comporta più come un condensatore ideale, ma tende ad assumere un comportamento induttivo.</a:t>
            </a:r>
            <a:endParaRPr sz="1300">
              <a:solidFill>
                <a:schemeClr val="dk1"/>
              </a:solidFill>
              <a:latin typeface="Garamond"/>
              <a:ea typeface="Garamond"/>
              <a:cs typeface="Garamond"/>
              <a:sym typeface="Garamond"/>
            </a:endParaRPr>
          </a:p>
          <a:p>
            <a:pPr indent="0" lvl="0" marL="0" marR="0" rtl="0" algn="l">
              <a:lnSpc>
                <a:spcPct val="115000"/>
              </a:lnSpc>
              <a:spcBef>
                <a:spcPts val="1200"/>
              </a:spcBef>
              <a:spcAft>
                <a:spcPts val="1200"/>
              </a:spcAft>
              <a:buClr>
                <a:schemeClr val="dk1"/>
              </a:buClr>
              <a:buSzPts val="1300"/>
              <a:buFont typeface="Garamond"/>
              <a:buNone/>
            </a:pPr>
            <a:r>
              <a:rPr lang="it-IT" sz="1300">
                <a:solidFill>
                  <a:schemeClr val="dk1"/>
                </a:solidFill>
                <a:latin typeface="Garamond"/>
                <a:ea typeface="Garamond"/>
                <a:cs typeface="Garamond"/>
                <a:sym typeface="Garamond"/>
              </a:rPr>
              <a:t>La frequenza di autorisonanza può essere stimata con:</a:t>
            </a:r>
            <a:endParaRPr sz="1300">
              <a:solidFill>
                <a:schemeClr val="dk1"/>
              </a:solidFill>
              <a:latin typeface="Garamond"/>
              <a:ea typeface="Garamond"/>
              <a:cs typeface="Garamond"/>
              <a:sym typeface="Garamond"/>
            </a:endParaRPr>
          </a:p>
        </p:txBody>
      </p:sp>
      <p:pic>
        <p:nvPicPr>
          <p:cNvPr id="618" name="Google Shape;618;p61"/>
          <p:cNvPicPr preferRelativeResize="0"/>
          <p:nvPr/>
        </p:nvPicPr>
        <p:blipFill rotWithShape="1">
          <a:blip r:embed="rId3">
            <a:alphaModFix/>
          </a:blip>
          <a:srcRect b="0" l="0" r="0" t="0"/>
          <a:stretch/>
        </p:blipFill>
        <p:spPr>
          <a:xfrm>
            <a:off x="5420550" y="2655300"/>
            <a:ext cx="1543050" cy="657225"/>
          </a:xfrm>
          <a:prstGeom prst="rect">
            <a:avLst/>
          </a:prstGeom>
          <a:noFill/>
          <a:ln>
            <a:noFill/>
          </a:ln>
        </p:spPr>
      </p:pic>
      <p:pic>
        <p:nvPicPr>
          <p:cNvPr id="619" name="Google Shape;619;p61"/>
          <p:cNvPicPr preferRelativeResize="0"/>
          <p:nvPr/>
        </p:nvPicPr>
        <p:blipFill rotWithShape="1">
          <a:blip r:embed="rId4">
            <a:alphaModFix/>
          </a:blip>
          <a:srcRect b="0" l="0" r="0" t="0"/>
          <a:stretch/>
        </p:blipFill>
        <p:spPr>
          <a:xfrm>
            <a:off x="3968575" y="3836100"/>
            <a:ext cx="4552502" cy="2231176"/>
          </a:xfrm>
          <a:prstGeom prst="rect">
            <a:avLst/>
          </a:prstGeom>
          <a:noFill/>
          <a:ln>
            <a:noFill/>
          </a:ln>
        </p:spPr>
      </p:pic>
      <p:sp>
        <p:nvSpPr>
          <p:cNvPr id="620" name="Google Shape;620;p61"/>
          <p:cNvSpPr txBox="1"/>
          <p:nvPr/>
        </p:nvSpPr>
        <p:spPr>
          <a:xfrm>
            <a:off x="1294425" y="3458200"/>
            <a:ext cx="10628400" cy="585000"/>
          </a:xfrm>
          <a:prstGeom prst="rect">
            <a:avLst/>
          </a:prstGeom>
          <a:noFill/>
          <a:ln>
            <a:noFill/>
          </a:ln>
        </p:spPr>
        <p:txBody>
          <a:bodyPr anchorCtr="0" anchor="t" bIns="91425" lIns="91425" spcFirstLastPara="1" rIns="91425" wrap="square" tIns="91425">
            <a:spAutoFit/>
          </a:bodyPr>
          <a:lstStyle/>
          <a:p>
            <a:pPr indent="0" lvl="0" marL="0" marR="0" rtl="0" algn="l">
              <a:spcBef>
                <a:spcPts val="0"/>
              </a:spcBef>
              <a:spcAft>
                <a:spcPts val="0"/>
              </a:spcAft>
              <a:buClr>
                <a:schemeClr val="dk1"/>
              </a:buClr>
              <a:buSzPts val="1300"/>
              <a:buFont typeface="Libre Franklin"/>
              <a:buNone/>
            </a:pPr>
            <a:r>
              <a:rPr lang="it-IT" sz="1300">
                <a:solidFill>
                  <a:schemeClr val="dk1"/>
                </a:solidFill>
                <a:latin typeface="Libre Franklin"/>
                <a:ea typeface="Libre Franklin"/>
                <a:cs typeface="Libre Franklin"/>
                <a:sym typeface="Libre Franklin"/>
              </a:rPr>
              <a:t>si ottiene una risonanza nell’ordine di alcuni MHz. Questo significa che, ad alte frequenze, i parassiti diventano importanti e possono modificare la risposta del filtro.</a:t>
            </a:r>
            <a:endParaRPr sz="1300">
              <a:solidFill>
                <a:schemeClr val="dk1"/>
              </a:solidFill>
              <a:latin typeface="Libre Franklin"/>
              <a:ea typeface="Libre Franklin"/>
              <a:cs typeface="Libre Franklin"/>
              <a:sym typeface="Libre Franklin"/>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5" name="Shape 625"/>
        <p:cNvGrpSpPr/>
        <p:nvPr/>
      </p:nvGrpSpPr>
      <p:grpSpPr>
        <a:xfrm>
          <a:off x="0" y="0"/>
          <a:ext cx="0" cy="0"/>
          <a:chOff x="0" y="0"/>
          <a:chExt cx="0" cy="0"/>
        </a:xfrm>
      </p:grpSpPr>
      <p:sp>
        <p:nvSpPr>
          <p:cNvPr id="626" name="Google Shape;626;p62"/>
          <p:cNvSpPr txBox="1"/>
          <p:nvPr/>
        </p:nvSpPr>
        <p:spPr>
          <a:xfrm>
            <a:off x="928075" y="765275"/>
            <a:ext cx="10769700" cy="9990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1400"/>
              </a:spcBef>
              <a:spcAft>
                <a:spcPts val="0"/>
              </a:spcAft>
              <a:buClr>
                <a:schemeClr val="dk1"/>
              </a:buClr>
              <a:buSzPts val="1300"/>
              <a:buFont typeface="Libre Franklin"/>
              <a:buNone/>
            </a:pPr>
            <a:r>
              <a:rPr b="1" lang="it-IT" sz="1300">
                <a:solidFill>
                  <a:schemeClr val="dk1"/>
                </a:solidFill>
                <a:latin typeface="Libre Franklin"/>
                <a:ea typeface="Libre Franklin"/>
                <a:cs typeface="Libre Franklin"/>
                <a:sym typeface="Libre Franklin"/>
              </a:rPr>
              <a:t>Comportamento da filtro passa-basso dovuto ai parassiti</a:t>
            </a:r>
            <a:endParaRPr b="1" sz="1300">
              <a:solidFill>
                <a:schemeClr val="dk1"/>
              </a:solidFill>
              <a:latin typeface="Libre Franklin"/>
              <a:ea typeface="Libre Franklin"/>
              <a:cs typeface="Libre Franklin"/>
              <a:sym typeface="Libre Franklin"/>
            </a:endParaRPr>
          </a:p>
          <a:p>
            <a:pPr indent="0" lvl="0" marL="0" marR="0" rtl="0" algn="l">
              <a:lnSpc>
                <a:spcPct val="115000"/>
              </a:lnSpc>
              <a:spcBef>
                <a:spcPts val="1200"/>
              </a:spcBef>
              <a:spcAft>
                <a:spcPts val="1200"/>
              </a:spcAft>
              <a:buClr>
                <a:schemeClr val="dk1"/>
              </a:buClr>
              <a:buSzPts val="1300"/>
              <a:buFont typeface="Libre Franklin"/>
              <a:buNone/>
            </a:pPr>
            <a:r>
              <a:rPr lang="it-IT" sz="1300">
                <a:solidFill>
                  <a:schemeClr val="dk1"/>
                </a:solidFill>
                <a:latin typeface="Libre Franklin"/>
                <a:ea typeface="Libre Franklin"/>
                <a:cs typeface="Libre Franklin"/>
                <a:sym typeface="Libre Franklin"/>
              </a:rPr>
              <a:t>Nel modello reale, il condensatore non è più solo una capacità ideale: la presenza dell’ESL introduce un comportamento risonante. La frequenza di risonanza è:</a:t>
            </a:r>
            <a:endParaRPr sz="1300">
              <a:solidFill>
                <a:schemeClr val="dk1"/>
              </a:solidFill>
              <a:latin typeface="Libre Franklin"/>
              <a:ea typeface="Libre Franklin"/>
              <a:cs typeface="Libre Franklin"/>
              <a:sym typeface="Libre Franklin"/>
            </a:endParaRPr>
          </a:p>
        </p:txBody>
      </p:sp>
      <p:pic>
        <p:nvPicPr>
          <p:cNvPr id="627" name="Google Shape;627;p62"/>
          <p:cNvPicPr preferRelativeResize="0"/>
          <p:nvPr/>
        </p:nvPicPr>
        <p:blipFill rotWithShape="1">
          <a:blip r:embed="rId3">
            <a:alphaModFix/>
          </a:blip>
          <a:srcRect b="0" l="0" r="0" t="0"/>
          <a:stretch/>
        </p:blipFill>
        <p:spPr>
          <a:xfrm>
            <a:off x="10719450" y="1550325"/>
            <a:ext cx="1390650" cy="2590800"/>
          </a:xfrm>
          <a:prstGeom prst="rect">
            <a:avLst/>
          </a:prstGeom>
          <a:noFill/>
          <a:ln>
            <a:noFill/>
          </a:ln>
        </p:spPr>
      </p:pic>
      <p:sp>
        <p:nvSpPr>
          <p:cNvPr id="628" name="Google Shape;628;p62"/>
          <p:cNvSpPr txBox="1"/>
          <p:nvPr/>
        </p:nvSpPr>
        <p:spPr>
          <a:xfrm>
            <a:off x="968800" y="2334488"/>
            <a:ext cx="9605700" cy="9990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1200"/>
              </a:spcBef>
              <a:spcAft>
                <a:spcPts val="0"/>
              </a:spcAft>
              <a:buClr>
                <a:schemeClr val="dk1"/>
              </a:buClr>
              <a:buSzPts val="1300"/>
              <a:buFont typeface="Libre Franklin"/>
              <a:buNone/>
            </a:pPr>
            <a:r>
              <a:rPr lang="it-IT" sz="1300">
                <a:solidFill>
                  <a:schemeClr val="dk1"/>
                </a:solidFill>
                <a:latin typeface="Libre Franklin"/>
                <a:ea typeface="Libre Franklin"/>
                <a:cs typeface="Libre Franklin"/>
                <a:sym typeface="Libre Franklin"/>
              </a:rPr>
              <a:t>Sotto la frequenza di risonanza, il componente si comporta prevalentemente da condensatore. In questa zona la risposta cresce e il circuito lascia passare sempre meglio il segnale.</a:t>
            </a:r>
            <a:endParaRPr sz="1300">
              <a:solidFill>
                <a:schemeClr val="dk1"/>
              </a:solidFill>
              <a:latin typeface="Libre Franklin"/>
              <a:ea typeface="Libre Franklin"/>
              <a:cs typeface="Libre Franklin"/>
              <a:sym typeface="Libre Franklin"/>
            </a:endParaRPr>
          </a:p>
          <a:p>
            <a:pPr indent="0" lvl="0" marL="0" marR="0" rtl="0" algn="l">
              <a:lnSpc>
                <a:spcPct val="115000"/>
              </a:lnSpc>
              <a:spcBef>
                <a:spcPts val="1200"/>
              </a:spcBef>
              <a:spcAft>
                <a:spcPts val="1200"/>
              </a:spcAft>
              <a:buClr>
                <a:schemeClr val="dk1"/>
              </a:buClr>
              <a:buSzPts val="1300"/>
              <a:buFont typeface="Libre Franklin"/>
              <a:buNone/>
            </a:pPr>
            <a:r>
              <a:rPr lang="it-IT" sz="1300">
                <a:solidFill>
                  <a:schemeClr val="dk1"/>
                </a:solidFill>
                <a:latin typeface="Libre Franklin"/>
                <a:ea typeface="Libre Franklin"/>
                <a:cs typeface="Libre Franklin"/>
                <a:sym typeface="Libre Franklin"/>
              </a:rPr>
              <a:t>Intorno a:</a:t>
            </a:r>
            <a:endParaRPr sz="1300">
              <a:solidFill>
                <a:schemeClr val="dk1"/>
              </a:solidFill>
              <a:latin typeface="Libre Franklin"/>
              <a:ea typeface="Libre Franklin"/>
              <a:cs typeface="Libre Franklin"/>
              <a:sym typeface="Libre Franklin"/>
            </a:endParaRPr>
          </a:p>
        </p:txBody>
      </p:sp>
      <p:pic>
        <p:nvPicPr>
          <p:cNvPr id="629" name="Google Shape;629;p62"/>
          <p:cNvPicPr preferRelativeResize="0"/>
          <p:nvPr/>
        </p:nvPicPr>
        <p:blipFill rotWithShape="1">
          <a:blip r:embed="rId4">
            <a:alphaModFix/>
          </a:blip>
          <a:srcRect b="0" l="0" r="0" t="0"/>
          <a:stretch/>
        </p:blipFill>
        <p:spPr>
          <a:xfrm>
            <a:off x="2651700" y="3009163"/>
            <a:ext cx="1409700" cy="381000"/>
          </a:xfrm>
          <a:prstGeom prst="rect">
            <a:avLst/>
          </a:prstGeom>
          <a:noFill/>
          <a:ln>
            <a:noFill/>
          </a:ln>
        </p:spPr>
      </p:pic>
      <p:sp>
        <p:nvSpPr>
          <p:cNvPr id="630" name="Google Shape;630;p62"/>
          <p:cNvSpPr txBox="1"/>
          <p:nvPr/>
        </p:nvSpPr>
        <p:spPr>
          <a:xfrm>
            <a:off x="1115325" y="3571938"/>
            <a:ext cx="8807700" cy="384900"/>
          </a:xfrm>
          <a:prstGeom prst="rect">
            <a:avLst/>
          </a:prstGeom>
          <a:noFill/>
          <a:ln>
            <a:noFill/>
          </a:ln>
        </p:spPr>
        <p:txBody>
          <a:bodyPr anchorCtr="0" anchor="t" bIns="91425" lIns="91425" spcFirstLastPara="1" rIns="91425" wrap="square" tIns="91425">
            <a:spAutoFit/>
          </a:bodyPr>
          <a:lstStyle/>
          <a:p>
            <a:pPr indent="0" lvl="0" marL="0" marR="0" rtl="0" algn="l">
              <a:spcBef>
                <a:spcPts val="0"/>
              </a:spcBef>
              <a:spcAft>
                <a:spcPts val="0"/>
              </a:spcAft>
              <a:buClr>
                <a:schemeClr val="dk1"/>
              </a:buClr>
              <a:buSzPts val="1300"/>
              <a:buFont typeface="Libre Franklin"/>
              <a:buNone/>
            </a:pPr>
            <a:r>
              <a:rPr lang="it-IT" sz="1300">
                <a:solidFill>
                  <a:schemeClr val="dk1"/>
                </a:solidFill>
                <a:latin typeface="Libre Franklin"/>
                <a:ea typeface="Libre Franklin"/>
                <a:cs typeface="Libre Franklin"/>
                <a:sym typeface="Libre Franklin"/>
              </a:rPr>
              <a:t>si ha il punto di risonanza: la reattanza capacitiva e quella induttiva si compensano:</a:t>
            </a:r>
            <a:endParaRPr sz="1300">
              <a:solidFill>
                <a:schemeClr val="dk1"/>
              </a:solidFill>
              <a:latin typeface="Libre Franklin"/>
              <a:ea typeface="Libre Franklin"/>
              <a:cs typeface="Libre Franklin"/>
              <a:sym typeface="Libre Franklin"/>
            </a:endParaRPr>
          </a:p>
        </p:txBody>
      </p:sp>
      <p:pic>
        <p:nvPicPr>
          <p:cNvPr id="631" name="Google Shape;631;p62"/>
          <p:cNvPicPr preferRelativeResize="0"/>
          <p:nvPr/>
        </p:nvPicPr>
        <p:blipFill rotWithShape="1">
          <a:blip r:embed="rId5">
            <a:alphaModFix/>
          </a:blip>
          <a:srcRect b="0" l="0" r="0" t="0"/>
          <a:stretch/>
        </p:blipFill>
        <p:spPr>
          <a:xfrm>
            <a:off x="7918975" y="3597700"/>
            <a:ext cx="962025" cy="333375"/>
          </a:xfrm>
          <a:prstGeom prst="rect">
            <a:avLst/>
          </a:prstGeom>
          <a:noFill/>
          <a:ln>
            <a:noFill/>
          </a:ln>
        </p:spPr>
      </p:pic>
      <p:sp>
        <p:nvSpPr>
          <p:cNvPr id="632" name="Google Shape;632;p62"/>
          <p:cNvSpPr txBox="1"/>
          <p:nvPr/>
        </p:nvSpPr>
        <p:spPr>
          <a:xfrm>
            <a:off x="1856550" y="4138613"/>
            <a:ext cx="6959400" cy="3849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1200"/>
              </a:spcBef>
              <a:spcAft>
                <a:spcPts val="1200"/>
              </a:spcAft>
              <a:buClr>
                <a:schemeClr val="dk1"/>
              </a:buClr>
              <a:buSzPts val="1300"/>
              <a:buFont typeface="Libre Franklin"/>
              <a:buNone/>
            </a:pPr>
            <a:r>
              <a:rPr lang="it-IT" sz="1300">
                <a:solidFill>
                  <a:schemeClr val="dk1"/>
                </a:solidFill>
                <a:latin typeface="Libre Franklin"/>
                <a:ea typeface="Libre Franklin"/>
                <a:cs typeface="Libre Franklin"/>
                <a:sym typeface="Libre Franklin"/>
              </a:rPr>
              <a:t>In questa zona la risposta raggiunge il valore massimo.</a:t>
            </a:r>
            <a:endParaRPr sz="1300">
              <a:solidFill>
                <a:schemeClr val="dk1"/>
              </a:solidFill>
              <a:latin typeface="Libre Franklin"/>
              <a:ea typeface="Libre Franklin"/>
              <a:cs typeface="Libre Franklin"/>
              <a:sym typeface="Libre Franklin"/>
            </a:endParaRPr>
          </a:p>
        </p:txBody>
      </p:sp>
      <p:pic>
        <p:nvPicPr>
          <p:cNvPr id="633" name="Google Shape;633;p62"/>
          <p:cNvPicPr preferRelativeResize="0"/>
          <p:nvPr/>
        </p:nvPicPr>
        <p:blipFill rotWithShape="1">
          <a:blip r:embed="rId6">
            <a:alphaModFix/>
          </a:blip>
          <a:srcRect b="0" l="0" r="0" t="0"/>
          <a:stretch/>
        </p:blipFill>
        <p:spPr>
          <a:xfrm>
            <a:off x="7297149" y="4228826"/>
            <a:ext cx="3609398" cy="1776026"/>
          </a:xfrm>
          <a:prstGeom prst="rect">
            <a:avLst/>
          </a:prstGeom>
          <a:noFill/>
          <a:ln>
            <a:noFill/>
          </a:ln>
        </p:spPr>
      </p:pic>
      <p:sp>
        <p:nvSpPr>
          <p:cNvPr id="634" name="Google Shape;634;p62"/>
          <p:cNvSpPr txBox="1"/>
          <p:nvPr/>
        </p:nvSpPr>
        <p:spPr>
          <a:xfrm>
            <a:off x="8066900" y="4612750"/>
            <a:ext cx="2556300" cy="15306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SzPts val="2800"/>
              <a:buFont typeface="Open Sans"/>
              <a:buNone/>
            </a:pPr>
            <a:r>
              <a:rPr lang="it-IT" sz="2800">
                <a:solidFill>
                  <a:schemeClr val="dk1"/>
                </a:solidFill>
                <a:latin typeface="Open Sans"/>
                <a:ea typeface="Open Sans"/>
                <a:cs typeface="Open Sans"/>
                <a:sym typeface="Open Sans"/>
              </a:rPr>
              <a:t>fotoooo</a:t>
            </a:r>
            <a:endParaRPr sz="2800">
              <a:solidFill>
                <a:schemeClr val="dk1"/>
              </a:solidFill>
              <a:latin typeface="Open Sans"/>
              <a:ea typeface="Open Sans"/>
              <a:cs typeface="Open Sans"/>
              <a:sym typeface="Open Sans"/>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9" name="Shape 639"/>
        <p:cNvGrpSpPr/>
        <p:nvPr/>
      </p:nvGrpSpPr>
      <p:grpSpPr>
        <a:xfrm>
          <a:off x="0" y="0"/>
          <a:ext cx="0" cy="0"/>
          <a:chOff x="0" y="0"/>
          <a:chExt cx="0" cy="0"/>
        </a:xfrm>
      </p:grpSpPr>
      <p:sp>
        <p:nvSpPr>
          <p:cNvPr id="640" name="Google Shape;640;p63"/>
          <p:cNvSpPr txBox="1"/>
          <p:nvPr/>
        </p:nvSpPr>
        <p:spPr>
          <a:xfrm>
            <a:off x="1074625" y="944350"/>
            <a:ext cx="10574400" cy="16131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1400"/>
              </a:spcBef>
              <a:spcAft>
                <a:spcPts val="0"/>
              </a:spcAft>
              <a:buClr>
                <a:schemeClr val="dk1"/>
              </a:buClr>
              <a:buSzPts val="1300"/>
              <a:buFont typeface="Libre Franklin"/>
              <a:buNone/>
            </a:pPr>
            <a:r>
              <a:rPr b="1" lang="it-IT" sz="1300">
                <a:solidFill>
                  <a:schemeClr val="dk1"/>
                </a:solidFill>
                <a:latin typeface="Libre Franklin"/>
                <a:ea typeface="Libre Franklin"/>
                <a:cs typeface="Libre Franklin"/>
                <a:sym typeface="Libre Franklin"/>
              </a:rPr>
              <a:t>Dopo la risonanza: effetto passa-basso</a:t>
            </a:r>
            <a:endParaRPr b="1" sz="1300">
              <a:solidFill>
                <a:schemeClr val="dk1"/>
              </a:solidFill>
              <a:latin typeface="Libre Franklin"/>
              <a:ea typeface="Libre Franklin"/>
              <a:cs typeface="Libre Franklin"/>
              <a:sym typeface="Libre Franklin"/>
            </a:endParaRPr>
          </a:p>
          <a:p>
            <a:pPr indent="0" lvl="0" marL="0" marR="0" rtl="0" algn="l">
              <a:lnSpc>
                <a:spcPct val="115000"/>
              </a:lnSpc>
              <a:spcBef>
                <a:spcPts val="1200"/>
              </a:spcBef>
              <a:spcAft>
                <a:spcPts val="0"/>
              </a:spcAft>
              <a:buClr>
                <a:schemeClr val="dk1"/>
              </a:buClr>
              <a:buSzPts val="1300"/>
              <a:buFont typeface="Libre Franklin"/>
              <a:buNone/>
            </a:pPr>
            <a:r>
              <a:rPr lang="it-IT" sz="1300">
                <a:solidFill>
                  <a:schemeClr val="dk1"/>
                </a:solidFill>
                <a:latin typeface="Libre Franklin"/>
                <a:ea typeface="Libre Franklin"/>
                <a:cs typeface="Libre Franklin"/>
                <a:sym typeface="Libre Franklin"/>
              </a:rPr>
              <a:t>Superata la frequenza di risonanza, domina l’induttanza parassita ESL. Il condensatore reale non si comporta più come un condensatore ideale, ma tende a comportarsi come una piccola induttanza.</a:t>
            </a:r>
            <a:endParaRPr sz="1300">
              <a:solidFill>
                <a:schemeClr val="dk1"/>
              </a:solidFill>
              <a:latin typeface="Libre Franklin"/>
              <a:ea typeface="Libre Franklin"/>
              <a:cs typeface="Libre Franklin"/>
              <a:sym typeface="Libre Franklin"/>
            </a:endParaRPr>
          </a:p>
          <a:p>
            <a:pPr indent="0" lvl="0" marL="0" marR="0" rtl="0" algn="l">
              <a:lnSpc>
                <a:spcPct val="115000"/>
              </a:lnSpc>
              <a:spcBef>
                <a:spcPts val="1200"/>
              </a:spcBef>
              <a:spcAft>
                <a:spcPts val="1200"/>
              </a:spcAft>
              <a:buClr>
                <a:schemeClr val="dk1"/>
              </a:buClr>
              <a:buSzPts val="1300"/>
              <a:buFont typeface="Libre Franklin"/>
              <a:buNone/>
            </a:pPr>
            <a:r>
              <a:rPr lang="it-IT" sz="1300">
                <a:solidFill>
                  <a:schemeClr val="dk1"/>
                </a:solidFill>
                <a:latin typeface="Libre Franklin"/>
                <a:ea typeface="Libre Franklin"/>
                <a:cs typeface="Libre Franklin"/>
                <a:sym typeface="Libre Franklin"/>
              </a:rPr>
              <a:t>Di conseguenza, alle frequenze più alte il guadagno inizia a diminuire. Questo genera un comportamento simile a un filtro passa-basso: dopo la risonanza, le alte frequenze vengono progressivamente attenuate.</a:t>
            </a:r>
            <a:endParaRPr sz="1300">
              <a:solidFill>
                <a:schemeClr val="dk1"/>
              </a:solidFill>
              <a:latin typeface="Libre Franklin"/>
              <a:ea typeface="Libre Franklin"/>
              <a:cs typeface="Libre Franklin"/>
              <a:sym typeface="Libre Franklin"/>
            </a:endParaRPr>
          </a:p>
        </p:txBody>
      </p:sp>
      <p:pic>
        <p:nvPicPr>
          <p:cNvPr id="641" name="Google Shape;641;p63"/>
          <p:cNvPicPr preferRelativeResize="0"/>
          <p:nvPr/>
        </p:nvPicPr>
        <p:blipFill rotWithShape="1">
          <a:blip r:embed="rId3">
            <a:alphaModFix/>
          </a:blip>
          <a:srcRect b="0" l="0" r="0" t="0"/>
          <a:stretch/>
        </p:blipFill>
        <p:spPr>
          <a:xfrm>
            <a:off x="3059225" y="2916925"/>
            <a:ext cx="4821299" cy="2362900"/>
          </a:xfrm>
          <a:prstGeom prst="rect">
            <a:avLst/>
          </a:prstGeom>
          <a:noFill/>
          <a:ln>
            <a:noFill/>
          </a:ln>
        </p:spPr>
      </p:pic>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6" name="Shape 646"/>
        <p:cNvGrpSpPr/>
        <p:nvPr/>
      </p:nvGrpSpPr>
      <p:grpSpPr>
        <a:xfrm>
          <a:off x="0" y="0"/>
          <a:ext cx="0" cy="0"/>
          <a:chOff x="0" y="0"/>
          <a:chExt cx="0" cy="0"/>
        </a:xfrm>
      </p:grpSpPr>
      <p:sp>
        <p:nvSpPr>
          <p:cNvPr id="647" name="Google Shape;647;p64"/>
          <p:cNvSpPr txBox="1"/>
          <p:nvPr/>
        </p:nvSpPr>
        <p:spPr>
          <a:xfrm>
            <a:off x="1278125" y="521025"/>
            <a:ext cx="10370700" cy="13830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1400"/>
              </a:spcBef>
              <a:spcAft>
                <a:spcPts val="0"/>
              </a:spcAft>
              <a:buClr>
                <a:schemeClr val="dk1"/>
              </a:buClr>
              <a:buSzPts val="1300"/>
              <a:buFont typeface="Libre Franklin"/>
              <a:buNone/>
            </a:pPr>
            <a:r>
              <a:rPr b="1" lang="it-IT" sz="1300">
                <a:solidFill>
                  <a:schemeClr val="dk1"/>
                </a:solidFill>
                <a:latin typeface="Libre Franklin"/>
                <a:ea typeface="Libre Franklin"/>
                <a:cs typeface="Libre Franklin"/>
                <a:sym typeface="Libre Franklin"/>
              </a:rPr>
              <a:t>Effetto di R: cambia Fc, ma non cambia Fr</a:t>
            </a:r>
            <a:endParaRPr b="1" sz="1300">
              <a:solidFill>
                <a:schemeClr val="dk1"/>
              </a:solidFill>
              <a:latin typeface="Libre Franklin"/>
              <a:ea typeface="Libre Franklin"/>
              <a:cs typeface="Libre Franklin"/>
              <a:sym typeface="Libre Franklin"/>
            </a:endParaRPr>
          </a:p>
          <a:p>
            <a:pPr indent="0" lvl="0" marL="0" marR="0" rtl="0" algn="l">
              <a:lnSpc>
                <a:spcPct val="115000"/>
              </a:lnSpc>
              <a:spcBef>
                <a:spcPts val="1200"/>
              </a:spcBef>
              <a:spcAft>
                <a:spcPts val="0"/>
              </a:spcAft>
              <a:buClr>
                <a:schemeClr val="dk1"/>
              </a:buClr>
              <a:buSzPts val="1300"/>
              <a:buFont typeface="Libre Franklin"/>
              <a:buNone/>
            </a:pPr>
            <a:r>
              <a:rPr lang="it-IT" sz="1300">
                <a:solidFill>
                  <a:schemeClr val="dk1"/>
                </a:solidFill>
                <a:latin typeface="Libre Franklin"/>
                <a:ea typeface="Libre Franklin"/>
                <a:cs typeface="Libre Franklin"/>
                <a:sym typeface="Libre Franklin"/>
              </a:rPr>
              <a:t>Nel circuito reale il condensatore non è ideale: oltre alla capacità C = 100 nF, sono presenti i parassiti ESR = 0,2 Ω ed ESL = 3 nH. Questi parassiti introducono una frequenza di risonanza propria del componente.</a:t>
            </a:r>
            <a:endParaRPr sz="1300">
              <a:solidFill>
                <a:schemeClr val="dk1"/>
              </a:solidFill>
              <a:latin typeface="Libre Franklin"/>
              <a:ea typeface="Libre Franklin"/>
              <a:cs typeface="Libre Franklin"/>
              <a:sym typeface="Libre Franklin"/>
            </a:endParaRPr>
          </a:p>
          <a:p>
            <a:pPr indent="0" lvl="0" marL="0" marR="0" rtl="0" algn="l">
              <a:lnSpc>
                <a:spcPct val="115000"/>
              </a:lnSpc>
              <a:spcBef>
                <a:spcPts val="1200"/>
              </a:spcBef>
              <a:spcAft>
                <a:spcPts val="1200"/>
              </a:spcAft>
              <a:buClr>
                <a:schemeClr val="dk1"/>
              </a:buClr>
              <a:buSzPts val="1300"/>
              <a:buFont typeface="Libre Franklin"/>
              <a:buNone/>
            </a:pPr>
            <a:r>
              <a:rPr lang="it-IT" sz="1300">
                <a:solidFill>
                  <a:schemeClr val="dk1"/>
                </a:solidFill>
                <a:latin typeface="Libre Franklin"/>
                <a:ea typeface="Libre Franklin"/>
                <a:cs typeface="Libre Franklin"/>
                <a:sym typeface="Libre Franklin"/>
              </a:rPr>
              <a:t>La frequenza di taglio del filtro passa-alto dipende dalla resistenza del circuito:</a:t>
            </a:r>
            <a:endParaRPr sz="1300">
              <a:solidFill>
                <a:schemeClr val="dk1"/>
              </a:solidFill>
              <a:latin typeface="Libre Franklin"/>
              <a:ea typeface="Libre Franklin"/>
              <a:cs typeface="Libre Franklin"/>
              <a:sym typeface="Libre Franklin"/>
            </a:endParaRPr>
          </a:p>
        </p:txBody>
      </p:sp>
      <p:pic>
        <p:nvPicPr>
          <p:cNvPr id="648" name="Google Shape;648;p64"/>
          <p:cNvPicPr preferRelativeResize="0"/>
          <p:nvPr/>
        </p:nvPicPr>
        <p:blipFill rotWithShape="1">
          <a:blip r:embed="rId3">
            <a:alphaModFix/>
          </a:blip>
          <a:srcRect b="0" l="0" r="0" t="0"/>
          <a:stretch/>
        </p:blipFill>
        <p:spPr>
          <a:xfrm>
            <a:off x="7959650" y="1405125"/>
            <a:ext cx="1181100" cy="600075"/>
          </a:xfrm>
          <a:prstGeom prst="rect">
            <a:avLst/>
          </a:prstGeom>
          <a:noFill/>
          <a:ln>
            <a:noFill/>
          </a:ln>
        </p:spPr>
      </p:pic>
      <p:sp>
        <p:nvSpPr>
          <p:cNvPr id="649" name="Google Shape;649;p64"/>
          <p:cNvSpPr txBox="1"/>
          <p:nvPr/>
        </p:nvSpPr>
        <p:spPr>
          <a:xfrm>
            <a:off x="1628200" y="2344625"/>
            <a:ext cx="10094100" cy="11529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1200"/>
              </a:spcBef>
              <a:spcAft>
                <a:spcPts val="0"/>
              </a:spcAft>
              <a:buClr>
                <a:schemeClr val="dk1"/>
              </a:buClr>
              <a:buSzPts val="1300"/>
              <a:buFont typeface="Libre Franklin"/>
              <a:buNone/>
            </a:pPr>
            <a:r>
              <a:rPr lang="it-IT" sz="1300">
                <a:solidFill>
                  <a:schemeClr val="dk1"/>
                </a:solidFill>
                <a:latin typeface="Libre Franklin"/>
                <a:ea typeface="Libre Franklin"/>
                <a:cs typeface="Libre Franklin"/>
                <a:sym typeface="Libre Franklin"/>
              </a:rPr>
              <a:t>Quindi, cambiando R, cambia il prodotto RC e di conseguenza si sposta la frequenza di taglio. Se R aumenta, Fc diminuisce; </a:t>
            </a:r>
            <a:endParaRPr sz="1300">
              <a:solidFill>
                <a:schemeClr val="dk1"/>
              </a:solidFill>
              <a:latin typeface="Libre Franklin"/>
              <a:ea typeface="Libre Franklin"/>
              <a:cs typeface="Libre Franklin"/>
              <a:sym typeface="Libre Franklin"/>
            </a:endParaRPr>
          </a:p>
          <a:p>
            <a:pPr indent="0" lvl="0" marL="0" marR="0" rtl="0" algn="l">
              <a:lnSpc>
                <a:spcPct val="115000"/>
              </a:lnSpc>
              <a:spcBef>
                <a:spcPts val="1200"/>
              </a:spcBef>
              <a:spcAft>
                <a:spcPts val="0"/>
              </a:spcAft>
              <a:buClr>
                <a:schemeClr val="dk1"/>
              </a:buClr>
              <a:buSzPts val="1300"/>
              <a:buFont typeface="Libre Franklin"/>
              <a:buNone/>
            </a:pPr>
            <a:r>
              <a:rPr lang="it-IT" sz="1300">
                <a:solidFill>
                  <a:schemeClr val="dk1"/>
                </a:solidFill>
                <a:latin typeface="Libre Franklin"/>
                <a:ea typeface="Libre Franklin"/>
                <a:cs typeface="Libre Franklin"/>
                <a:sym typeface="Libre Franklin"/>
              </a:rPr>
              <a:t>se R diminuisce, Fc  aumenta. Questo spiega lo spostamento laterale della parte iniziale della curva di Bode.</a:t>
            </a:r>
            <a:endParaRPr sz="1300">
              <a:solidFill>
                <a:schemeClr val="dk1"/>
              </a:solidFill>
              <a:latin typeface="Libre Franklin"/>
              <a:ea typeface="Libre Franklin"/>
              <a:cs typeface="Libre Franklin"/>
              <a:sym typeface="Libre Franklin"/>
            </a:endParaRPr>
          </a:p>
          <a:p>
            <a:pPr indent="0" lvl="0" marL="0" marR="0" rtl="0" algn="l">
              <a:lnSpc>
                <a:spcPct val="115000"/>
              </a:lnSpc>
              <a:spcBef>
                <a:spcPts val="1200"/>
              </a:spcBef>
              <a:spcAft>
                <a:spcPts val="1200"/>
              </a:spcAft>
              <a:buClr>
                <a:schemeClr val="dk1"/>
              </a:buClr>
              <a:buSzPts val="1300"/>
              <a:buFont typeface="Libre Franklin"/>
              <a:buNone/>
            </a:pPr>
            <a:r>
              <a:rPr lang="it-IT" sz="1300">
                <a:solidFill>
                  <a:schemeClr val="dk1"/>
                </a:solidFill>
                <a:latin typeface="Libre Franklin"/>
                <a:ea typeface="Libre Franklin"/>
                <a:cs typeface="Libre Franklin"/>
                <a:sym typeface="Libre Franklin"/>
              </a:rPr>
              <a:t>La frequenza di risonanza, invece, dipende principalmente dalla capacità C e dall’induttanza parassita ESL:</a:t>
            </a:r>
            <a:endParaRPr sz="1300">
              <a:solidFill>
                <a:schemeClr val="dk1"/>
              </a:solidFill>
              <a:latin typeface="Libre Franklin"/>
              <a:ea typeface="Libre Franklin"/>
              <a:cs typeface="Libre Franklin"/>
              <a:sym typeface="Libre Franklin"/>
            </a:endParaRPr>
          </a:p>
        </p:txBody>
      </p:sp>
      <p:pic>
        <p:nvPicPr>
          <p:cNvPr id="650" name="Google Shape;650;p64"/>
          <p:cNvPicPr preferRelativeResize="0"/>
          <p:nvPr/>
        </p:nvPicPr>
        <p:blipFill rotWithShape="1">
          <a:blip r:embed="rId4">
            <a:alphaModFix/>
          </a:blip>
          <a:srcRect b="0" l="0" r="0" t="0"/>
          <a:stretch/>
        </p:blipFill>
        <p:spPr>
          <a:xfrm>
            <a:off x="10174025" y="3071925"/>
            <a:ext cx="1200150" cy="476250"/>
          </a:xfrm>
          <a:prstGeom prst="rect">
            <a:avLst/>
          </a:prstGeom>
          <a:noFill/>
          <a:ln>
            <a:noFill/>
          </a:ln>
        </p:spPr>
      </p:pic>
      <p:pic>
        <p:nvPicPr>
          <p:cNvPr id="651" name="Google Shape;651;p64"/>
          <p:cNvPicPr preferRelativeResize="0"/>
          <p:nvPr/>
        </p:nvPicPr>
        <p:blipFill rotWithShape="1">
          <a:blip r:embed="rId5">
            <a:alphaModFix/>
          </a:blip>
          <a:srcRect b="0" l="0" r="0" t="0"/>
          <a:stretch/>
        </p:blipFill>
        <p:spPr>
          <a:xfrm>
            <a:off x="3457499" y="3619525"/>
            <a:ext cx="5528573" cy="2709524"/>
          </a:xfrm>
          <a:prstGeom prst="rect">
            <a:avLst/>
          </a:prstGeom>
          <a:noFill/>
          <a:ln>
            <a:noFill/>
          </a:ln>
        </p:spPr>
      </p:pic>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6" name="Shape 656"/>
        <p:cNvGrpSpPr/>
        <p:nvPr/>
      </p:nvGrpSpPr>
      <p:grpSpPr>
        <a:xfrm>
          <a:off x="0" y="0"/>
          <a:ext cx="0" cy="0"/>
          <a:chOff x="0" y="0"/>
          <a:chExt cx="0" cy="0"/>
        </a:xfrm>
      </p:grpSpPr>
      <p:sp>
        <p:nvSpPr>
          <p:cNvPr id="657" name="Google Shape;657;p65"/>
          <p:cNvSpPr txBox="1"/>
          <p:nvPr/>
        </p:nvSpPr>
        <p:spPr>
          <a:xfrm>
            <a:off x="2161450" y="1994550"/>
            <a:ext cx="8734500" cy="22272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1200"/>
              </a:spcBef>
              <a:spcAft>
                <a:spcPts val="0"/>
              </a:spcAft>
              <a:buClr>
                <a:schemeClr val="dk1"/>
              </a:buClr>
              <a:buSzPts val="1300"/>
              <a:buFont typeface="Libre Franklin"/>
              <a:buNone/>
            </a:pPr>
            <a:r>
              <a:rPr b="1" lang="it-IT" sz="1300">
                <a:solidFill>
                  <a:schemeClr val="dk1"/>
                </a:solidFill>
                <a:latin typeface="Libre Franklin"/>
                <a:ea typeface="Libre Franklin"/>
                <a:cs typeface="Libre Franklin"/>
                <a:sym typeface="Libre Franklin"/>
              </a:rPr>
              <a:t>Conclusioni:</a:t>
            </a:r>
            <a:endParaRPr b="1" sz="1300">
              <a:solidFill>
                <a:schemeClr val="dk1"/>
              </a:solidFill>
              <a:latin typeface="Libre Franklin"/>
              <a:ea typeface="Libre Franklin"/>
              <a:cs typeface="Libre Franklin"/>
              <a:sym typeface="Libre Franklin"/>
            </a:endParaRPr>
          </a:p>
          <a:p>
            <a:pPr indent="0" lvl="0" marL="0" marR="0" rtl="0" algn="l">
              <a:lnSpc>
                <a:spcPct val="115000"/>
              </a:lnSpc>
              <a:spcBef>
                <a:spcPts val="1200"/>
              </a:spcBef>
              <a:spcAft>
                <a:spcPts val="0"/>
              </a:spcAft>
              <a:buClr>
                <a:schemeClr val="dk1"/>
              </a:buClr>
              <a:buSzPts val="1300"/>
              <a:buFont typeface="Garamond"/>
              <a:buNone/>
            </a:pPr>
            <a:r>
              <a:t/>
            </a:r>
            <a:endParaRPr sz="1300">
              <a:solidFill>
                <a:schemeClr val="dk1"/>
              </a:solidFill>
              <a:latin typeface="Libre Franklin"/>
              <a:ea typeface="Libre Franklin"/>
              <a:cs typeface="Libre Franklin"/>
              <a:sym typeface="Libre Franklin"/>
            </a:endParaRPr>
          </a:p>
          <a:p>
            <a:pPr indent="0" lvl="0" marL="0" marR="0" rtl="0" algn="l">
              <a:lnSpc>
                <a:spcPct val="115000"/>
              </a:lnSpc>
              <a:spcBef>
                <a:spcPts val="1200"/>
              </a:spcBef>
              <a:spcAft>
                <a:spcPts val="0"/>
              </a:spcAft>
              <a:buClr>
                <a:schemeClr val="dk1"/>
              </a:buClr>
              <a:buSzPts val="1300"/>
              <a:buFont typeface="Libre Franklin"/>
              <a:buNone/>
            </a:pPr>
            <a:r>
              <a:rPr lang="it-IT" sz="1300">
                <a:solidFill>
                  <a:schemeClr val="dk1"/>
                </a:solidFill>
                <a:latin typeface="Libre Franklin"/>
                <a:ea typeface="Libre Franklin"/>
                <a:cs typeface="Libre Franklin"/>
                <a:sym typeface="Libre Franklin"/>
              </a:rPr>
              <a:t>Poiché cambiando R non vengono modificati né C né ESL, la frequenza di risonanza rimane praticamente nella stessa posizione. Cambia la forma della curva e cambia la frequenza di taglio, ma il punto in cui il condensatore entra in risonanza resta fissato dal componente reale.</a:t>
            </a:r>
            <a:endParaRPr sz="1300">
              <a:solidFill>
                <a:schemeClr val="dk1"/>
              </a:solidFill>
              <a:latin typeface="Libre Franklin"/>
              <a:ea typeface="Libre Franklin"/>
              <a:cs typeface="Libre Franklin"/>
              <a:sym typeface="Libre Franklin"/>
            </a:endParaRPr>
          </a:p>
          <a:p>
            <a:pPr indent="0" lvl="0" marL="0" marR="0" rtl="0" algn="l">
              <a:lnSpc>
                <a:spcPct val="115000"/>
              </a:lnSpc>
              <a:spcBef>
                <a:spcPts val="1200"/>
              </a:spcBef>
              <a:spcAft>
                <a:spcPts val="1200"/>
              </a:spcAft>
              <a:buClr>
                <a:schemeClr val="dk1"/>
              </a:buClr>
              <a:buSzPts val="1300"/>
              <a:buFont typeface="Libre Franklin"/>
              <a:buNone/>
            </a:pPr>
            <a:r>
              <a:rPr lang="it-IT" sz="1300">
                <a:solidFill>
                  <a:schemeClr val="dk1"/>
                </a:solidFill>
                <a:latin typeface="Libre Franklin"/>
                <a:ea typeface="Libre Franklin"/>
                <a:cs typeface="Libre Franklin"/>
                <a:sym typeface="Libre Franklin"/>
              </a:rPr>
              <a:t>Nel grafico si vede quindi che la parte passa-alto si sposta con R, mentre la caduta ad alta frequenza dovuta alla risonanza/parassiti resta centrata circa nella stessa zona. In sintesi: R regola fc​, mentre C ed ESL fissano fr​.</a:t>
            </a:r>
            <a:endParaRPr sz="1300">
              <a:solidFill>
                <a:schemeClr val="dk1"/>
              </a:solidFill>
              <a:latin typeface="Libre Franklin"/>
              <a:ea typeface="Libre Franklin"/>
              <a:cs typeface="Libre Franklin"/>
              <a:sym typeface="Libre Franklin"/>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2" name="Shape 662"/>
        <p:cNvGrpSpPr/>
        <p:nvPr/>
      </p:nvGrpSpPr>
      <p:grpSpPr>
        <a:xfrm>
          <a:off x="0" y="0"/>
          <a:ext cx="0" cy="0"/>
          <a:chOff x="0" y="0"/>
          <a:chExt cx="0" cy="0"/>
        </a:xfrm>
      </p:grpSpPr>
      <p:sp>
        <p:nvSpPr>
          <p:cNvPr id="663" name="Google Shape;663;p66"/>
          <p:cNvSpPr txBox="1"/>
          <p:nvPr/>
        </p:nvSpPr>
        <p:spPr>
          <a:xfrm>
            <a:off x="1355275" y="756125"/>
            <a:ext cx="7758300" cy="569400"/>
          </a:xfrm>
          <a:prstGeom prst="rect">
            <a:avLst/>
          </a:prstGeom>
          <a:noFill/>
          <a:ln>
            <a:noFill/>
          </a:ln>
        </p:spPr>
        <p:txBody>
          <a:bodyPr anchorCtr="0" anchor="t" bIns="91425" lIns="91425" spcFirstLastPara="1" rIns="91425" wrap="square" tIns="91425">
            <a:spAutoFit/>
          </a:bodyPr>
          <a:lstStyle/>
          <a:p>
            <a:pPr indent="0" lvl="0" marL="0" marR="0" rtl="0" algn="l">
              <a:spcBef>
                <a:spcPts val="0"/>
              </a:spcBef>
              <a:spcAft>
                <a:spcPts val="0"/>
              </a:spcAft>
              <a:buClr>
                <a:srgbClr val="073763"/>
              </a:buClr>
              <a:buSzPts val="2500"/>
              <a:buFont typeface="Libre Franklin SemiBold"/>
              <a:buNone/>
            </a:pPr>
            <a:r>
              <a:rPr lang="it-IT" sz="2500">
                <a:solidFill>
                  <a:srgbClr val="073763"/>
                </a:solidFill>
                <a:latin typeface="Libre Franklin SemiBold"/>
                <a:ea typeface="Libre Franklin SemiBold"/>
                <a:cs typeface="Libre Franklin SemiBold"/>
                <a:sym typeface="Libre Franklin SemiBold"/>
              </a:rPr>
              <a:t>Dal filtro HP passivo al filtro HP attivo ideale</a:t>
            </a:r>
            <a:endParaRPr sz="2500">
              <a:solidFill>
                <a:srgbClr val="073763"/>
              </a:solidFill>
              <a:latin typeface="Libre Franklin SemiBold"/>
              <a:ea typeface="Libre Franklin SemiBold"/>
              <a:cs typeface="Libre Franklin SemiBold"/>
              <a:sym typeface="Libre Franklin SemiBold"/>
            </a:endParaRPr>
          </a:p>
        </p:txBody>
      </p:sp>
      <p:sp>
        <p:nvSpPr>
          <p:cNvPr id="664" name="Google Shape;664;p66"/>
          <p:cNvSpPr txBox="1"/>
          <p:nvPr/>
        </p:nvSpPr>
        <p:spPr>
          <a:xfrm>
            <a:off x="1424675" y="1514225"/>
            <a:ext cx="10549800" cy="9990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1200"/>
              </a:spcBef>
              <a:spcAft>
                <a:spcPts val="0"/>
              </a:spcAft>
              <a:buClr>
                <a:schemeClr val="dk1"/>
              </a:buClr>
              <a:buSzPts val="1300"/>
              <a:buFont typeface="Libre Franklin"/>
              <a:buNone/>
            </a:pPr>
            <a:r>
              <a:rPr lang="it-IT" sz="1300">
                <a:solidFill>
                  <a:schemeClr val="dk1"/>
                </a:solidFill>
                <a:latin typeface="Libre Franklin"/>
                <a:ea typeface="Libre Franklin"/>
                <a:cs typeface="Libre Franklin"/>
                <a:sym typeface="Libre Franklin"/>
              </a:rPr>
              <a:t>Dopo aver concluso l’analisi del filtro passa-alto passivo, passiamo ora allo studio del filtro passa-alto attivo con operazionale ideale.</a:t>
            </a:r>
            <a:endParaRPr sz="1300">
              <a:solidFill>
                <a:schemeClr val="dk1"/>
              </a:solidFill>
              <a:latin typeface="Libre Franklin"/>
              <a:ea typeface="Libre Franklin"/>
              <a:cs typeface="Libre Franklin"/>
              <a:sym typeface="Libre Franklin"/>
            </a:endParaRPr>
          </a:p>
          <a:p>
            <a:pPr indent="0" lvl="0" marL="0" marR="0" rtl="0" algn="l">
              <a:lnSpc>
                <a:spcPct val="115000"/>
              </a:lnSpc>
              <a:spcBef>
                <a:spcPts val="1200"/>
              </a:spcBef>
              <a:spcAft>
                <a:spcPts val="1200"/>
              </a:spcAft>
              <a:buClr>
                <a:schemeClr val="dk1"/>
              </a:buClr>
              <a:buSzPts val="1300"/>
              <a:buFont typeface="Libre Franklin"/>
              <a:buNone/>
            </a:pPr>
            <a:r>
              <a:rPr lang="it-IT" sz="1300">
                <a:solidFill>
                  <a:schemeClr val="dk1"/>
                </a:solidFill>
                <a:latin typeface="Libre Franklin"/>
                <a:ea typeface="Libre Franklin"/>
                <a:cs typeface="Libre Franklin"/>
                <a:sym typeface="Libre Franklin"/>
              </a:rPr>
              <a:t>Nel filtro passivo abbiamo visto che il comportamento principale dipende dalla rete RC: il condensatore blocca le basse frequenze e lascia passare progressivamente le alte frequenze. La frequenza di taglio è determinata dalla relazione:</a:t>
            </a:r>
            <a:endParaRPr sz="1300">
              <a:solidFill>
                <a:schemeClr val="dk1"/>
              </a:solidFill>
              <a:latin typeface="Libre Franklin"/>
              <a:ea typeface="Libre Franklin"/>
              <a:cs typeface="Libre Franklin"/>
              <a:sym typeface="Libre Franklin"/>
            </a:endParaRPr>
          </a:p>
        </p:txBody>
      </p:sp>
      <p:pic>
        <p:nvPicPr>
          <p:cNvPr id="665" name="Google Shape;665;p66"/>
          <p:cNvPicPr preferRelativeResize="0"/>
          <p:nvPr/>
        </p:nvPicPr>
        <p:blipFill rotWithShape="1">
          <a:blip r:embed="rId3">
            <a:alphaModFix/>
          </a:blip>
          <a:srcRect b="0" l="0" r="0" t="0"/>
          <a:stretch/>
        </p:blipFill>
        <p:spPr>
          <a:xfrm>
            <a:off x="5883675" y="2618150"/>
            <a:ext cx="1181100" cy="600075"/>
          </a:xfrm>
          <a:prstGeom prst="rect">
            <a:avLst/>
          </a:prstGeom>
          <a:noFill/>
          <a:ln>
            <a:noFill/>
          </a:ln>
        </p:spPr>
      </p:pic>
      <p:sp>
        <p:nvSpPr>
          <p:cNvPr id="666" name="Google Shape;666;p66"/>
          <p:cNvSpPr txBox="1"/>
          <p:nvPr/>
        </p:nvSpPr>
        <p:spPr>
          <a:xfrm>
            <a:off x="1660750" y="3393900"/>
            <a:ext cx="9801000" cy="23034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1200"/>
              </a:spcBef>
              <a:spcAft>
                <a:spcPts val="0"/>
              </a:spcAft>
              <a:buClr>
                <a:schemeClr val="dk1"/>
              </a:buClr>
              <a:buSzPts val="1300"/>
              <a:buFont typeface="Libre Franklin"/>
              <a:buNone/>
            </a:pPr>
            <a:r>
              <a:rPr lang="it-IT" sz="1300">
                <a:solidFill>
                  <a:schemeClr val="dk1"/>
                </a:solidFill>
                <a:latin typeface="Libre Franklin"/>
                <a:ea typeface="Libre Franklin"/>
                <a:cs typeface="Libre Franklin"/>
                <a:sym typeface="Libre Franklin"/>
              </a:rPr>
              <a:t>Questo concetto rimane valido anche nel filtro attivo, perché la parte selettiva del circuito è ancora basata sul prodotto RC.</a:t>
            </a:r>
            <a:endParaRPr sz="1300">
              <a:solidFill>
                <a:schemeClr val="dk1"/>
              </a:solidFill>
              <a:latin typeface="Libre Franklin"/>
              <a:ea typeface="Libre Franklin"/>
              <a:cs typeface="Libre Franklin"/>
              <a:sym typeface="Libre Franklin"/>
            </a:endParaRPr>
          </a:p>
          <a:p>
            <a:pPr indent="0" lvl="0" marL="0" marR="0" rtl="0" algn="l">
              <a:lnSpc>
                <a:spcPct val="115000"/>
              </a:lnSpc>
              <a:spcBef>
                <a:spcPts val="1200"/>
              </a:spcBef>
              <a:spcAft>
                <a:spcPts val="0"/>
              </a:spcAft>
              <a:buClr>
                <a:schemeClr val="dk1"/>
              </a:buClr>
              <a:buSzPts val="1300"/>
              <a:buFont typeface="Libre Franklin"/>
              <a:buNone/>
            </a:pPr>
            <a:r>
              <a:rPr lang="it-IT" sz="1300">
                <a:solidFill>
                  <a:schemeClr val="dk1"/>
                </a:solidFill>
                <a:latin typeface="Libre Franklin"/>
                <a:ea typeface="Libre Franklin"/>
                <a:cs typeface="Libre Franklin"/>
                <a:sym typeface="Libre Franklin"/>
              </a:rPr>
              <a:t>La differenza principale è che nel filtro attivo viene introdotto un amplificatore operazionale, che permette non solo di filtrare il segnale, ma anche di controllarne il guadagno. Quindi, mentre il filtro passivo può solo attenuare o al massimo arrivare a un guadagno unitario, il filtro attivo può fornire anche amplificazione.</a:t>
            </a:r>
            <a:endParaRPr sz="1300">
              <a:solidFill>
                <a:schemeClr val="dk1"/>
              </a:solidFill>
              <a:latin typeface="Libre Franklin"/>
              <a:ea typeface="Libre Franklin"/>
              <a:cs typeface="Libre Franklin"/>
              <a:sym typeface="Libre Franklin"/>
            </a:endParaRPr>
          </a:p>
          <a:p>
            <a:pPr indent="0" lvl="0" marL="0" marR="0" rtl="0" algn="l">
              <a:lnSpc>
                <a:spcPct val="115000"/>
              </a:lnSpc>
              <a:spcBef>
                <a:spcPts val="1200"/>
              </a:spcBef>
              <a:spcAft>
                <a:spcPts val="1200"/>
              </a:spcAft>
              <a:buClr>
                <a:schemeClr val="dk1"/>
              </a:buClr>
              <a:buSzPts val="1300"/>
              <a:buFont typeface="Libre Franklin"/>
              <a:buNone/>
            </a:pPr>
            <a:r>
              <a:rPr lang="it-IT" sz="1300">
                <a:solidFill>
                  <a:schemeClr val="dk1"/>
                </a:solidFill>
                <a:latin typeface="Libre Franklin"/>
                <a:ea typeface="Libre Franklin"/>
                <a:cs typeface="Libre Franklin"/>
                <a:sym typeface="Libre Franklin"/>
              </a:rPr>
              <a:t>Ritroveremo quindi gli stessi concetti già osservati nel passivo: frequenza di taglio, andamento del Bode, effetto della variazione di R e C, risposta transitoria e influenza dei componenti reali. La differenza è che ora il comportamento del filtro sarà combinato con l’azione dell’operazionale, che migliora il controllo del segnale e permette una risposta più adatta alle applicazioni pratiche.</a:t>
            </a:r>
            <a:endParaRPr sz="1300">
              <a:solidFill>
                <a:schemeClr val="dk1"/>
              </a:solidFill>
              <a:latin typeface="Libre Franklin"/>
              <a:ea typeface="Libre Franklin"/>
              <a:cs typeface="Libre Franklin"/>
              <a:sym typeface="Libre Franklin"/>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0" name="Shape 670"/>
        <p:cNvGrpSpPr/>
        <p:nvPr/>
      </p:nvGrpSpPr>
      <p:grpSpPr>
        <a:xfrm>
          <a:off x="0" y="0"/>
          <a:ext cx="0" cy="0"/>
          <a:chOff x="0" y="0"/>
          <a:chExt cx="0" cy="0"/>
        </a:xfrm>
      </p:grpSpPr>
      <p:sp>
        <p:nvSpPr>
          <p:cNvPr id="671" name="Google Shape;671;p67"/>
          <p:cNvSpPr txBox="1"/>
          <p:nvPr/>
        </p:nvSpPr>
        <p:spPr>
          <a:xfrm>
            <a:off x="1147050" y="411999"/>
            <a:ext cx="6946200" cy="15699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Clr>
                <a:schemeClr val="dk1"/>
              </a:buClr>
              <a:buSzPts val="9600"/>
              <a:buFont typeface="Open Sans"/>
              <a:buNone/>
            </a:pPr>
            <a:r>
              <a:rPr lang="it-IT" sz="9600">
                <a:solidFill>
                  <a:schemeClr val="dk1"/>
                </a:solidFill>
                <a:latin typeface="Open Sans"/>
                <a:ea typeface="Open Sans"/>
                <a:cs typeface="Open Sans"/>
                <a:sym typeface="Open Sans"/>
              </a:rPr>
              <a:t>IDEALE</a:t>
            </a:r>
            <a:endParaRPr sz="9600">
              <a:solidFill>
                <a:schemeClr val="dk1"/>
              </a:solidFill>
              <a:latin typeface="Garamond"/>
              <a:ea typeface="Garamond"/>
              <a:cs typeface="Garamond"/>
              <a:sym typeface="Garamond"/>
            </a:endParaRPr>
          </a:p>
        </p:txBody>
      </p:sp>
      <p:sp>
        <p:nvSpPr>
          <p:cNvPr id="672" name="Google Shape;672;p67"/>
          <p:cNvSpPr txBox="1"/>
          <p:nvPr/>
        </p:nvSpPr>
        <p:spPr>
          <a:xfrm>
            <a:off x="1408400" y="2149225"/>
            <a:ext cx="10151100" cy="12291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1200"/>
              </a:spcBef>
              <a:spcAft>
                <a:spcPts val="0"/>
              </a:spcAft>
              <a:buClr>
                <a:schemeClr val="dk1"/>
              </a:buClr>
              <a:buSzPts val="1300"/>
              <a:buFont typeface="Libre Franklin"/>
              <a:buNone/>
            </a:pPr>
            <a:r>
              <a:rPr lang="it-IT" sz="1300">
                <a:solidFill>
                  <a:schemeClr val="dk1"/>
                </a:solidFill>
                <a:latin typeface="Libre Franklin"/>
                <a:ea typeface="Libre Franklin"/>
                <a:cs typeface="Libre Franklin"/>
                <a:sym typeface="Libre Franklin"/>
              </a:rPr>
              <a:t>Prima di analizzare il filtro passa-alto attivo, è utile richiamare il comportamento generale dell’amplificatore operazionale ideale. L’opamp confronta la tensione presente all’ingresso non invertente (+) con quella presente all’ingresso invertente (−) e genera una tensione di uscita Vout. </a:t>
            </a:r>
            <a:endParaRPr sz="1300">
              <a:solidFill>
                <a:schemeClr val="dk1"/>
              </a:solidFill>
              <a:latin typeface="Libre Franklin"/>
              <a:ea typeface="Libre Franklin"/>
              <a:cs typeface="Libre Franklin"/>
              <a:sym typeface="Libre Franklin"/>
            </a:endParaRPr>
          </a:p>
          <a:p>
            <a:pPr indent="0" lvl="0" marL="0" marR="0" rtl="0" algn="l">
              <a:lnSpc>
                <a:spcPct val="115000"/>
              </a:lnSpc>
              <a:spcBef>
                <a:spcPts val="1200"/>
              </a:spcBef>
              <a:spcAft>
                <a:spcPts val="1200"/>
              </a:spcAft>
              <a:buClr>
                <a:schemeClr val="dk1"/>
              </a:buClr>
              <a:buSzPts val="1300"/>
              <a:buFont typeface="Garamond"/>
              <a:buNone/>
            </a:pPr>
            <a:r>
              <a:t/>
            </a:r>
            <a:endParaRPr sz="1300">
              <a:solidFill>
                <a:schemeClr val="dk1"/>
              </a:solidFill>
              <a:latin typeface="Libre Franklin"/>
              <a:ea typeface="Libre Franklin"/>
              <a:cs typeface="Libre Franklin"/>
              <a:sym typeface="Libre Franklin"/>
            </a:endParaRPr>
          </a:p>
        </p:txBody>
      </p:sp>
      <p:pic>
        <p:nvPicPr>
          <p:cNvPr id="673" name="Google Shape;673;p67"/>
          <p:cNvPicPr preferRelativeResize="0"/>
          <p:nvPr/>
        </p:nvPicPr>
        <p:blipFill rotWithShape="1">
          <a:blip r:embed="rId3">
            <a:alphaModFix/>
          </a:blip>
          <a:srcRect b="0" l="0" r="0" t="0"/>
          <a:stretch/>
        </p:blipFill>
        <p:spPr>
          <a:xfrm>
            <a:off x="1481025" y="3152050"/>
            <a:ext cx="1937350" cy="2975225"/>
          </a:xfrm>
          <a:prstGeom prst="rect">
            <a:avLst/>
          </a:prstGeom>
          <a:noFill/>
          <a:ln>
            <a:noFill/>
          </a:ln>
        </p:spPr>
      </p:pic>
      <p:pic>
        <p:nvPicPr>
          <p:cNvPr id="674" name="Google Shape;674;p67"/>
          <p:cNvPicPr preferRelativeResize="0"/>
          <p:nvPr/>
        </p:nvPicPr>
        <p:blipFill rotWithShape="1">
          <a:blip r:embed="rId4">
            <a:alphaModFix/>
          </a:blip>
          <a:srcRect b="30512" l="0" r="67542" t="0"/>
          <a:stretch/>
        </p:blipFill>
        <p:spPr>
          <a:xfrm>
            <a:off x="3719850" y="3152050"/>
            <a:ext cx="1800611" cy="2748950"/>
          </a:xfrm>
          <a:prstGeom prst="rect">
            <a:avLst/>
          </a:prstGeom>
          <a:noFill/>
          <a:ln>
            <a:noFill/>
          </a:ln>
        </p:spPr>
      </p:pic>
      <p:sp>
        <p:nvSpPr>
          <p:cNvPr id="675" name="Google Shape;675;p67"/>
          <p:cNvSpPr txBox="1"/>
          <p:nvPr/>
        </p:nvSpPr>
        <p:spPr>
          <a:xfrm>
            <a:off x="5788275" y="3036600"/>
            <a:ext cx="6251400" cy="12867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1200"/>
              </a:spcBef>
              <a:spcAft>
                <a:spcPts val="0"/>
              </a:spcAft>
              <a:buClr>
                <a:schemeClr val="dk1"/>
              </a:buClr>
              <a:buSzPts val="1100"/>
              <a:buFont typeface="Garamond"/>
              <a:buNone/>
            </a:pPr>
            <a:r>
              <a:rPr lang="it-IT" sz="1100">
                <a:solidFill>
                  <a:schemeClr val="dk1"/>
                </a:solidFill>
                <a:latin typeface="Garamond"/>
                <a:ea typeface="Garamond"/>
                <a:cs typeface="Garamond"/>
                <a:sym typeface="Garamond"/>
              </a:rPr>
              <a:t>L’operazionale utilizzato è impostato come </a:t>
            </a:r>
            <a:r>
              <a:rPr b="1" lang="it-IT" sz="1100">
                <a:solidFill>
                  <a:schemeClr val="dk1"/>
                </a:solidFill>
                <a:latin typeface="Garamond"/>
                <a:ea typeface="Garamond"/>
                <a:cs typeface="Garamond"/>
                <a:sym typeface="Garamond"/>
              </a:rPr>
              <a:t>opamp ideale</a:t>
            </a:r>
            <a:r>
              <a:rPr lang="it-IT" sz="1100">
                <a:solidFill>
                  <a:schemeClr val="dk1"/>
                </a:solidFill>
                <a:latin typeface="Garamond"/>
                <a:ea typeface="Garamond"/>
                <a:cs typeface="Garamond"/>
                <a:sym typeface="Garamond"/>
              </a:rPr>
              <a:t>, cioè un componente che si avvicina al comportamento teorico: amplifica la differenza tra ingresso non invertente (+) e ingresso invertente (−), senza introdurre limiti significativi nella simulazione.</a:t>
            </a:r>
            <a:endParaRPr sz="1100">
              <a:solidFill>
                <a:schemeClr val="dk1"/>
              </a:solidFill>
              <a:latin typeface="Garamond"/>
              <a:ea typeface="Garamond"/>
              <a:cs typeface="Garamond"/>
              <a:sym typeface="Garamond"/>
            </a:endParaRPr>
          </a:p>
          <a:p>
            <a:pPr indent="0" lvl="0" marL="0" marR="0" rtl="0" algn="l">
              <a:lnSpc>
                <a:spcPct val="115000"/>
              </a:lnSpc>
              <a:spcBef>
                <a:spcPts val="1200"/>
              </a:spcBef>
              <a:spcAft>
                <a:spcPts val="1200"/>
              </a:spcAft>
              <a:buClr>
                <a:schemeClr val="dk1"/>
              </a:buClr>
              <a:buSzPts val="1100"/>
              <a:buFont typeface="Garamond"/>
              <a:buNone/>
            </a:pPr>
            <a:r>
              <a:rPr lang="it-IT" sz="1100">
                <a:solidFill>
                  <a:schemeClr val="dk1"/>
                </a:solidFill>
                <a:latin typeface="Garamond"/>
                <a:ea typeface="Garamond"/>
                <a:cs typeface="Garamond"/>
                <a:sym typeface="Garamond"/>
              </a:rPr>
              <a:t>Nella finestra dei parametri sono stati usati valori molto elevati, come </a:t>
            </a:r>
            <a:r>
              <a:rPr b="1" lang="it-IT" sz="1100">
                <a:solidFill>
                  <a:schemeClr val="dk1"/>
                </a:solidFill>
                <a:latin typeface="Garamond"/>
                <a:ea typeface="Garamond"/>
                <a:cs typeface="Garamond"/>
                <a:sym typeface="Garamond"/>
              </a:rPr>
              <a:t>Avol = 1T</a:t>
            </a:r>
            <a:r>
              <a:rPr lang="it-IT" sz="1100">
                <a:solidFill>
                  <a:schemeClr val="dk1"/>
                </a:solidFill>
                <a:latin typeface="Garamond"/>
                <a:ea typeface="Garamond"/>
                <a:cs typeface="Garamond"/>
                <a:sym typeface="Garamond"/>
              </a:rPr>
              <a:t>, </a:t>
            </a:r>
            <a:r>
              <a:rPr b="1" lang="it-IT" sz="1100">
                <a:solidFill>
                  <a:schemeClr val="dk1"/>
                </a:solidFill>
                <a:latin typeface="Garamond"/>
                <a:ea typeface="Garamond"/>
                <a:cs typeface="Garamond"/>
                <a:sym typeface="Garamond"/>
              </a:rPr>
              <a:t>GBW = 1T</a:t>
            </a:r>
            <a:r>
              <a:rPr lang="it-IT" sz="1100">
                <a:solidFill>
                  <a:schemeClr val="dk1"/>
                </a:solidFill>
                <a:latin typeface="Garamond"/>
                <a:ea typeface="Garamond"/>
                <a:cs typeface="Garamond"/>
                <a:sym typeface="Garamond"/>
              </a:rPr>
              <a:t>, </a:t>
            </a:r>
            <a:r>
              <a:rPr b="1" lang="it-IT" sz="1100">
                <a:solidFill>
                  <a:schemeClr val="dk1"/>
                </a:solidFill>
                <a:latin typeface="Garamond"/>
                <a:ea typeface="Garamond"/>
                <a:cs typeface="Garamond"/>
                <a:sym typeface="Garamond"/>
              </a:rPr>
              <a:t>Slew = 1T</a:t>
            </a:r>
            <a:r>
              <a:rPr lang="it-IT" sz="1100">
                <a:solidFill>
                  <a:schemeClr val="dk1"/>
                </a:solidFill>
                <a:latin typeface="Garamond"/>
                <a:ea typeface="Garamond"/>
                <a:cs typeface="Garamond"/>
                <a:sym typeface="Garamond"/>
              </a:rPr>
              <a:t> e </a:t>
            </a:r>
            <a:r>
              <a:rPr b="1" lang="it-IT" sz="1100">
                <a:solidFill>
                  <a:schemeClr val="dk1"/>
                </a:solidFill>
                <a:latin typeface="Garamond"/>
                <a:ea typeface="Garamond"/>
                <a:cs typeface="Garamond"/>
                <a:sym typeface="Garamond"/>
              </a:rPr>
              <a:t>Rin = 1T</a:t>
            </a:r>
            <a:r>
              <a:rPr lang="it-IT" sz="1100">
                <a:solidFill>
                  <a:schemeClr val="dk1"/>
                </a:solidFill>
                <a:latin typeface="Garamond"/>
                <a:ea typeface="Garamond"/>
                <a:cs typeface="Garamond"/>
                <a:sym typeface="Garamond"/>
              </a:rPr>
              <a:t>. Questi valori servono a rendere quasi ideali le caratteristiche principali dell’opamp:</a:t>
            </a:r>
            <a:endParaRPr sz="1100">
              <a:solidFill>
                <a:schemeClr val="dk1"/>
              </a:solidFill>
              <a:latin typeface="Garamond"/>
              <a:ea typeface="Garamond"/>
              <a:cs typeface="Garamond"/>
              <a:sym typeface="Garamond"/>
            </a:endParaRPr>
          </a:p>
        </p:txBody>
      </p:sp>
      <p:pic>
        <p:nvPicPr>
          <p:cNvPr id="676" name="Google Shape;676;p67"/>
          <p:cNvPicPr preferRelativeResize="0"/>
          <p:nvPr/>
        </p:nvPicPr>
        <p:blipFill rotWithShape="1">
          <a:blip r:embed="rId5">
            <a:alphaModFix/>
          </a:blip>
          <a:srcRect b="0" l="0" r="0" t="0"/>
          <a:stretch/>
        </p:blipFill>
        <p:spPr>
          <a:xfrm>
            <a:off x="5925236" y="4605950"/>
            <a:ext cx="1009650" cy="1066800"/>
          </a:xfrm>
          <a:prstGeom prst="rect">
            <a:avLst/>
          </a:prstGeom>
          <a:noFill/>
          <a:ln>
            <a:noFill/>
          </a:ln>
        </p:spPr>
      </p:pic>
      <p:sp>
        <p:nvSpPr>
          <p:cNvPr id="677" name="Google Shape;677;p67"/>
          <p:cNvSpPr txBox="1"/>
          <p:nvPr/>
        </p:nvSpPr>
        <p:spPr>
          <a:xfrm>
            <a:off x="7388500" y="4524550"/>
            <a:ext cx="4333800" cy="18708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1200"/>
              </a:spcBef>
              <a:spcAft>
                <a:spcPts val="0"/>
              </a:spcAft>
              <a:buClr>
                <a:schemeClr val="dk1"/>
              </a:buClr>
              <a:buSzPts val="1100"/>
              <a:buFont typeface="Garamond"/>
              <a:buNone/>
            </a:pPr>
            <a:r>
              <a:rPr lang="it-IT" sz="1100">
                <a:solidFill>
                  <a:schemeClr val="dk1"/>
                </a:solidFill>
                <a:latin typeface="Garamond"/>
                <a:ea typeface="Garamond"/>
                <a:cs typeface="Garamond"/>
                <a:sym typeface="Garamond"/>
              </a:rPr>
              <a:t>In questo modo l’operazionale non limita il guadagno, non carica il circuito in ingresso e non introduce ritardi o attenuazioni dovute alla banda passante.</a:t>
            </a:r>
            <a:endParaRPr sz="1100">
              <a:solidFill>
                <a:schemeClr val="dk1"/>
              </a:solidFill>
              <a:latin typeface="Garamond"/>
              <a:ea typeface="Garamond"/>
              <a:cs typeface="Garamond"/>
              <a:sym typeface="Garamond"/>
            </a:endParaRPr>
          </a:p>
          <a:p>
            <a:pPr indent="0" lvl="0" marL="0" marR="0" rtl="0" algn="l">
              <a:lnSpc>
                <a:spcPct val="115000"/>
              </a:lnSpc>
              <a:spcBef>
                <a:spcPts val="1200"/>
              </a:spcBef>
              <a:spcAft>
                <a:spcPts val="1200"/>
              </a:spcAft>
              <a:buClr>
                <a:schemeClr val="dk1"/>
              </a:buClr>
              <a:buSzPts val="1100"/>
              <a:buFont typeface="Garamond"/>
              <a:buNone/>
            </a:pPr>
            <a:r>
              <a:rPr lang="it-IT" sz="1100">
                <a:solidFill>
                  <a:schemeClr val="dk1"/>
                </a:solidFill>
                <a:latin typeface="Garamond"/>
                <a:ea typeface="Garamond"/>
                <a:cs typeface="Garamond"/>
                <a:sym typeface="Garamond"/>
              </a:rPr>
              <a:t>L’obiettivo è isolare il comportamento del </a:t>
            </a:r>
            <a:r>
              <a:rPr b="1" lang="it-IT" sz="1100">
                <a:solidFill>
                  <a:schemeClr val="dk1"/>
                </a:solidFill>
                <a:latin typeface="Garamond"/>
                <a:ea typeface="Garamond"/>
                <a:cs typeface="Garamond"/>
                <a:sym typeface="Garamond"/>
              </a:rPr>
              <a:t>filtro attivo</a:t>
            </a:r>
            <a:r>
              <a:rPr lang="it-IT" sz="1100">
                <a:solidFill>
                  <a:schemeClr val="dk1"/>
                </a:solidFill>
                <a:latin typeface="Garamond"/>
                <a:ea typeface="Garamond"/>
                <a:cs typeface="Garamond"/>
                <a:sym typeface="Garamond"/>
              </a:rPr>
              <a:t> senza far intervenire gli effetti non ideali dell’opamp reale. Così la risposta osservata dipende principalmente dalla rete esterna di resistori e condensatori, cioè dalla configurazione scelta e dalla frequenza di taglio del filtro.</a:t>
            </a:r>
            <a:endParaRPr sz="1100">
              <a:solidFill>
                <a:schemeClr val="dk1"/>
              </a:solidFill>
              <a:latin typeface="Garamond"/>
              <a:ea typeface="Garamond"/>
              <a:cs typeface="Garamond"/>
              <a:sym typeface="Garamond"/>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2" name="Shape 682"/>
        <p:cNvGrpSpPr/>
        <p:nvPr/>
      </p:nvGrpSpPr>
      <p:grpSpPr>
        <a:xfrm>
          <a:off x="0" y="0"/>
          <a:ext cx="0" cy="0"/>
          <a:chOff x="0" y="0"/>
          <a:chExt cx="0" cy="0"/>
        </a:xfrm>
      </p:grpSpPr>
      <p:sp>
        <p:nvSpPr>
          <p:cNvPr id="683" name="Google Shape;683;p68"/>
          <p:cNvSpPr txBox="1"/>
          <p:nvPr/>
        </p:nvSpPr>
        <p:spPr>
          <a:xfrm>
            <a:off x="968800" y="1709600"/>
            <a:ext cx="11152500" cy="12921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1200"/>
              </a:spcBef>
              <a:spcAft>
                <a:spcPts val="0"/>
              </a:spcAft>
              <a:buClr>
                <a:schemeClr val="dk1"/>
              </a:buClr>
              <a:buSzPts val="1100"/>
              <a:buFont typeface="Libre Franklin"/>
              <a:buNone/>
            </a:pPr>
            <a:r>
              <a:rPr lang="it-IT" sz="1100">
                <a:solidFill>
                  <a:schemeClr val="dk1"/>
                </a:solidFill>
                <a:latin typeface="Libre Franklin"/>
                <a:ea typeface="Libre Franklin"/>
                <a:cs typeface="Libre Franklin"/>
                <a:sym typeface="Libre Franklin"/>
              </a:rPr>
              <a:t>Prima di analizzare il filtro passa-alto attivo, è utile richiamare il comportamento generale dell’amplificatore operazionale ideale. L’opamp confronta la tensione presente all’ingresso non invertente (+) con quella presente all’ingresso invertente (−) e genera una tensione di uscita Vout</a:t>
            </a:r>
            <a:endParaRPr sz="1100">
              <a:solidFill>
                <a:schemeClr val="dk1"/>
              </a:solidFill>
              <a:latin typeface="Libre Franklin"/>
              <a:ea typeface="Libre Franklin"/>
              <a:cs typeface="Libre Franklin"/>
              <a:sym typeface="Libre Franklin"/>
            </a:endParaRPr>
          </a:p>
          <a:p>
            <a:pPr indent="0" lvl="0" marL="0" marR="0" rtl="0" algn="l">
              <a:lnSpc>
                <a:spcPct val="115000"/>
              </a:lnSpc>
              <a:spcBef>
                <a:spcPts val="1200"/>
              </a:spcBef>
              <a:spcAft>
                <a:spcPts val="0"/>
              </a:spcAft>
              <a:buClr>
                <a:schemeClr val="dk1"/>
              </a:buClr>
              <a:buSzPts val="1100"/>
              <a:buFont typeface="Libre Franklin"/>
              <a:buNone/>
            </a:pPr>
            <a:r>
              <a:rPr lang="it-IT" sz="1100">
                <a:solidFill>
                  <a:schemeClr val="dk1"/>
                </a:solidFill>
                <a:latin typeface="Libre Franklin"/>
                <a:ea typeface="Libre Franklin"/>
                <a:cs typeface="Libre Franklin"/>
                <a:sym typeface="Libre Franklin"/>
              </a:rPr>
              <a:t>In condizioni ideali, con retroazione negativa, l’opamp tende a mantenere i due ingressi alla stessa tensione:</a:t>
            </a:r>
            <a:endParaRPr sz="1100">
              <a:solidFill>
                <a:schemeClr val="dk1"/>
              </a:solidFill>
              <a:latin typeface="Libre Franklin"/>
              <a:ea typeface="Libre Franklin"/>
              <a:cs typeface="Libre Franklin"/>
              <a:sym typeface="Libre Franklin"/>
            </a:endParaRPr>
          </a:p>
          <a:p>
            <a:pPr indent="0" lvl="0" marL="0" marR="0" rtl="0" algn="l">
              <a:spcBef>
                <a:spcPts val="1200"/>
              </a:spcBef>
              <a:spcAft>
                <a:spcPts val="0"/>
              </a:spcAft>
              <a:buClr>
                <a:schemeClr val="dk1"/>
              </a:buClr>
              <a:buSzPts val="1800"/>
              <a:buFont typeface="Garamond"/>
              <a:buNone/>
            </a:pPr>
            <a:r>
              <a:t/>
            </a:r>
            <a:endParaRPr sz="1800">
              <a:solidFill>
                <a:schemeClr val="dk1"/>
              </a:solidFill>
              <a:latin typeface="Libre Franklin"/>
              <a:ea typeface="Libre Franklin"/>
              <a:cs typeface="Libre Franklin"/>
              <a:sym typeface="Libre Franklin"/>
            </a:endParaRPr>
          </a:p>
        </p:txBody>
      </p:sp>
      <p:pic>
        <p:nvPicPr>
          <p:cNvPr id="684" name="Google Shape;684;p68"/>
          <p:cNvPicPr preferRelativeResize="0"/>
          <p:nvPr/>
        </p:nvPicPr>
        <p:blipFill rotWithShape="1">
          <a:blip r:embed="rId3">
            <a:alphaModFix/>
          </a:blip>
          <a:srcRect b="0" l="0" r="0" t="0"/>
          <a:stretch/>
        </p:blipFill>
        <p:spPr>
          <a:xfrm>
            <a:off x="8228300" y="2291150"/>
            <a:ext cx="847725" cy="352425"/>
          </a:xfrm>
          <a:prstGeom prst="rect">
            <a:avLst/>
          </a:prstGeom>
          <a:noFill/>
          <a:ln>
            <a:noFill/>
          </a:ln>
        </p:spPr>
      </p:pic>
      <p:sp>
        <p:nvSpPr>
          <p:cNvPr id="685" name="Google Shape;685;p68"/>
          <p:cNvSpPr txBox="1"/>
          <p:nvPr/>
        </p:nvSpPr>
        <p:spPr>
          <a:xfrm>
            <a:off x="1042050" y="2686525"/>
            <a:ext cx="10143000" cy="369300"/>
          </a:xfrm>
          <a:prstGeom prst="rect">
            <a:avLst/>
          </a:prstGeom>
          <a:noFill/>
          <a:ln>
            <a:noFill/>
          </a:ln>
        </p:spPr>
        <p:txBody>
          <a:bodyPr anchorCtr="0" anchor="t" bIns="91425" lIns="91425" spcFirstLastPara="1" rIns="91425" wrap="square" tIns="91425">
            <a:spAutoFit/>
          </a:bodyPr>
          <a:lstStyle/>
          <a:p>
            <a:pPr indent="0" lvl="0" marL="0" marR="0" rtl="0" algn="l">
              <a:spcBef>
                <a:spcPts val="0"/>
              </a:spcBef>
              <a:spcAft>
                <a:spcPts val="0"/>
              </a:spcAft>
              <a:buClr>
                <a:schemeClr val="dk1"/>
              </a:buClr>
              <a:buSzPts val="1200"/>
              <a:buFont typeface="Libre Franklin"/>
              <a:buNone/>
            </a:pPr>
            <a:r>
              <a:rPr lang="it-IT" sz="1200">
                <a:solidFill>
                  <a:schemeClr val="dk1"/>
                </a:solidFill>
                <a:latin typeface="Libre Franklin"/>
                <a:ea typeface="Libre Franklin"/>
                <a:cs typeface="Libre Franklin"/>
                <a:sym typeface="Libre Franklin"/>
              </a:rPr>
              <a:t>Questo principio permette di costruire circuiti con guadagno controllato tramite resistenze esterne.</a:t>
            </a:r>
            <a:endParaRPr sz="1200">
              <a:solidFill>
                <a:schemeClr val="dk1"/>
              </a:solidFill>
              <a:latin typeface="Libre Franklin"/>
              <a:ea typeface="Libre Franklin"/>
              <a:cs typeface="Libre Franklin"/>
              <a:sym typeface="Libre Franklin"/>
            </a:endParaRPr>
          </a:p>
        </p:txBody>
      </p:sp>
      <p:sp>
        <p:nvSpPr>
          <p:cNvPr id="686" name="Google Shape;686;p68"/>
          <p:cNvSpPr txBox="1"/>
          <p:nvPr/>
        </p:nvSpPr>
        <p:spPr>
          <a:xfrm>
            <a:off x="1139750" y="3183150"/>
            <a:ext cx="10924500" cy="585000"/>
          </a:xfrm>
          <a:prstGeom prst="rect">
            <a:avLst/>
          </a:prstGeom>
          <a:noFill/>
          <a:ln>
            <a:noFill/>
          </a:ln>
        </p:spPr>
        <p:txBody>
          <a:bodyPr anchorCtr="0" anchor="t" bIns="91425" lIns="91425" spcFirstLastPara="1" rIns="91425" wrap="square" tIns="91425">
            <a:spAutoFit/>
          </a:bodyPr>
          <a:lstStyle/>
          <a:p>
            <a:pPr indent="0" lvl="0" marL="0" marR="0" rtl="0" algn="l">
              <a:spcBef>
                <a:spcPts val="0"/>
              </a:spcBef>
              <a:spcAft>
                <a:spcPts val="0"/>
              </a:spcAft>
              <a:buClr>
                <a:schemeClr val="dk1"/>
              </a:buClr>
              <a:buSzPts val="1300"/>
              <a:buFont typeface="Libre Franklin"/>
              <a:buNone/>
            </a:pPr>
            <a:r>
              <a:rPr lang="it-IT" sz="1300">
                <a:solidFill>
                  <a:schemeClr val="dk1"/>
                </a:solidFill>
                <a:latin typeface="Libre Franklin"/>
                <a:ea typeface="Libre Franklin"/>
                <a:cs typeface="Libre Franklin"/>
                <a:sym typeface="Libre Franklin"/>
              </a:rPr>
              <a:t>Un filtro attivo con operazionale può essere realizzato in due configurazioni principali: non invertente e invertente. </a:t>
            </a:r>
            <a:endParaRPr sz="1300">
              <a:solidFill>
                <a:schemeClr val="dk1"/>
              </a:solidFill>
              <a:latin typeface="Libre Franklin"/>
              <a:ea typeface="Libre Franklin"/>
              <a:cs typeface="Libre Franklin"/>
              <a:sym typeface="Libre Franklin"/>
            </a:endParaRPr>
          </a:p>
          <a:p>
            <a:pPr indent="0" lvl="0" marL="0" marR="0" rtl="0" algn="l">
              <a:spcBef>
                <a:spcPts val="0"/>
              </a:spcBef>
              <a:spcAft>
                <a:spcPts val="0"/>
              </a:spcAft>
              <a:buClr>
                <a:schemeClr val="dk1"/>
              </a:buClr>
              <a:buSzPts val="1300"/>
              <a:buFont typeface="Libre Franklin"/>
              <a:buNone/>
            </a:pPr>
            <a:r>
              <a:rPr lang="it-IT" sz="1300">
                <a:solidFill>
                  <a:schemeClr val="dk1"/>
                </a:solidFill>
                <a:latin typeface="Libre Franklin"/>
                <a:ea typeface="Libre Franklin"/>
                <a:cs typeface="Libre Franklin"/>
                <a:sym typeface="Libre Franklin"/>
              </a:rPr>
              <a:t>In entrambi i casi la rete RC determina la frequenza di taglio, mentre l’operazionale definisce il guadagno e la fase del segnale in uscita.</a:t>
            </a:r>
            <a:endParaRPr sz="1300">
              <a:solidFill>
                <a:schemeClr val="dk1"/>
              </a:solidFill>
              <a:latin typeface="Libre Franklin"/>
              <a:ea typeface="Libre Franklin"/>
              <a:cs typeface="Libre Franklin"/>
              <a:sym typeface="Libre Franklin"/>
            </a:endParaRPr>
          </a:p>
        </p:txBody>
      </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1" name="Shape 691"/>
        <p:cNvGrpSpPr/>
        <p:nvPr/>
      </p:nvGrpSpPr>
      <p:grpSpPr>
        <a:xfrm>
          <a:off x="0" y="0"/>
          <a:ext cx="0" cy="0"/>
          <a:chOff x="0" y="0"/>
          <a:chExt cx="0" cy="0"/>
        </a:xfrm>
      </p:grpSpPr>
      <p:sp>
        <p:nvSpPr>
          <p:cNvPr id="692" name="Google Shape;692;p69"/>
          <p:cNvSpPr txBox="1"/>
          <p:nvPr/>
        </p:nvSpPr>
        <p:spPr>
          <a:xfrm>
            <a:off x="1196750" y="944375"/>
            <a:ext cx="9898500" cy="13830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1400"/>
              </a:spcBef>
              <a:spcAft>
                <a:spcPts val="0"/>
              </a:spcAft>
              <a:buClr>
                <a:schemeClr val="dk1"/>
              </a:buClr>
              <a:buSzPts val="1300"/>
              <a:buFont typeface="Libre Franklin"/>
              <a:buNone/>
            </a:pPr>
            <a:r>
              <a:rPr b="1" lang="it-IT" sz="1300">
                <a:solidFill>
                  <a:schemeClr val="dk1"/>
                </a:solidFill>
                <a:latin typeface="Libre Franklin"/>
                <a:ea typeface="Libre Franklin"/>
                <a:cs typeface="Libre Franklin"/>
                <a:sym typeface="Libre Franklin"/>
              </a:rPr>
              <a:t>Configurazione non invertente</a:t>
            </a:r>
            <a:endParaRPr b="1" sz="1300">
              <a:solidFill>
                <a:schemeClr val="dk1"/>
              </a:solidFill>
              <a:latin typeface="Libre Franklin"/>
              <a:ea typeface="Libre Franklin"/>
              <a:cs typeface="Libre Franklin"/>
              <a:sym typeface="Libre Franklin"/>
            </a:endParaRPr>
          </a:p>
          <a:p>
            <a:pPr indent="0" lvl="0" marL="0" marR="0" rtl="0" algn="l">
              <a:lnSpc>
                <a:spcPct val="115000"/>
              </a:lnSpc>
              <a:spcBef>
                <a:spcPts val="1200"/>
              </a:spcBef>
              <a:spcAft>
                <a:spcPts val="0"/>
              </a:spcAft>
              <a:buClr>
                <a:schemeClr val="dk1"/>
              </a:buClr>
              <a:buSzPts val="1300"/>
              <a:buFont typeface="Libre Franklin"/>
              <a:buNone/>
            </a:pPr>
            <a:r>
              <a:rPr lang="it-IT" sz="1300">
                <a:solidFill>
                  <a:schemeClr val="dk1"/>
                </a:solidFill>
                <a:latin typeface="Libre Franklin"/>
                <a:ea typeface="Libre Franklin"/>
                <a:cs typeface="Libre Franklin"/>
                <a:sym typeface="Libre Franklin"/>
              </a:rPr>
              <a:t>Nella configurazione non invertente, il segnale viene applicato all’ingresso (+)(+)(+). In questo caso l’uscita mantiene la stessa fase del segnale di ingresso: se VinV_{in}Vin​ aumenta, anche VoutV_{out}Vout​ aumenta.</a:t>
            </a:r>
            <a:endParaRPr sz="1300">
              <a:solidFill>
                <a:schemeClr val="dk1"/>
              </a:solidFill>
              <a:latin typeface="Libre Franklin"/>
              <a:ea typeface="Libre Franklin"/>
              <a:cs typeface="Libre Franklin"/>
              <a:sym typeface="Libre Franklin"/>
            </a:endParaRPr>
          </a:p>
          <a:p>
            <a:pPr indent="0" lvl="0" marL="0" marR="0" rtl="0" algn="l">
              <a:lnSpc>
                <a:spcPct val="115000"/>
              </a:lnSpc>
              <a:spcBef>
                <a:spcPts val="1200"/>
              </a:spcBef>
              <a:spcAft>
                <a:spcPts val="1200"/>
              </a:spcAft>
              <a:buClr>
                <a:schemeClr val="dk1"/>
              </a:buClr>
              <a:buSzPts val="1300"/>
              <a:buFont typeface="Libre Franklin"/>
              <a:buNone/>
            </a:pPr>
            <a:r>
              <a:rPr lang="it-IT" sz="1300">
                <a:solidFill>
                  <a:schemeClr val="dk1"/>
                </a:solidFill>
                <a:latin typeface="Libre Franklin"/>
                <a:ea typeface="Libre Franklin"/>
                <a:cs typeface="Libre Franklin"/>
                <a:sym typeface="Libre Franklin"/>
              </a:rPr>
              <a:t>Il guadagno è:</a:t>
            </a:r>
            <a:endParaRPr sz="1300">
              <a:solidFill>
                <a:schemeClr val="dk1"/>
              </a:solidFill>
              <a:latin typeface="Libre Franklin"/>
              <a:ea typeface="Libre Franklin"/>
              <a:cs typeface="Libre Franklin"/>
              <a:sym typeface="Libre Franklin"/>
            </a:endParaRPr>
          </a:p>
        </p:txBody>
      </p:sp>
      <p:pic>
        <p:nvPicPr>
          <p:cNvPr id="693" name="Google Shape;693;p69"/>
          <p:cNvPicPr preferRelativeResize="0"/>
          <p:nvPr/>
        </p:nvPicPr>
        <p:blipFill rotWithShape="1">
          <a:blip r:embed="rId3">
            <a:alphaModFix/>
          </a:blip>
          <a:srcRect b="0" l="0" r="0" t="0"/>
          <a:stretch/>
        </p:blipFill>
        <p:spPr>
          <a:xfrm>
            <a:off x="3693750" y="2243700"/>
            <a:ext cx="1943100" cy="1685925"/>
          </a:xfrm>
          <a:prstGeom prst="rect">
            <a:avLst/>
          </a:prstGeom>
          <a:noFill/>
          <a:ln>
            <a:noFill/>
          </a:ln>
        </p:spPr>
      </p:pic>
      <p:sp>
        <p:nvSpPr>
          <p:cNvPr id="694" name="Google Shape;694;p69"/>
          <p:cNvSpPr txBox="1"/>
          <p:nvPr/>
        </p:nvSpPr>
        <p:spPr>
          <a:xfrm>
            <a:off x="2083250" y="2829825"/>
            <a:ext cx="1734000" cy="3501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SzPts val="1300"/>
              <a:buFont typeface="Libre Franklin"/>
              <a:buNone/>
            </a:pPr>
            <a:r>
              <a:rPr lang="it-IT" sz="1300">
                <a:solidFill>
                  <a:schemeClr val="dk1"/>
                </a:solidFill>
                <a:latin typeface="Libre Franklin"/>
                <a:ea typeface="Libre Franklin"/>
                <a:cs typeface="Libre Franklin"/>
                <a:sym typeface="Libre Franklin"/>
              </a:rPr>
              <a:t>Quindi</a:t>
            </a:r>
            <a:endParaRPr sz="1300">
              <a:solidFill>
                <a:schemeClr val="dk1"/>
              </a:solidFill>
              <a:latin typeface="Libre Franklin"/>
              <a:ea typeface="Libre Franklin"/>
              <a:cs typeface="Libre Franklin"/>
              <a:sym typeface="Libre Franklin"/>
            </a:endParaRPr>
          </a:p>
        </p:txBody>
      </p:sp>
      <p:sp>
        <p:nvSpPr>
          <p:cNvPr id="695" name="Google Shape;695;p69"/>
          <p:cNvSpPr txBox="1"/>
          <p:nvPr/>
        </p:nvSpPr>
        <p:spPr>
          <a:xfrm>
            <a:off x="2170525" y="4081250"/>
            <a:ext cx="5131200" cy="4746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SzPts val="1300"/>
              <a:buFont typeface="Libre Franklin"/>
              <a:buNone/>
            </a:pPr>
            <a:r>
              <a:rPr lang="it-IT" sz="1300">
                <a:solidFill>
                  <a:schemeClr val="dk1"/>
                </a:solidFill>
                <a:latin typeface="Libre Franklin"/>
                <a:ea typeface="Libre Franklin"/>
                <a:cs typeface="Libre Franklin"/>
                <a:sym typeface="Libre Franklin"/>
              </a:rPr>
              <a:t>Questa configurazione amplifica il segnale senza invertirlo.</a:t>
            </a:r>
            <a:endParaRPr sz="1300">
              <a:solidFill>
                <a:schemeClr val="dk1"/>
              </a:solidFill>
              <a:latin typeface="Libre Franklin"/>
              <a:ea typeface="Libre Franklin"/>
              <a:cs typeface="Libre Franklin"/>
              <a:sym typeface="Libre Franklin"/>
            </a:endParaRPr>
          </a:p>
        </p:txBody>
      </p:sp>
      <p:pic>
        <p:nvPicPr>
          <p:cNvPr id="696" name="Google Shape;696;p69"/>
          <p:cNvPicPr preferRelativeResize="0"/>
          <p:nvPr/>
        </p:nvPicPr>
        <p:blipFill rotWithShape="1">
          <a:blip r:embed="rId4">
            <a:alphaModFix/>
          </a:blip>
          <a:srcRect b="0" l="0" r="0" t="0"/>
          <a:stretch/>
        </p:blipFill>
        <p:spPr>
          <a:xfrm>
            <a:off x="7023425" y="2209800"/>
            <a:ext cx="4476900" cy="2657524"/>
          </a:xfrm>
          <a:prstGeom prst="rect">
            <a:avLst/>
          </a:prstGeom>
          <a:noFill/>
          <a:ln>
            <a:noFill/>
          </a:ln>
        </p:spPr>
      </p:pic>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1" name="Shape 701"/>
        <p:cNvGrpSpPr/>
        <p:nvPr/>
      </p:nvGrpSpPr>
      <p:grpSpPr>
        <a:xfrm>
          <a:off x="0" y="0"/>
          <a:ext cx="0" cy="0"/>
          <a:chOff x="0" y="0"/>
          <a:chExt cx="0" cy="0"/>
        </a:xfrm>
      </p:grpSpPr>
      <p:pic>
        <p:nvPicPr>
          <p:cNvPr id="702" name="Google Shape;702;p70"/>
          <p:cNvPicPr preferRelativeResize="0"/>
          <p:nvPr/>
        </p:nvPicPr>
        <p:blipFill rotWithShape="1">
          <a:blip r:embed="rId3">
            <a:alphaModFix/>
          </a:blip>
          <a:srcRect b="0" l="0" r="0" t="0"/>
          <a:stretch/>
        </p:blipFill>
        <p:spPr>
          <a:xfrm>
            <a:off x="7049275" y="2657550"/>
            <a:ext cx="4941476" cy="1992024"/>
          </a:xfrm>
          <a:prstGeom prst="rect">
            <a:avLst/>
          </a:prstGeom>
          <a:noFill/>
          <a:ln>
            <a:noFill/>
          </a:ln>
        </p:spPr>
      </p:pic>
      <p:sp>
        <p:nvSpPr>
          <p:cNvPr id="703" name="Google Shape;703;p70"/>
          <p:cNvSpPr txBox="1"/>
          <p:nvPr/>
        </p:nvSpPr>
        <p:spPr>
          <a:xfrm>
            <a:off x="1359575" y="1139750"/>
            <a:ext cx="10492800" cy="17670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1400"/>
              </a:spcBef>
              <a:spcAft>
                <a:spcPts val="0"/>
              </a:spcAft>
              <a:buClr>
                <a:schemeClr val="dk1"/>
              </a:buClr>
              <a:buSzPts val="1300"/>
              <a:buFont typeface="Libre Franklin"/>
              <a:buNone/>
            </a:pPr>
            <a:r>
              <a:rPr b="1" lang="it-IT" sz="1300">
                <a:solidFill>
                  <a:schemeClr val="dk1"/>
                </a:solidFill>
                <a:latin typeface="Libre Franklin"/>
                <a:ea typeface="Libre Franklin"/>
                <a:cs typeface="Libre Franklin"/>
                <a:sym typeface="Libre Franklin"/>
              </a:rPr>
              <a:t>Configurazione invertente</a:t>
            </a:r>
            <a:endParaRPr b="1" sz="1300">
              <a:solidFill>
                <a:schemeClr val="dk1"/>
              </a:solidFill>
              <a:latin typeface="Libre Franklin"/>
              <a:ea typeface="Libre Franklin"/>
              <a:cs typeface="Libre Franklin"/>
              <a:sym typeface="Libre Franklin"/>
            </a:endParaRPr>
          </a:p>
          <a:p>
            <a:pPr indent="0" lvl="0" marL="0" marR="0" rtl="0" algn="l">
              <a:lnSpc>
                <a:spcPct val="115000"/>
              </a:lnSpc>
              <a:spcBef>
                <a:spcPts val="1200"/>
              </a:spcBef>
              <a:spcAft>
                <a:spcPts val="0"/>
              </a:spcAft>
              <a:buClr>
                <a:schemeClr val="dk1"/>
              </a:buClr>
              <a:buSzPts val="1300"/>
              <a:buFont typeface="Libre Franklin"/>
              <a:buNone/>
            </a:pPr>
            <a:r>
              <a:rPr lang="it-IT" sz="1300">
                <a:solidFill>
                  <a:schemeClr val="dk1"/>
                </a:solidFill>
                <a:latin typeface="Libre Franklin"/>
                <a:ea typeface="Libre Franklin"/>
                <a:cs typeface="Libre Franklin"/>
                <a:sym typeface="Libre Franklin"/>
              </a:rPr>
              <a:t>Nella configurazione invertente, il segnale viene applicato all’ingresso (−)(-)(−), mentre l’ingresso (+)(+)(+) è collegato a massa o a un riferimento.</a:t>
            </a:r>
            <a:endParaRPr sz="1300">
              <a:solidFill>
                <a:schemeClr val="dk1"/>
              </a:solidFill>
              <a:latin typeface="Libre Franklin"/>
              <a:ea typeface="Libre Franklin"/>
              <a:cs typeface="Libre Franklin"/>
              <a:sym typeface="Libre Franklin"/>
            </a:endParaRPr>
          </a:p>
          <a:p>
            <a:pPr indent="0" lvl="0" marL="0" marR="0" rtl="0" algn="l">
              <a:lnSpc>
                <a:spcPct val="115000"/>
              </a:lnSpc>
              <a:spcBef>
                <a:spcPts val="1200"/>
              </a:spcBef>
              <a:spcAft>
                <a:spcPts val="0"/>
              </a:spcAft>
              <a:buClr>
                <a:schemeClr val="dk1"/>
              </a:buClr>
              <a:buSzPts val="1300"/>
              <a:buFont typeface="Libre Franklin"/>
              <a:buNone/>
            </a:pPr>
            <a:r>
              <a:rPr lang="it-IT" sz="1300">
                <a:solidFill>
                  <a:schemeClr val="dk1"/>
                </a:solidFill>
                <a:latin typeface="Libre Franklin"/>
                <a:ea typeface="Libre Franklin"/>
                <a:cs typeface="Libre Franklin"/>
                <a:sym typeface="Libre Franklin"/>
              </a:rPr>
              <a:t>In questo caso l’uscita è invertita di fase rispetto all’ingresso: se VinV_{in}Vin​ aumenta, VoutV_{out}Vout​ diminuisce.</a:t>
            </a:r>
            <a:endParaRPr sz="1300">
              <a:solidFill>
                <a:schemeClr val="dk1"/>
              </a:solidFill>
              <a:latin typeface="Libre Franklin"/>
              <a:ea typeface="Libre Franklin"/>
              <a:cs typeface="Libre Franklin"/>
              <a:sym typeface="Libre Franklin"/>
            </a:endParaRPr>
          </a:p>
          <a:p>
            <a:pPr indent="0" lvl="0" marL="0" marR="0" rtl="0" algn="l">
              <a:lnSpc>
                <a:spcPct val="115000"/>
              </a:lnSpc>
              <a:spcBef>
                <a:spcPts val="1200"/>
              </a:spcBef>
              <a:spcAft>
                <a:spcPts val="1200"/>
              </a:spcAft>
              <a:buClr>
                <a:schemeClr val="dk1"/>
              </a:buClr>
              <a:buSzPts val="1300"/>
              <a:buFont typeface="Libre Franklin"/>
              <a:buNone/>
            </a:pPr>
            <a:r>
              <a:rPr lang="it-IT" sz="1300">
                <a:solidFill>
                  <a:schemeClr val="dk1"/>
                </a:solidFill>
                <a:latin typeface="Libre Franklin"/>
                <a:ea typeface="Libre Franklin"/>
                <a:cs typeface="Libre Franklin"/>
                <a:sym typeface="Libre Franklin"/>
              </a:rPr>
              <a:t>Il guadagno è:</a:t>
            </a:r>
            <a:endParaRPr sz="1300">
              <a:solidFill>
                <a:schemeClr val="dk1"/>
              </a:solidFill>
              <a:latin typeface="Libre Franklin"/>
              <a:ea typeface="Libre Franklin"/>
              <a:cs typeface="Libre Franklin"/>
              <a:sym typeface="Libre Franklin"/>
            </a:endParaRPr>
          </a:p>
        </p:txBody>
      </p:sp>
      <p:pic>
        <p:nvPicPr>
          <p:cNvPr id="704" name="Google Shape;704;p70"/>
          <p:cNvPicPr preferRelativeResize="0"/>
          <p:nvPr/>
        </p:nvPicPr>
        <p:blipFill rotWithShape="1">
          <a:blip r:embed="rId4">
            <a:alphaModFix/>
          </a:blip>
          <a:srcRect b="0" l="0" r="0" t="0"/>
          <a:stretch/>
        </p:blipFill>
        <p:spPr>
          <a:xfrm>
            <a:off x="3335550" y="3059150"/>
            <a:ext cx="1543050" cy="1552575"/>
          </a:xfrm>
          <a:prstGeom prst="rect">
            <a:avLst/>
          </a:prstGeom>
          <a:noFill/>
          <a:ln>
            <a:noFill/>
          </a:ln>
        </p:spPr>
      </p:pic>
      <p:sp>
        <p:nvSpPr>
          <p:cNvPr id="705" name="Google Shape;705;p70"/>
          <p:cNvSpPr txBox="1"/>
          <p:nvPr/>
        </p:nvSpPr>
        <p:spPr>
          <a:xfrm>
            <a:off x="1755325" y="4764125"/>
            <a:ext cx="5131200" cy="4746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SzPts val="1300"/>
              <a:buFont typeface="Libre Franklin"/>
              <a:buNone/>
            </a:pPr>
            <a:r>
              <a:rPr lang="it-IT" sz="1300">
                <a:solidFill>
                  <a:schemeClr val="dk1"/>
                </a:solidFill>
                <a:latin typeface="Libre Franklin"/>
                <a:ea typeface="Libre Franklin"/>
                <a:cs typeface="Libre Franklin"/>
                <a:sym typeface="Libre Franklin"/>
              </a:rPr>
              <a:t>Il segno meno indica l’inversione di fase di 180°.</a:t>
            </a:r>
            <a:endParaRPr sz="1300">
              <a:solidFill>
                <a:schemeClr val="dk1"/>
              </a:solidFill>
              <a:latin typeface="Libre Franklin"/>
              <a:ea typeface="Libre Franklin"/>
              <a:cs typeface="Libre Franklin"/>
              <a:sym typeface="Libre Franklin"/>
            </a:endParaRPr>
          </a:p>
        </p:txBody>
      </p:sp>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10" name="Shape 710"/>
        <p:cNvGrpSpPr/>
        <p:nvPr/>
      </p:nvGrpSpPr>
      <p:grpSpPr>
        <a:xfrm>
          <a:off x="0" y="0"/>
          <a:ext cx="0" cy="0"/>
          <a:chOff x="0" y="0"/>
          <a:chExt cx="0" cy="0"/>
        </a:xfrm>
      </p:grpSpPr>
      <p:sp>
        <p:nvSpPr>
          <p:cNvPr id="711" name="Google Shape;711;p71"/>
          <p:cNvSpPr txBox="1"/>
          <p:nvPr/>
        </p:nvSpPr>
        <p:spPr>
          <a:xfrm>
            <a:off x="968800" y="618700"/>
            <a:ext cx="11103600" cy="13830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1400"/>
              </a:spcBef>
              <a:spcAft>
                <a:spcPts val="0"/>
              </a:spcAft>
              <a:buClr>
                <a:schemeClr val="dk1"/>
              </a:buClr>
              <a:buSzPts val="1300"/>
              <a:buFont typeface="Libre Franklin"/>
              <a:buNone/>
            </a:pPr>
            <a:r>
              <a:rPr b="1" lang="it-IT" sz="1300">
                <a:solidFill>
                  <a:schemeClr val="dk1"/>
                </a:solidFill>
                <a:latin typeface="Libre Franklin"/>
                <a:ea typeface="Libre Franklin"/>
                <a:cs typeface="Libre Franklin"/>
                <a:sym typeface="Libre Franklin"/>
              </a:rPr>
              <a:t>Configurazione attiva invertente con guadagno 2</a:t>
            </a:r>
            <a:endParaRPr b="1" sz="1300">
              <a:solidFill>
                <a:schemeClr val="dk1"/>
              </a:solidFill>
              <a:latin typeface="Libre Franklin"/>
              <a:ea typeface="Libre Franklin"/>
              <a:cs typeface="Libre Franklin"/>
              <a:sym typeface="Libre Franklin"/>
            </a:endParaRPr>
          </a:p>
          <a:p>
            <a:pPr indent="0" lvl="0" marL="0" marR="0" rtl="0" algn="l">
              <a:lnSpc>
                <a:spcPct val="115000"/>
              </a:lnSpc>
              <a:spcBef>
                <a:spcPts val="1200"/>
              </a:spcBef>
              <a:spcAft>
                <a:spcPts val="0"/>
              </a:spcAft>
              <a:buClr>
                <a:schemeClr val="dk1"/>
              </a:buClr>
              <a:buSzPts val="1300"/>
              <a:buFont typeface="Libre Franklin"/>
              <a:buNone/>
            </a:pPr>
            <a:r>
              <a:rPr lang="it-IT" sz="1300">
                <a:solidFill>
                  <a:schemeClr val="dk1"/>
                </a:solidFill>
                <a:latin typeface="Libre Franklin"/>
                <a:ea typeface="Libre Franklin"/>
                <a:cs typeface="Libre Franklin"/>
                <a:sym typeface="Libre Franklin"/>
              </a:rPr>
              <a:t>Considerando l’ultima configurazione spiegata, cioè quella invertente, si realizza un filtro passa-alto attivo in cui il segnale entra sul morsetto (−) dell’operazionale, mentre il morsetto (+) è collegato a massa.</a:t>
            </a:r>
            <a:endParaRPr sz="1300">
              <a:solidFill>
                <a:schemeClr val="dk1"/>
              </a:solidFill>
              <a:latin typeface="Libre Franklin"/>
              <a:ea typeface="Libre Franklin"/>
              <a:cs typeface="Libre Franklin"/>
              <a:sym typeface="Libre Franklin"/>
            </a:endParaRPr>
          </a:p>
          <a:p>
            <a:pPr indent="0" lvl="0" marL="0" marR="0" rtl="0" algn="l">
              <a:lnSpc>
                <a:spcPct val="115000"/>
              </a:lnSpc>
              <a:spcBef>
                <a:spcPts val="1200"/>
              </a:spcBef>
              <a:spcAft>
                <a:spcPts val="1200"/>
              </a:spcAft>
              <a:buClr>
                <a:schemeClr val="dk1"/>
              </a:buClr>
              <a:buSzPts val="1300"/>
              <a:buFont typeface="Libre Franklin"/>
              <a:buNone/>
            </a:pPr>
            <a:r>
              <a:rPr lang="it-IT" sz="1300">
                <a:solidFill>
                  <a:schemeClr val="dk1"/>
                </a:solidFill>
                <a:latin typeface="Libre Franklin"/>
                <a:ea typeface="Libre Franklin"/>
                <a:cs typeface="Libre Franklin"/>
                <a:sym typeface="Libre Franklin"/>
              </a:rPr>
              <a:t>La rete C1–R1 mantiene il ruolo già visto nel filtro passivo: determina la frequenza di taglio del circuito.</a:t>
            </a:r>
            <a:endParaRPr sz="1300">
              <a:solidFill>
                <a:schemeClr val="dk1"/>
              </a:solidFill>
              <a:latin typeface="Libre Franklin"/>
              <a:ea typeface="Libre Franklin"/>
              <a:cs typeface="Libre Franklin"/>
              <a:sym typeface="Libre Franklin"/>
            </a:endParaRPr>
          </a:p>
        </p:txBody>
      </p:sp>
      <p:pic>
        <p:nvPicPr>
          <p:cNvPr id="712" name="Google Shape;712;p71"/>
          <p:cNvPicPr preferRelativeResize="0"/>
          <p:nvPr/>
        </p:nvPicPr>
        <p:blipFill rotWithShape="1">
          <a:blip r:embed="rId3">
            <a:alphaModFix/>
          </a:blip>
          <a:srcRect b="0" l="0" r="0" t="0"/>
          <a:stretch/>
        </p:blipFill>
        <p:spPr>
          <a:xfrm>
            <a:off x="9050550" y="2641275"/>
            <a:ext cx="2381250" cy="2085975"/>
          </a:xfrm>
          <a:prstGeom prst="rect">
            <a:avLst/>
          </a:prstGeom>
          <a:noFill/>
          <a:ln>
            <a:noFill/>
          </a:ln>
        </p:spPr>
      </p:pic>
      <p:pic>
        <p:nvPicPr>
          <p:cNvPr id="713" name="Google Shape;713;p71"/>
          <p:cNvPicPr preferRelativeResize="0"/>
          <p:nvPr/>
        </p:nvPicPr>
        <p:blipFill rotWithShape="1">
          <a:blip r:embed="rId4">
            <a:alphaModFix/>
          </a:blip>
          <a:srcRect b="0" l="0" r="0" t="0"/>
          <a:stretch/>
        </p:blipFill>
        <p:spPr>
          <a:xfrm>
            <a:off x="1081224" y="2209806"/>
            <a:ext cx="7487598" cy="3676501"/>
          </a:xfrm>
          <a:prstGeom prst="rect">
            <a:avLst/>
          </a:prstGeom>
          <a:noFill/>
          <a:ln>
            <a:noFill/>
          </a:ln>
        </p:spPr>
      </p:pic>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18" name="Shape 718"/>
        <p:cNvGrpSpPr/>
        <p:nvPr/>
      </p:nvGrpSpPr>
      <p:grpSpPr>
        <a:xfrm>
          <a:off x="0" y="0"/>
          <a:ext cx="0" cy="0"/>
          <a:chOff x="0" y="0"/>
          <a:chExt cx="0" cy="0"/>
        </a:xfrm>
      </p:grpSpPr>
      <p:pic>
        <p:nvPicPr>
          <p:cNvPr id="719" name="Google Shape;719;p72"/>
          <p:cNvPicPr preferRelativeResize="0"/>
          <p:nvPr/>
        </p:nvPicPr>
        <p:blipFill rotWithShape="1">
          <a:blip r:embed="rId3">
            <a:alphaModFix/>
          </a:blip>
          <a:srcRect b="3334" l="5817" r="-875" t="18037"/>
          <a:stretch/>
        </p:blipFill>
        <p:spPr>
          <a:xfrm>
            <a:off x="870250" y="3700900"/>
            <a:ext cx="6122050" cy="2499301"/>
          </a:xfrm>
          <a:prstGeom prst="rect">
            <a:avLst/>
          </a:prstGeom>
          <a:noFill/>
          <a:ln>
            <a:noFill/>
          </a:ln>
        </p:spPr>
      </p:pic>
      <p:pic>
        <p:nvPicPr>
          <p:cNvPr id="720" name="Google Shape;720;p72"/>
          <p:cNvPicPr preferRelativeResize="0"/>
          <p:nvPr/>
        </p:nvPicPr>
        <p:blipFill rotWithShape="1">
          <a:blip r:embed="rId4">
            <a:alphaModFix/>
          </a:blip>
          <a:srcRect b="0" l="0" r="0" t="0"/>
          <a:stretch/>
        </p:blipFill>
        <p:spPr>
          <a:xfrm>
            <a:off x="7212125" y="3551925"/>
            <a:ext cx="4556550" cy="2233149"/>
          </a:xfrm>
          <a:prstGeom prst="rect">
            <a:avLst/>
          </a:prstGeom>
          <a:noFill/>
          <a:ln>
            <a:noFill/>
          </a:ln>
        </p:spPr>
      </p:pic>
      <p:sp>
        <p:nvSpPr>
          <p:cNvPr id="721" name="Google Shape;721;p72"/>
          <p:cNvSpPr txBox="1"/>
          <p:nvPr/>
        </p:nvSpPr>
        <p:spPr>
          <a:xfrm>
            <a:off x="976900" y="390775"/>
            <a:ext cx="10664100" cy="6150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1200"/>
              </a:spcBef>
              <a:spcAft>
                <a:spcPts val="1200"/>
              </a:spcAft>
              <a:buClr>
                <a:schemeClr val="dk1"/>
              </a:buClr>
              <a:buSzPts val="1300"/>
              <a:buFont typeface="Libre Franklin"/>
              <a:buNone/>
            </a:pPr>
            <a:r>
              <a:rPr lang="it-IT" sz="1300">
                <a:solidFill>
                  <a:schemeClr val="dk1"/>
                </a:solidFill>
                <a:latin typeface="Libre Franklin"/>
                <a:ea typeface="Libre Franklin"/>
                <a:cs typeface="Libre Franklin"/>
                <a:sym typeface="Libre Franklin"/>
              </a:rPr>
              <a:t>La differenza rispetto al passivo è che ora il guadagno può essere impostato tramite la retroazione dell’operazionale. In banda passante, il guadagno vale:</a:t>
            </a:r>
            <a:endParaRPr sz="1300">
              <a:solidFill>
                <a:schemeClr val="dk1"/>
              </a:solidFill>
              <a:latin typeface="Libre Franklin"/>
              <a:ea typeface="Libre Franklin"/>
              <a:cs typeface="Libre Franklin"/>
              <a:sym typeface="Libre Franklin"/>
            </a:endParaRPr>
          </a:p>
        </p:txBody>
      </p:sp>
      <p:pic>
        <p:nvPicPr>
          <p:cNvPr id="722" name="Google Shape;722;p72"/>
          <p:cNvPicPr preferRelativeResize="0"/>
          <p:nvPr/>
        </p:nvPicPr>
        <p:blipFill rotWithShape="1">
          <a:blip r:embed="rId5">
            <a:alphaModFix/>
          </a:blip>
          <a:srcRect b="0" l="0" r="0" t="0"/>
          <a:stretch/>
        </p:blipFill>
        <p:spPr>
          <a:xfrm>
            <a:off x="1324700" y="1215175"/>
            <a:ext cx="2152650" cy="2209800"/>
          </a:xfrm>
          <a:prstGeom prst="rect">
            <a:avLst/>
          </a:prstGeom>
          <a:noFill/>
          <a:ln>
            <a:noFill/>
          </a:ln>
        </p:spPr>
      </p:pic>
      <p:sp>
        <p:nvSpPr>
          <p:cNvPr id="723" name="Google Shape;723;p72"/>
          <p:cNvSpPr txBox="1"/>
          <p:nvPr/>
        </p:nvSpPr>
        <p:spPr>
          <a:xfrm>
            <a:off x="3907675" y="1287325"/>
            <a:ext cx="7806300" cy="13731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1200"/>
              </a:spcBef>
              <a:spcAft>
                <a:spcPts val="0"/>
              </a:spcAft>
              <a:buClr>
                <a:schemeClr val="dk1"/>
              </a:buClr>
              <a:buSzPts val="1200"/>
              <a:buFont typeface="Libre Franklin"/>
              <a:buNone/>
            </a:pPr>
            <a:r>
              <a:rPr lang="it-IT" sz="1200">
                <a:solidFill>
                  <a:schemeClr val="dk1"/>
                </a:solidFill>
                <a:latin typeface="Libre Franklin"/>
                <a:ea typeface="Libre Franklin"/>
                <a:cs typeface="Libre Franklin"/>
                <a:sym typeface="Libre Franklin"/>
              </a:rPr>
              <a:t>Quindi il circuito ha guadagno 2 in ampiezza, ma essendo una configurazione invertente l’uscita è sfasata di 180° rispetto all’ingresso.</a:t>
            </a:r>
            <a:endParaRPr sz="1200">
              <a:solidFill>
                <a:schemeClr val="dk1"/>
              </a:solidFill>
              <a:latin typeface="Libre Franklin"/>
              <a:ea typeface="Libre Franklin"/>
              <a:cs typeface="Libre Franklin"/>
              <a:sym typeface="Libre Franklin"/>
            </a:endParaRPr>
          </a:p>
          <a:p>
            <a:pPr indent="0" lvl="0" marL="0" marR="0" rtl="0" algn="l">
              <a:lnSpc>
                <a:spcPct val="115000"/>
              </a:lnSpc>
              <a:spcBef>
                <a:spcPts val="1200"/>
              </a:spcBef>
              <a:spcAft>
                <a:spcPts val="1200"/>
              </a:spcAft>
              <a:buClr>
                <a:schemeClr val="dk1"/>
              </a:buClr>
              <a:buSzPts val="1200"/>
              <a:buFont typeface="Libre Franklin"/>
              <a:buNone/>
            </a:pPr>
            <a:r>
              <a:rPr lang="it-IT" sz="1200">
                <a:solidFill>
                  <a:schemeClr val="dk1"/>
                </a:solidFill>
                <a:latin typeface="Libre Franklin"/>
                <a:ea typeface="Libre Franklin"/>
                <a:cs typeface="Libre Franklin"/>
                <a:sym typeface="Libre Franklin"/>
              </a:rPr>
              <a:t>Nel grafico si osserva infatti che, superata la frequenza di taglio, la risposta si stabilizza a un valore doppio rispetto al riferimento d’ingresso. In sintesi, la rete RC definisce il taglio, mentre l’operazionale permette di ottenere un’uscita amplificata di fattore 2.</a:t>
            </a:r>
            <a:endParaRPr sz="1200">
              <a:solidFill>
                <a:schemeClr val="dk1"/>
              </a:solidFill>
              <a:latin typeface="Libre Franklin"/>
              <a:ea typeface="Libre Franklin"/>
              <a:cs typeface="Libre Franklin"/>
              <a:sym typeface="Libre Franklin"/>
            </a:endParaRPr>
          </a:p>
        </p:txBody>
      </p:sp>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7" name="Shape 727"/>
        <p:cNvGrpSpPr/>
        <p:nvPr/>
      </p:nvGrpSpPr>
      <p:grpSpPr>
        <a:xfrm>
          <a:off x="0" y="0"/>
          <a:ext cx="0" cy="0"/>
          <a:chOff x="0" y="0"/>
          <a:chExt cx="0" cy="0"/>
        </a:xfrm>
      </p:grpSpPr>
      <p:pic>
        <p:nvPicPr>
          <p:cNvPr id="728" name="Google Shape;728;p73"/>
          <p:cNvPicPr preferRelativeResize="0"/>
          <p:nvPr/>
        </p:nvPicPr>
        <p:blipFill rotWithShape="1">
          <a:blip r:embed="rId3">
            <a:alphaModFix/>
          </a:blip>
          <a:srcRect b="0" l="0" r="0" t="0"/>
          <a:stretch/>
        </p:blipFill>
        <p:spPr>
          <a:xfrm>
            <a:off x="8390478" y="5036825"/>
            <a:ext cx="3403327" cy="1667949"/>
          </a:xfrm>
          <a:prstGeom prst="rect">
            <a:avLst/>
          </a:prstGeom>
          <a:noFill/>
          <a:ln>
            <a:noFill/>
          </a:ln>
        </p:spPr>
      </p:pic>
      <p:sp>
        <p:nvSpPr>
          <p:cNvPr id="729" name="Google Shape;729;p73"/>
          <p:cNvSpPr txBox="1"/>
          <p:nvPr/>
        </p:nvSpPr>
        <p:spPr>
          <a:xfrm>
            <a:off x="9061601" y="4352322"/>
            <a:ext cx="2814900" cy="3693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Clr>
                <a:schemeClr val="dk1"/>
              </a:buClr>
              <a:buSzPts val="1800"/>
              <a:buFont typeface="Open Sans"/>
              <a:buNone/>
            </a:pPr>
            <a:r>
              <a:rPr lang="it-IT" sz="1800">
                <a:solidFill>
                  <a:schemeClr val="dk1"/>
                </a:solidFill>
                <a:latin typeface="Open Sans"/>
                <a:ea typeface="Open Sans"/>
                <a:cs typeface="Open Sans"/>
                <a:sym typeface="Open Sans"/>
              </a:rPr>
              <a:t>250hz</a:t>
            </a:r>
            <a:endParaRPr sz="1800">
              <a:solidFill>
                <a:schemeClr val="dk1"/>
              </a:solidFill>
              <a:latin typeface="Garamond"/>
              <a:ea typeface="Garamond"/>
              <a:cs typeface="Garamond"/>
              <a:sym typeface="Garamond"/>
            </a:endParaRPr>
          </a:p>
        </p:txBody>
      </p:sp>
      <p:pic>
        <p:nvPicPr>
          <p:cNvPr id="730" name="Google Shape;730;p73"/>
          <p:cNvPicPr preferRelativeResize="0"/>
          <p:nvPr/>
        </p:nvPicPr>
        <p:blipFill rotWithShape="1">
          <a:blip r:embed="rId4">
            <a:alphaModFix/>
          </a:blip>
          <a:srcRect b="0" l="0" r="0" t="0"/>
          <a:stretch/>
        </p:blipFill>
        <p:spPr>
          <a:xfrm>
            <a:off x="1299654" y="5364371"/>
            <a:ext cx="2761802" cy="1353551"/>
          </a:xfrm>
          <a:prstGeom prst="rect">
            <a:avLst/>
          </a:prstGeom>
          <a:noFill/>
          <a:ln>
            <a:noFill/>
          </a:ln>
        </p:spPr>
      </p:pic>
      <p:sp>
        <p:nvSpPr>
          <p:cNvPr id="731" name="Google Shape;731;p73"/>
          <p:cNvSpPr txBox="1"/>
          <p:nvPr/>
        </p:nvSpPr>
        <p:spPr>
          <a:xfrm>
            <a:off x="2238046" y="4667525"/>
            <a:ext cx="885000" cy="3693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Clr>
                <a:schemeClr val="dk1"/>
              </a:buClr>
              <a:buSzPts val="1800"/>
              <a:buFont typeface="Open Sans"/>
              <a:buNone/>
            </a:pPr>
            <a:r>
              <a:rPr lang="it-IT" sz="1800">
                <a:solidFill>
                  <a:schemeClr val="dk1"/>
                </a:solidFill>
                <a:latin typeface="Open Sans"/>
                <a:ea typeface="Open Sans"/>
                <a:cs typeface="Open Sans"/>
                <a:sym typeface="Open Sans"/>
              </a:rPr>
              <a:t>10hz</a:t>
            </a:r>
            <a:endParaRPr sz="1800">
              <a:solidFill>
                <a:schemeClr val="dk1"/>
              </a:solidFill>
              <a:latin typeface="Garamond"/>
              <a:ea typeface="Garamond"/>
              <a:cs typeface="Garamond"/>
              <a:sym typeface="Garamond"/>
            </a:endParaRPr>
          </a:p>
        </p:txBody>
      </p:sp>
      <p:pic>
        <p:nvPicPr>
          <p:cNvPr id="732" name="Google Shape;732;p73"/>
          <p:cNvPicPr preferRelativeResize="0"/>
          <p:nvPr/>
        </p:nvPicPr>
        <p:blipFill rotWithShape="1">
          <a:blip r:embed="rId5">
            <a:alphaModFix/>
          </a:blip>
          <a:srcRect b="0" l="0" r="0" t="0"/>
          <a:stretch/>
        </p:blipFill>
        <p:spPr>
          <a:xfrm>
            <a:off x="4566938" y="4957600"/>
            <a:ext cx="3236977" cy="1586425"/>
          </a:xfrm>
          <a:prstGeom prst="rect">
            <a:avLst/>
          </a:prstGeom>
          <a:noFill/>
          <a:ln>
            <a:noFill/>
          </a:ln>
        </p:spPr>
      </p:pic>
      <p:sp>
        <p:nvSpPr>
          <p:cNvPr id="733" name="Google Shape;733;p73"/>
          <p:cNvSpPr txBox="1"/>
          <p:nvPr/>
        </p:nvSpPr>
        <p:spPr>
          <a:xfrm>
            <a:off x="5566079" y="4414929"/>
            <a:ext cx="2640000" cy="3693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Clr>
                <a:schemeClr val="dk1"/>
              </a:buClr>
              <a:buSzPts val="1800"/>
              <a:buFont typeface="Open Sans"/>
              <a:buNone/>
            </a:pPr>
            <a:r>
              <a:rPr lang="it-IT" sz="1800">
                <a:solidFill>
                  <a:schemeClr val="dk1"/>
                </a:solidFill>
                <a:latin typeface="Open Sans"/>
                <a:ea typeface="Open Sans"/>
                <a:cs typeface="Open Sans"/>
                <a:sym typeface="Open Sans"/>
              </a:rPr>
              <a:t>159hz</a:t>
            </a:r>
            <a:endParaRPr sz="1800">
              <a:solidFill>
                <a:schemeClr val="dk1"/>
              </a:solidFill>
              <a:latin typeface="Garamond"/>
              <a:ea typeface="Garamond"/>
              <a:cs typeface="Garamond"/>
              <a:sym typeface="Garamond"/>
            </a:endParaRPr>
          </a:p>
        </p:txBody>
      </p:sp>
      <p:sp>
        <p:nvSpPr>
          <p:cNvPr id="734" name="Google Shape;734;p73"/>
          <p:cNvSpPr txBox="1"/>
          <p:nvPr/>
        </p:nvSpPr>
        <p:spPr>
          <a:xfrm>
            <a:off x="976925" y="578025"/>
            <a:ext cx="11144400" cy="3849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1400"/>
              </a:spcBef>
              <a:spcAft>
                <a:spcPts val="400"/>
              </a:spcAft>
              <a:buClr>
                <a:schemeClr val="dk1"/>
              </a:buClr>
              <a:buSzPts val="1300"/>
              <a:buFont typeface="Libre Franklin"/>
              <a:buNone/>
            </a:pPr>
            <a:r>
              <a:rPr b="1" lang="it-IT" sz="1300">
                <a:solidFill>
                  <a:schemeClr val="dk1"/>
                </a:solidFill>
                <a:latin typeface="Libre Franklin"/>
                <a:ea typeface="Libre Franklin"/>
                <a:cs typeface="Libre Franklin"/>
                <a:sym typeface="Libre Franklin"/>
              </a:rPr>
              <a:t>Sfasamento nel filtro attivo</a:t>
            </a:r>
            <a:endParaRPr sz="1100">
              <a:solidFill>
                <a:schemeClr val="dk1"/>
              </a:solidFill>
              <a:latin typeface="Libre Franklin"/>
              <a:ea typeface="Libre Franklin"/>
              <a:cs typeface="Libre Franklin"/>
              <a:sym typeface="Libre Franklin"/>
            </a:endParaRPr>
          </a:p>
        </p:txBody>
      </p:sp>
      <p:sp>
        <p:nvSpPr>
          <p:cNvPr id="735" name="Google Shape;735;p73"/>
          <p:cNvSpPr txBox="1"/>
          <p:nvPr/>
        </p:nvSpPr>
        <p:spPr>
          <a:xfrm>
            <a:off x="924825" y="1766600"/>
            <a:ext cx="11326500" cy="9480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1200"/>
              </a:spcBef>
              <a:spcAft>
                <a:spcPts val="0"/>
              </a:spcAft>
              <a:buClr>
                <a:schemeClr val="dk1"/>
              </a:buClr>
              <a:buSzPts val="1200"/>
              <a:buFont typeface="Libre Franklin"/>
              <a:buNone/>
            </a:pPr>
            <a:r>
              <a:rPr lang="it-IT" sz="1200">
                <a:solidFill>
                  <a:schemeClr val="dk1"/>
                </a:solidFill>
                <a:latin typeface="Libre Franklin"/>
                <a:ea typeface="Libre Franklin"/>
                <a:cs typeface="Libre Franklin"/>
                <a:sym typeface="Libre Franklin"/>
              </a:rPr>
              <a:t>L’operazionale, in questa configurazione ideale, non modifica la proprietà di fase introdotta dal filtro: la rete RC continua a determinare l’anticipo o il ritardo del segnale in funzione della frequenza.</a:t>
            </a:r>
            <a:endParaRPr sz="1200">
              <a:solidFill>
                <a:schemeClr val="dk1"/>
              </a:solidFill>
              <a:latin typeface="Libre Franklin"/>
              <a:ea typeface="Libre Franklin"/>
              <a:cs typeface="Libre Franklin"/>
              <a:sym typeface="Libre Franklin"/>
            </a:endParaRPr>
          </a:p>
          <a:p>
            <a:pPr indent="0" lvl="0" marL="0" marR="0" rtl="0" algn="l">
              <a:lnSpc>
                <a:spcPct val="115000"/>
              </a:lnSpc>
              <a:spcBef>
                <a:spcPts val="1200"/>
              </a:spcBef>
              <a:spcAft>
                <a:spcPts val="1200"/>
              </a:spcAft>
              <a:buClr>
                <a:schemeClr val="dk1"/>
              </a:buClr>
              <a:buSzPts val="1200"/>
              <a:buFont typeface="Libre Franklin"/>
              <a:buNone/>
            </a:pPr>
            <a:r>
              <a:rPr lang="it-IT" sz="1200">
                <a:solidFill>
                  <a:schemeClr val="dk1"/>
                </a:solidFill>
                <a:latin typeface="Libre Franklin"/>
                <a:ea typeface="Libre Franklin"/>
                <a:cs typeface="Libre Franklin"/>
                <a:sym typeface="Libre Franklin"/>
              </a:rPr>
              <a:t>La differenza principale rispetto al filtro passivo è l’ampiezza del segnale di uscita. Nel filtro attivo, infatti, il guadagno impostato dalle resistenze vale:  Av=−2</a:t>
            </a:r>
            <a:endParaRPr sz="1200">
              <a:solidFill>
                <a:schemeClr val="dk1"/>
              </a:solidFill>
              <a:latin typeface="Libre Franklin"/>
              <a:ea typeface="Libre Franklin"/>
              <a:cs typeface="Libre Franklin"/>
              <a:sym typeface="Libre Franklin"/>
            </a:endParaRPr>
          </a:p>
        </p:txBody>
      </p:sp>
      <p:sp>
        <p:nvSpPr>
          <p:cNvPr id="736" name="Google Shape;736;p73"/>
          <p:cNvSpPr txBox="1"/>
          <p:nvPr/>
        </p:nvSpPr>
        <p:spPr>
          <a:xfrm>
            <a:off x="976925" y="2828700"/>
            <a:ext cx="10956900" cy="554100"/>
          </a:xfrm>
          <a:prstGeom prst="rect">
            <a:avLst/>
          </a:prstGeom>
          <a:noFill/>
          <a:ln>
            <a:noFill/>
          </a:ln>
        </p:spPr>
        <p:txBody>
          <a:bodyPr anchorCtr="0" anchor="t" bIns="91425" lIns="91425" spcFirstLastPara="1" rIns="91425" wrap="square" tIns="91425">
            <a:spAutoFit/>
          </a:bodyPr>
          <a:lstStyle/>
          <a:p>
            <a:pPr indent="0" lvl="0" marL="0" marR="0" rtl="0" algn="l">
              <a:spcBef>
                <a:spcPts val="0"/>
              </a:spcBef>
              <a:spcAft>
                <a:spcPts val="0"/>
              </a:spcAft>
              <a:buClr>
                <a:schemeClr val="dk1"/>
              </a:buClr>
              <a:buSzPts val="1200"/>
              <a:buFont typeface="Libre Franklin"/>
              <a:buNone/>
            </a:pPr>
            <a:r>
              <a:rPr lang="it-IT" sz="1200">
                <a:solidFill>
                  <a:schemeClr val="dk1"/>
                </a:solidFill>
                <a:latin typeface="Libre Franklin"/>
                <a:ea typeface="Libre Franklin"/>
                <a:cs typeface="Libre Franklin"/>
                <a:sym typeface="Libre Franklin"/>
              </a:rPr>
              <a:t>quindi Vout ha ampiezza maggiore di Vin, in particolare circa doppia in banda passante. Il segno meno indica l’inversione propria della configurazione invertente, ma la variazione di fase dovuta al comportamento del filtro rimane la stessa.</a:t>
            </a:r>
            <a:endParaRPr sz="1200">
              <a:solidFill>
                <a:schemeClr val="dk1"/>
              </a:solidFill>
              <a:latin typeface="Libre Franklin"/>
              <a:ea typeface="Libre Franklin"/>
              <a:cs typeface="Libre Franklin"/>
              <a:sym typeface="Libre Franklin"/>
            </a:endParaRPr>
          </a:p>
        </p:txBody>
      </p:sp>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41" name="Shape 741"/>
        <p:cNvGrpSpPr/>
        <p:nvPr/>
      </p:nvGrpSpPr>
      <p:grpSpPr>
        <a:xfrm>
          <a:off x="0" y="0"/>
          <a:ext cx="0" cy="0"/>
          <a:chOff x="0" y="0"/>
          <a:chExt cx="0" cy="0"/>
        </a:xfrm>
      </p:grpSpPr>
      <p:pic>
        <p:nvPicPr>
          <p:cNvPr id="742" name="Google Shape;742;p74"/>
          <p:cNvPicPr preferRelativeResize="0"/>
          <p:nvPr/>
        </p:nvPicPr>
        <p:blipFill rotWithShape="1">
          <a:blip r:embed="rId3">
            <a:alphaModFix/>
          </a:blip>
          <a:srcRect b="0" l="0" r="0" t="0"/>
          <a:stretch/>
        </p:blipFill>
        <p:spPr>
          <a:xfrm>
            <a:off x="1054250" y="2494888"/>
            <a:ext cx="4162425" cy="838200"/>
          </a:xfrm>
          <a:prstGeom prst="rect">
            <a:avLst/>
          </a:prstGeom>
          <a:noFill/>
          <a:ln>
            <a:noFill/>
          </a:ln>
        </p:spPr>
      </p:pic>
      <p:pic>
        <p:nvPicPr>
          <p:cNvPr id="743" name="Google Shape;743;p74"/>
          <p:cNvPicPr preferRelativeResize="0"/>
          <p:nvPr/>
        </p:nvPicPr>
        <p:blipFill rotWithShape="1">
          <a:blip r:embed="rId4">
            <a:alphaModFix/>
          </a:blip>
          <a:srcRect b="0" l="0" r="0" t="0"/>
          <a:stretch/>
        </p:blipFill>
        <p:spPr>
          <a:xfrm>
            <a:off x="5995200" y="2656813"/>
            <a:ext cx="2838450" cy="676275"/>
          </a:xfrm>
          <a:prstGeom prst="rect">
            <a:avLst/>
          </a:prstGeom>
          <a:noFill/>
          <a:ln>
            <a:noFill/>
          </a:ln>
        </p:spPr>
      </p:pic>
      <p:pic>
        <p:nvPicPr>
          <p:cNvPr id="744" name="Google Shape;744;p74"/>
          <p:cNvPicPr preferRelativeResize="0"/>
          <p:nvPr/>
        </p:nvPicPr>
        <p:blipFill rotWithShape="1">
          <a:blip r:embed="rId5">
            <a:alphaModFix/>
          </a:blip>
          <a:srcRect b="0" l="0" r="0" t="0"/>
          <a:stretch/>
        </p:blipFill>
        <p:spPr>
          <a:xfrm>
            <a:off x="9555800" y="2371063"/>
            <a:ext cx="1905000" cy="1247775"/>
          </a:xfrm>
          <a:prstGeom prst="rect">
            <a:avLst/>
          </a:prstGeom>
          <a:noFill/>
          <a:ln>
            <a:noFill/>
          </a:ln>
        </p:spPr>
      </p:pic>
      <p:pic>
        <p:nvPicPr>
          <p:cNvPr id="745" name="Google Shape;745;p74"/>
          <p:cNvPicPr preferRelativeResize="0"/>
          <p:nvPr/>
        </p:nvPicPr>
        <p:blipFill rotWithShape="1">
          <a:blip r:embed="rId6">
            <a:alphaModFix/>
          </a:blip>
          <a:srcRect b="0" l="0" r="0" t="0"/>
          <a:stretch/>
        </p:blipFill>
        <p:spPr>
          <a:xfrm>
            <a:off x="1432001" y="3585287"/>
            <a:ext cx="3840142" cy="1890562"/>
          </a:xfrm>
          <a:prstGeom prst="rect">
            <a:avLst/>
          </a:prstGeom>
          <a:noFill/>
          <a:ln>
            <a:noFill/>
          </a:ln>
        </p:spPr>
      </p:pic>
      <p:pic>
        <p:nvPicPr>
          <p:cNvPr id="746" name="Google Shape;746;p74"/>
          <p:cNvPicPr preferRelativeResize="0"/>
          <p:nvPr/>
        </p:nvPicPr>
        <p:blipFill rotWithShape="1">
          <a:blip r:embed="rId7">
            <a:alphaModFix/>
          </a:blip>
          <a:srcRect b="0" l="0" r="0" t="0"/>
          <a:stretch/>
        </p:blipFill>
        <p:spPr>
          <a:xfrm>
            <a:off x="5358181" y="3600623"/>
            <a:ext cx="3793847" cy="1859865"/>
          </a:xfrm>
          <a:prstGeom prst="rect">
            <a:avLst/>
          </a:prstGeom>
          <a:noFill/>
          <a:ln>
            <a:noFill/>
          </a:ln>
        </p:spPr>
      </p:pic>
      <p:sp>
        <p:nvSpPr>
          <p:cNvPr id="747" name="Google Shape;747;p74"/>
          <p:cNvSpPr txBox="1"/>
          <p:nvPr/>
        </p:nvSpPr>
        <p:spPr>
          <a:xfrm>
            <a:off x="4411675" y="2746375"/>
            <a:ext cx="2434200" cy="9933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SzPts val="1300"/>
              <a:buFont typeface="Open Sans"/>
              <a:buNone/>
            </a:pPr>
            <a:r>
              <a:rPr lang="it-IT" sz="1300">
                <a:solidFill>
                  <a:schemeClr val="dk1"/>
                </a:solidFill>
                <a:latin typeface="Open Sans"/>
                <a:ea typeface="Open Sans"/>
                <a:cs typeface="Open Sans"/>
                <a:sym typeface="Open Sans"/>
              </a:rPr>
              <a:t>776</a:t>
            </a:r>
            <a:endParaRPr sz="1300">
              <a:solidFill>
                <a:schemeClr val="dk1"/>
              </a:solidFill>
              <a:latin typeface="Open Sans"/>
              <a:ea typeface="Open Sans"/>
              <a:cs typeface="Open Sans"/>
              <a:sym typeface="Open Sans"/>
            </a:endParaRPr>
          </a:p>
          <a:p>
            <a:pPr indent="0" lvl="0" marL="0" marR="0" rtl="0" algn="l">
              <a:spcBef>
                <a:spcPts val="0"/>
              </a:spcBef>
              <a:spcAft>
                <a:spcPts val="0"/>
              </a:spcAft>
              <a:buClr>
                <a:schemeClr val="dk1"/>
              </a:buClr>
              <a:buSzPts val="1300"/>
              <a:buFont typeface="Open Sans"/>
              <a:buNone/>
            </a:pPr>
            <a:r>
              <a:rPr lang="it-IT" sz="1300">
                <a:solidFill>
                  <a:schemeClr val="dk1"/>
                </a:solidFill>
                <a:latin typeface="Open Sans"/>
                <a:ea typeface="Open Sans"/>
                <a:cs typeface="Open Sans"/>
                <a:sym typeface="Open Sans"/>
              </a:rPr>
              <a:t>1.559	  da modificare!!</a:t>
            </a:r>
            <a:endParaRPr sz="1300">
              <a:solidFill>
                <a:schemeClr val="dk1"/>
              </a:solidFill>
              <a:latin typeface="Open Sans"/>
              <a:ea typeface="Open Sans"/>
              <a:cs typeface="Open Sans"/>
              <a:sym typeface="Open Sans"/>
            </a:endParaRPr>
          </a:p>
        </p:txBody>
      </p:sp>
      <p:sp>
        <p:nvSpPr>
          <p:cNvPr id="748" name="Google Shape;748;p74"/>
          <p:cNvSpPr txBox="1"/>
          <p:nvPr/>
        </p:nvSpPr>
        <p:spPr>
          <a:xfrm>
            <a:off x="1054250" y="1424700"/>
            <a:ext cx="11144400" cy="7026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1200"/>
              </a:spcBef>
              <a:spcAft>
                <a:spcPts val="0"/>
              </a:spcAft>
              <a:buClr>
                <a:schemeClr val="dk1"/>
              </a:buClr>
              <a:buSzPts val="1100"/>
              <a:buFont typeface="Libre Franklin"/>
              <a:buNone/>
            </a:pPr>
            <a:r>
              <a:rPr lang="it-IT" sz="1100">
                <a:solidFill>
                  <a:schemeClr val="dk1"/>
                </a:solidFill>
                <a:latin typeface="Libre Franklin"/>
                <a:ea typeface="Libre Franklin"/>
                <a:cs typeface="Libre Franklin"/>
                <a:sym typeface="Libre Franklin"/>
              </a:rPr>
              <a:t>Analizzando lo sfasamento del filtro attivo attraverso il confronto tra picchi e ventri del segnale, si ottengono gli stessi risultati già osservati nel filtro passivo.</a:t>
            </a:r>
            <a:endParaRPr sz="1100">
              <a:solidFill>
                <a:schemeClr val="dk1"/>
              </a:solidFill>
              <a:latin typeface="Libre Franklin"/>
              <a:ea typeface="Libre Franklin"/>
              <a:cs typeface="Libre Franklin"/>
              <a:sym typeface="Libre Franklin"/>
            </a:endParaRPr>
          </a:p>
          <a:p>
            <a:pPr indent="0" lvl="0" marL="0" marR="0" rtl="0" algn="l">
              <a:lnSpc>
                <a:spcPct val="115000"/>
              </a:lnSpc>
              <a:spcBef>
                <a:spcPts val="1200"/>
              </a:spcBef>
              <a:spcAft>
                <a:spcPts val="1200"/>
              </a:spcAft>
              <a:buClr>
                <a:schemeClr val="dk1"/>
              </a:buClr>
              <a:buSzPts val="1100"/>
              <a:buFont typeface="Libre Franklin"/>
              <a:buNone/>
            </a:pPr>
            <a:r>
              <a:rPr lang="it-IT" sz="1100">
                <a:solidFill>
                  <a:schemeClr val="dk1"/>
                </a:solidFill>
                <a:latin typeface="Libre Franklin"/>
                <a:ea typeface="Libre Franklin"/>
                <a:cs typeface="Libre Franklin"/>
                <a:sym typeface="Libre Franklin"/>
              </a:rPr>
              <a:t>Questo accade perché la fase dipende principalmente dalla rete RC, cioè dagli stessi componenti che determinano il comportamento passa-alto e la frequenza di taglio</a:t>
            </a:r>
            <a:endParaRPr sz="1100">
              <a:solidFill>
                <a:schemeClr val="dk1"/>
              </a:solidFill>
              <a:latin typeface="Libre Franklin"/>
              <a:ea typeface="Libre Franklin"/>
              <a:cs typeface="Libre Franklin"/>
              <a:sym typeface="Libre Franklin"/>
            </a:endParaRPr>
          </a:p>
        </p:txBody>
      </p:sp>
      <p:sp>
        <p:nvSpPr>
          <p:cNvPr id="749" name="Google Shape;749;p74"/>
          <p:cNvSpPr txBox="1"/>
          <p:nvPr/>
        </p:nvSpPr>
        <p:spPr>
          <a:xfrm>
            <a:off x="1163350" y="5728025"/>
            <a:ext cx="10623300" cy="615600"/>
          </a:xfrm>
          <a:prstGeom prst="rect">
            <a:avLst/>
          </a:prstGeom>
          <a:noFill/>
          <a:ln>
            <a:noFill/>
          </a:ln>
        </p:spPr>
        <p:txBody>
          <a:bodyPr anchorCtr="0" anchor="t" bIns="91425" lIns="91425" spcFirstLastPara="1" rIns="91425" wrap="square" tIns="91425">
            <a:spAutoFit/>
          </a:bodyPr>
          <a:lstStyle/>
          <a:p>
            <a:pPr indent="0" lvl="0" marL="0" marR="0" rtl="0" algn="l">
              <a:spcBef>
                <a:spcPts val="0"/>
              </a:spcBef>
              <a:spcAft>
                <a:spcPts val="0"/>
              </a:spcAft>
              <a:buClr>
                <a:schemeClr val="dk1"/>
              </a:buClr>
              <a:buSzPts val="1800"/>
              <a:buFont typeface="Libre Franklin"/>
              <a:buNone/>
            </a:pPr>
            <a:r>
              <a:rPr lang="it-IT" sz="1800">
                <a:solidFill>
                  <a:schemeClr val="dk1"/>
                </a:solidFill>
                <a:latin typeface="Libre Franklin"/>
                <a:ea typeface="Libre Franklin"/>
                <a:cs typeface="Libre Franklin"/>
                <a:sym typeface="Libre Franklin"/>
              </a:rPr>
              <a:t>In sintesi, studiando picchi e ventri si vede che il filtro attivo conserva lo stesso andamento di fase del filtro passivo; ciò che cambia è il livello di uscita, che risulta amplificato grazie al guadagno dell’operazionale.</a:t>
            </a:r>
            <a:endParaRPr sz="1800">
              <a:solidFill>
                <a:schemeClr val="dk1"/>
              </a:solidFill>
              <a:latin typeface="Libre Franklin"/>
              <a:ea typeface="Libre Franklin"/>
              <a:cs typeface="Libre Franklin"/>
              <a:sym typeface="Libre Franklin"/>
            </a:endParaRPr>
          </a:p>
        </p:txBody>
      </p:sp>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4" name="Shape 754"/>
        <p:cNvGrpSpPr/>
        <p:nvPr/>
      </p:nvGrpSpPr>
      <p:grpSpPr>
        <a:xfrm>
          <a:off x="0" y="0"/>
          <a:ext cx="0" cy="0"/>
          <a:chOff x="0" y="0"/>
          <a:chExt cx="0" cy="0"/>
        </a:xfrm>
      </p:grpSpPr>
      <p:sp>
        <p:nvSpPr>
          <p:cNvPr id="755" name="Google Shape;755;p75"/>
          <p:cNvSpPr txBox="1"/>
          <p:nvPr/>
        </p:nvSpPr>
        <p:spPr>
          <a:xfrm>
            <a:off x="1355275" y="756125"/>
            <a:ext cx="7758300" cy="569400"/>
          </a:xfrm>
          <a:prstGeom prst="rect">
            <a:avLst/>
          </a:prstGeom>
          <a:noFill/>
          <a:ln>
            <a:noFill/>
          </a:ln>
        </p:spPr>
        <p:txBody>
          <a:bodyPr anchorCtr="0" anchor="t" bIns="91425" lIns="91425" spcFirstLastPara="1" rIns="91425" wrap="square" tIns="91425">
            <a:spAutoFit/>
          </a:bodyPr>
          <a:lstStyle/>
          <a:p>
            <a:pPr indent="0" lvl="0" marL="0" marR="0" rtl="0" algn="l">
              <a:spcBef>
                <a:spcPts val="0"/>
              </a:spcBef>
              <a:spcAft>
                <a:spcPts val="0"/>
              </a:spcAft>
              <a:buClr>
                <a:srgbClr val="073763"/>
              </a:buClr>
              <a:buSzPts val="2500"/>
              <a:buFont typeface="Libre Franklin SemiBold"/>
              <a:buNone/>
            </a:pPr>
            <a:r>
              <a:rPr lang="it-IT" sz="2500">
                <a:solidFill>
                  <a:srgbClr val="073763"/>
                </a:solidFill>
                <a:latin typeface="Libre Franklin SemiBold"/>
                <a:ea typeface="Libre Franklin SemiBold"/>
                <a:cs typeface="Libre Franklin SemiBold"/>
                <a:sym typeface="Libre Franklin SemiBold"/>
              </a:rPr>
              <a:t>Effetto dei carichi sull’uscita del filtro attivo</a:t>
            </a:r>
            <a:endParaRPr sz="2500">
              <a:solidFill>
                <a:srgbClr val="073763"/>
              </a:solidFill>
              <a:latin typeface="Libre Franklin SemiBold"/>
              <a:ea typeface="Libre Franklin SemiBold"/>
              <a:cs typeface="Libre Franklin SemiBold"/>
              <a:sym typeface="Libre Franklin SemiBold"/>
            </a:endParaRPr>
          </a:p>
        </p:txBody>
      </p:sp>
      <p:sp>
        <p:nvSpPr>
          <p:cNvPr id="756" name="Google Shape;756;p75"/>
          <p:cNvSpPr txBox="1"/>
          <p:nvPr/>
        </p:nvSpPr>
        <p:spPr>
          <a:xfrm>
            <a:off x="1237425" y="1457250"/>
            <a:ext cx="9931200" cy="16299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1400"/>
              </a:spcBef>
              <a:spcAft>
                <a:spcPts val="0"/>
              </a:spcAft>
              <a:buClr>
                <a:schemeClr val="dk1"/>
              </a:buClr>
              <a:buSzPts val="1300"/>
              <a:buFont typeface="Garamond"/>
              <a:buNone/>
            </a:pPr>
            <a:r>
              <a:rPr b="1" lang="it-IT" sz="1300">
                <a:solidFill>
                  <a:schemeClr val="dk1"/>
                </a:solidFill>
                <a:latin typeface="Garamond"/>
                <a:ea typeface="Garamond"/>
                <a:cs typeface="Garamond"/>
                <a:sym typeface="Garamond"/>
              </a:rPr>
              <a:t>Perché il carico non modifica la risposta</a:t>
            </a:r>
            <a:endParaRPr b="1" sz="1300">
              <a:solidFill>
                <a:schemeClr val="dk1"/>
              </a:solidFill>
              <a:latin typeface="Garamond"/>
              <a:ea typeface="Garamond"/>
              <a:cs typeface="Garamond"/>
              <a:sym typeface="Garamond"/>
            </a:endParaRPr>
          </a:p>
          <a:p>
            <a:pPr indent="0" lvl="0" marL="0" marR="0" rtl="0" algn="l">
              <a:lnSpc>
                <a:spcPct val="115000"/>
              </a:lnSpc>
              <a:spcBef>
                <a:spcPts val="1200"/>
              </a:spcBef>
              <a:spcAft>
                <a:spcPts val="0"/>
              </a:spcAft>
              <a:buClr>
                <a:schemeClr val="dk1"/>
              </a:buClr>
              <a:buSzPts val="1100"/>
              <a:buFont typeface="Garamond"/>
              <a:buNone/>
            </a:pPr>
            <a:r>
              <a:rPr lang="it-IT" sz="1100">
                <a:solidFill>
                  <a:schemeClr val="dk1"/>
                </a:solidFill>
                <a:latin typeface="Garamond"/>
                <a:ea typeface="Garamond"/>
                <a:cs typeface="Garamond"/>
                <a:sym typeface="Garamond"/>
              </a:rPr>
              <a:t>Nel caso </a:t>
            </a:r>
            <a:r>
              <a:rPr b="1" lang="it-IT" sz="1100">
                <a:solidFill>
                  <a:schemeClr val="dk1"/>
                </a:solidFill>
                <a:latin typeface="Garamond"/>
                <a:ea typeface="Garamond"/>
                <a:cs typeface="Garamond"/>
                <a:sym typeface="Garamond"/>
              </a:rPr>
              <a:t>parallelo</a:t>
            </a:r>
            <a:r>
              <a:rPr lang="it-IT" sz="1100">
                <a:solidFill>
                  <a:schemeClr val="dk1"/>
                </a:solidFill>
                <a:latin typeface="Garamond"/>
                <a:ea typeface="Garamond"/>
                <a:cs typeface="Garamond"/>
                <a:sym typeface="Garamond"/>
              </a:rPr>
              <a:t>, la resistenza </a:t>
            </a:r>
            <a:r>
              <a:rPr b="1" lang="it-IT" sz="1100">
                <a:solidFill>
                  <a:schemeClr val="dk1"/>
                </a:solidFill>
                <a:latin typeface="Garamond"/>
                <a:ea typeface="Garamond"/>
                <a:cs typeface="Garamond"/>
                <a:sym typeface="Garamond"/>
              </a:rPr>
              <a:t>R7 = 10 kΩ</a:t>
            </a:r>
            <a:r>
              <a:rPr lang="it-IT" sz="1100">
                <a:solidFill>
                  <a:schemeClr val="dk1"/>
                </a:solidFill>
                <a:latin typeface="Garamond"/>
                <a:ea typeface="Garamond"/>
                <a:cs typeface="Garamond"/>
                <a:sym typeface="Garamond"/>
              </a:rPr>
              <a:t> è collegata tra l’uscita e massa. Nel caso </a:t>
            </a:r>
            <a:r>
              <a:rPr b="1" lang="it-IT" sz="1100">
                <a:solidFill>
                  <a:schemeClr val="dk1"/>
                </a:solidFill>
                <a:latin typeface="Garamond"/>
                <a:ea typeface="Garamond"/>
                <a:cs typeface="Garamond"/>
                <a:sym typeface="Garamond"/>
              </a:rPr>
              <a:t>serie</a:t>
            </a:r>
            <a:r>
              <a:rPr lang="it-IT" sz="1100">
                <a:solidFill>
                  <a:schemeClr val="dk1"/>
                </a:solidFill>
                <a:latin typeface="Garamond"/>
                <a:ea typeface="Garamond"/>
                <a:cs typeface="Garamond"/>
                <a:sym typeface="Garamond"/>
              </a:rPr>
              <a:t>, la resistenza </a:t>
            </a:r>
            <a:r>
              <a:rPr b="1" lang="it-IT" sz="1100">
                <a:solidFill>
                  <a:schemeClr val="dk1"/>
                </a:solidFill>
                <a:latin typeface="Garamond"/>
                <a:ea typeface="Garamond"/>
                <a:cs typeface="Garamond"/>
                <a:sym typeface="Garamond"/>
              </a:rPr>
              <a:t>R8 = 10 kΩ</a:t>
            </a:r>
            <a:r>
              <a:rPr lang="it-IT" sz="1100">
                <a:solidFill>
                  <a:schemeClr val="dk1"/>
                </a:solidFill>
                <a:latin typeface="Garamond"/>
                <a:ea typeface="Garamond"/>
                <a:cs typeface="Garamond"/>
                <a:sym typeface="Garamond"/>
              </a:rPr>
              <a:t> è collegata dopo l’uscita dell’operazionale.</a:t>
            </a:r>
            <a:endParaRPr sz="1100">
              <a:solidFill>
                <a:schemeClr val="dk1"/>
              </a:solidFill>
              <a:latin typeface="Garamond"/>
              <a:ea typeface="Garamond"/>
              <a:cs typeface="Garamond"/>
              <a:sym typeface="Garamond"/>
            </a:endParaRPr>
          </a:p>
          <a:p>
            <a:pPr indent="0" lvl="0" marL="0" marR="0" rtl="0" algn="l">
              <a:lnSpc>
                <a:spcPct val="115000"/>
              </a:lnSpc>
              <a:spcBef>
                <a:spcPts val="1200"/>
              </a:spcBef>
              <a:spcAft>
                <a:spcPts val="0"/>
              </a:spcAft>
              <a:buClr>
                <a:schemeClr val="dk1"/>
              </a:buClr>
              <a:buSzPts val="1100"/>
              <a:buFont typeface="Garamond"/>
              <a:buNone/>
            </a:pPr>
            <a:r>
              <a:rPr lang="it-IT" sz="1100">
                <a:solidFill>
                  <a:schemeClr val="dk1"/>
                </a:solidFill>
                <a:latin typeface="Garamond"/>
                <a:ea typeface="Garamond"/>
                <a:cs typeface="Garamond"/>
                <a:sym typeface="Garamond"/>
              </a:rPr>
              <a:t>Nel filtro passivo questi carichi avrebbero modificato la rete RC, perché sarebbero diventati parte del circuito di filtro. Nel filtro attivo, invece, l’operazionale ideale isola la rete RC dal carico di uscita.</a:t>
            </a:r>
            <a:endParaRPr sz="1100">
              <a:solidFill>
                <a:schemeClr val="dk1"/>
              </a:solidFill>
              <a:latin typeface="Garamond"/>
              <a:ea typeface="Garamond"/>
              <a:cs typeface="Garamond"/>
              <a:sym typeface="Garamond"/>
            </a:endParaRPr>
          </a:p>
          <a:p>
            <a:pPr indent="0" lvl="0" marL="0" marR="0" rtl="0" algn="l">
              <a:lnSpc>
                <a:spcPct val="115000"/>
              </a:lnSpc>
              <a:spcBef>
                <a:spcPts val="1200"/>
              </a:spcBef>
              <a:spcAft>
                <a:spcPts val="1200"/>
              </a:spcAft>
              <a:buClr>
                <a:schemeClr val="dk1"/>
              </a:buClr>
              <a:buSzPts val="1100"/>
              <a:buFont typeface="Garamond"/>
              <a:buNone/>
            </a:pPr>
            <a:r>
              <a:rPr lang="it-IT" sz="1100">
                <a:solidFill>
                  <a:schemeClr val="dk1"/>
                </a:solidFill>
                <a:latin typeface="Garamond"/>
                <a:ea typeface="Garamond"/>
                <a:cs typeface="Garamond"/>
                <a:sym typeface="Garamond"/>
              </a:rPr>
              <a:t>Questo avviene perché l’opamp ideale ha:</a:t>
            </a:r>
            <a:endParaRPr sz="1100">
              <a:solidFill>
                <a:schemeClr val="dk1"/>
              </a:solidFill>
              <a:latin typeface="Garamond"/>
              <a:ea typeface="Garamond"/>
              <a:cs typeface="Garamond"/>
              <a:sym typeface="Garamond"/>
            </a:endParaRPr>
          </a:p>
        </p:txBody>
      </p:sp>
      <p:pic>
        <p:nvPicPr>
          <p:cNvPr id="757" name="Google Shape;757;p75"/>
          <p:cNvPicPr preferRelativeResize="0"/>
          <p:nvPr/>
        </p:nvPicPr>
        <p:blipFill rotWithShape="1">
          <a:blip r:embed="rId3">
            <a:alphaModFix/>
          </a:blip>
          <a:srcRect b="0" l="0" r="0" t="0"/>
          <a:stretch/>
        </p:blipFill>
        <p:spPr>
          <a:xfrm>
            <a:off x="4369450" y="2791800"/>
            <a:ext cx="1095375" cy="847725"/>
          </a:xfrm>
          <a:prstGeom prst="rect">
            <a:avLst/>
          </a:prstGeom>
          <a:noFill/>
          <a:ln>
            <a:noFill/>
          </a:ln>
        </p:spPr>
      </p:pic>
      <p:sp>
        <p:nvSpPr>
          <p:cNvPr id="758" name="Google Shape;758;p75"/>
          <p:cNvSpPr txBox="1"/>
          <p:nvPr/>
        </p:nvSpPr>
        <p:spPr>
          <a:xfrm>
            <a:off x="1339125" y="3769300"/>
            <a:ext cx="9727800" cy="400200"/>
          </a:xfrm>
          <a:prstGeom prst="rect">
            <a:avLst/>
          </a:prstGeom>
          <a:noFill/>
          <a:ln>
            <a:noFill/>
          </a:ln>
        </p:spPr>
        <p:txBody>
          <a:bodyPr anchorCtr="0" anchor="t" bIns="91425" lIns="91425" spcFirstLastPara="1" rIns="91425" wrap="square" tIns="91425">
            <a:spAutoFit/>
          </a:bodyPr>
          <a:lstStyle/>
          <a:p>
            <a:pPr indent="0" lvl="0" marL="0" marR="0" rtl="0" algn="l">
              <a:spcBef>
                <a:spcPts val="0"/>
              </a:spcBef>
              <a:spcAft>
                <a:spcPts val="0"/>
              </a:spcAft>
              <a:buClr>
                <a:schemeClr val="dk1"/>
              </a:buClr>
              <a:buSzPts val="1800"/>
              <a:buFont typeface="Garamond"/>
              <a:buNone/>
            </a:pPr>
            <a:r>
              <a:rPr lang="it-IT" sz="1800">
                <a:solidFill>
                  <a:schemeClr val="dk1"/>
                </a:solidFill>
                <a:latin typeface="Garamond"/>
                <a:ea typeface="Garamond"/>
                <a:cs typeface="Garamond"/>
                <a:sym typeface="Garamond"/>
              </a:rPr>
              <a:t>Quindi la rete di ingresso non viene caricata e l’uscita riesce a pilotare il carico senza alterare significativamente Vout </a:t>
            </a:r>
            <a:endParaRPr sz="1800">
              <a:solidFill>
                <a:schemeClr val="dk1"/>
              </a:solidFill>
              <a:latin typeface="Garamond"/>
              <a:ea typeface="Garamond"/>
              <a:cs typeface="Garamond"/>
              <a:sym typeface="Garamond"/>
            </a:endParaRPr>
          </a:p>
        </p:txBody>
      </p:sp>
      <p:pic>
        <p:nvPicPr>
          <p:cNvPr id="759" name="Google Shape;759;p75"/>
          <p:cNvPicPr preferRelativeResize="0"/>
          <p:nvPr/>
        </p:nvPicPr>
        <p:blipFill rotWithShape="1">
          <a:blip r:embed="rId4">
            <a:alphaModFix/>
          </a:blip>
          <a:srcRect b="0" l="0" r="0" t="0"/>
          <a:stretch/>
        </p:blipFill>
        <p:spPr>
          <a:xfrm>
            <a:off x="1237425" y="4366425"/>
            <a:ext cx="4466876" cy="2189200"/>
          </a:xfrm>
          <a:prstGeom prst="rect">
            <a:avLst/>
          </a:prstGeom>
          <a:noFill/>
          <a:ln>
            <a:noFill/>
          </a:ln>
        </p:spPr>
      </p:pic>
      <p:sp>
        <p:nvSpPr>
          <p:cNvPr id="760" name="Google Shape;760;p75"/>
          <p:cNvSpPr txBox="1"/>
          <p:nvPr/>
        </p:nvSpPr>
        <p:spPr>
          <a:xfrm>
            <a:off x="6341875" y="4550825"/>
            <a:ext cx="5184900" cy="13221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1400"/>
              </a:spcBef>
              <a:spcAft>
                <a:spcPts val="0"/>
              </a:spcAft>
              <a:buClr>
                <a:schemeClr val="dk1"/>
              </a:buClr>
              <a:buSzPts val="1300"/>
              <a:buFont typeface="Libre Franklin"/>
              <a:buNone/>
            </a:pPr>
            <a:r>
              <a:rPr b="1" lang="it-IT" sz="1300">
                <a:solidFill>
                  <a:schemeClr val="dk1"/>
                </a:solidFill>
                <a:latin typeface="Libre Franklin"/>
                <a:ea typeface="Libre Franklin"/>
                <a:cs typeface="Libre Franklin"/>
                <a:sym typeface="Libre Franklin"/>
              </a:rPr>
              <a:t>Conclusione</a:t>
            </a:r>
            <a:endParaRPr b="1" sz="1300">
              <a:solidFill>
                <a:schemeClr val="dk1"/>
              </a:solidFill>
              <a:latin typeface="Libre Franklin"/>
              <a:ea typeface="Libre Franklin"/>
              <a:cs typeface="Libre Franklin"/>
              <a:sym typeface="Libre Franklin"/>
            </a:endParaRPr>
          </a:p>
          <a:p>
            <a:pPr indent="0" lvl="0" marL="0" marR="0" rtl="0" algn="l">
              <a:lnSpc>
                <a:spcPct val="115000"/>
              </a:lnSpc>
              <a:spcBef>
                <a:spcPts val="1200"/>
              </a:spcBef>
              <a:spcAft>
                <a:spcPts val="1200"/>
              </a:spcAft>
              <a:buClr>
                <a:schemeClr val="dk1"/>
              </a:buClr>
              <a:buSzPts val="1100"/>
              <a:buFont typeface="Libre Franklin"/>
              <a:buNone/>
            </a:pPr>
            <a:r>
              <a:rPr lang="it-IT" sz="1100">
                <a:solidFill>
                  <a:schemeClr val="dk1"/>
                </a:solidFill>
                <a:latin typeface="Libre Franklin"/>
                <a:ea typeface="Libre Franklin"/>
                <a:cs typeface="Libre Franklin"/>
                <a:sym typeface="Libre Franklin"/>
              </a:rPr>
              <a:t>Il filtro attivo è meno sensibile ai carichi rispetto al filtro passivo. La rete RC stabilisce la frequenza di taglio, l’operazionale stabilisce il guadagno, e il carico collegato in uscita non altera significativamente la risposta grazie alla bassa impedenza di uscita dell’opamp ideale.</a:t>
            </a:r>
            <a:endParaRPr sz="1100">
              <a:solidFill>
                <a:schemeClr val="dk1"/>
              </a:solidFill>
              <a:latin typeface="Libre Franklin"/>
              <a:ea typeface="Libre Franklin"/>
              <a:cs typeface="Libre Franklin"/>
              <a:sym typeface="Libre Franklin"/>
            </a:endParaRPr>
          </a:p>
        </p:txBody>
      </p:sp>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64" name="Shape 764"/>
        <p:cNvGrpSpPr/>
        <p:nvPr/>
      </p:nvGrpSpPr>
      <p:grpSpPr>
        <a:xfrm>
          <a:off x="0" y="0"/>
          <a:ext cx="0" cy="0"/>
          <a:chOff x="0" y="0"/>
          <a:chExt cx="0" cy="0"/>
        </a:xfrm>
      </p:grpSpPr>
      <p:pic>
        <p:nvPicPr>
          <p:cNvPr id="765" name="Google Shape;765;p76"/>
          <p:cNvPicPr preferRelativeResize="0"/>
          <p:nvPr/>
        </p:nvPicPr>
        <p:blipFill rotWithShape="1">
          <a:blip r:embed="rId3">
            <a:alphaModFix/>
          </a:blip>
          <a:srcRect b="0" l="0" r="0" t="0"/>
          <a:stretch/>
        </p:blipFill>
        <p:spPr>
          <a:xfrm>
            <a:off x="2813781" y="401827"/>
            <a:ext cx="6808125" cy="5520625"/>
          </a:xfrm>
          <a:prstGeom prst="rect">
            <a:avLst/>
          </a:prstGeom>
          <a:noFill/>
          <a:ln>
            <a:noFill/>
          </a:ln>
        </p:spPr>
      </p:pic>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70" name="Shape 770"/>
        <p:cNvGrpSpPr/>
        <p:nvPr/>
      </p:nvGrpSpPr>
      <p:grpSpPr>
        <a:xfrm>
          <a:off x="0" y="0"/>
          <a:ext cx="0" cy="0"/>
          <a:chOff x="0" y="0"/>
          <a:chExt cx="0" cy="0"/>
        </a:xfrm>
      </p:grpSpPr>
      <p:sp>
        <p:nvSpPr>
          <p:cNvPr id="771" name="Google Shape;771;p77"/>
          <p:cNvSpPr txBox="1"/>
          <p:nvPr/>
        </p:nvSpPr>
        <p:spPr>
          <a:xfrm>
            <a:off x="1018225" y="1066150"/>
            <a:ext cx="7371000" cy="431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it-IT" sz="1600">
                <a:latin typeface="Libre Franklin"/>
                <a:ea typeface="Libre Franklin"/>
                <a:cs typeface="Libre Franklin"/>
                <a:sym typeface="Libre Franklin"/>
              </a:rPr>
              <a:t>Variazione di Rs​ e Rf​ nell’analisi del guadagno</a:t>
            </a:r>
            <a:endParaRPr b="1" sz="1600">
              <a:latin typeface="Libre Franklin"/>
              <a:ea typeface="Libre Franklin"/>
              <a:cs typeface="Libre Franklin"/>
              <a:sym typeface="Libre Franklin"/>
            </a:endParaRPr>
          </a:p>
        </p:txBody>
      </p:sp>
      <p:sp>
        <p:nvSpPr>
          <p:cNvPr id="772" name="Google Shape;772;p77"/>
          <p:cNvSpPr txBox="1"/>
          <p:nvPr/>
        </p:nvSpPr>
        <p:spPr>
          <a:xfrm>
            <a:off x="1084100" y="1449475"/>
            <a:ext cx="8778600" cy="6480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1200"/>
              </a:spcAft>
              <a:buNone/>
            </a:pPr>
            <a:r>
              <a:rPr lang="it-IT"/>
              <a:t>Nella configurazione invertente, il guadagno del filtro attivo dipende dal rapporto tra la resistenza di retroazione Rf​ e la resistenza di ingresso Rs​:</a:t>
            </a:r>
            <a:endParaRPr/>
          </a:p>
        </p:txBody>
      </p:sp>
      <p:pic>
        <p:nvPicPr>
          <p:cNvPr id="773" name="Google Shape;773;p77"/>
          <p:cNvPicPr preferRelativeResize="0"/>
          <p:nvPr/>
        </p:nvPicPr>
        <p:blipFill>
          <a:blip r:embed="rId3">
            <a:alphaModFix/>
          </a:blip>
          <a:stretch>
            <a:fillRect/>
          </a:stretch>
        </p:blipFill>
        <p:spPr>
          <a:xfrm>
            <a:off x="4273200" y="1938400"/>
            <a:ext cx="1152525" cy="609600"/>
          </a:xfrm>
          <a:prstGeom prst="rect">
            <a:avLst/>
          </a:prstGeom>
          <a:noFill/>
          <a:ln>
            <a:noFill/>
          </a:ln>
        </p:spPr>
      </p:pic>
      <p:sp>
        <p:nvSpPr>
          <p:cNvPr id="774" name="Google Shape;774;p77"/>
          <p:cNvSpPr txBox="1"/>
          <p:nvPr/>
        </p:nvSpPr>
        <p:spPr>
          <a:xfrm>
            <a:off x="1209900" y="2548000"/>
            <a:ext cx="9371700" cy="12459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lang="it-IT" sz="1100">
                <a:solidFill>
                  <a:schemeClr val="dk1"/>
                </a:solidFill>
              </a:rPr>
              <a:t>Questo vale sia per l’operazionale ideale sia per quello reale, almeno finché l’opamp lavora entro i propri limiti.</a:t>
            </a:r>
            <a:endParaRPr sz="1100">
              <a:solidFill>
                <a:schemeClr val="dk1"/>
              </a:solidFill>
            </a:endParaRPr>
          </a:p>
          <a:p>
            <a:pPr indent="0" lvl="0" marL="0" rtl="0" algn="l">
              <a:lnSpc>
                <a:spcPct val="115000"/>
              </a:lnSpc>
              <a:spcBef>
                <a:spcPts val="1200"/>
              </a:spcBef>
              <a:spcAft>
                <a:spcPts val="0"/>
              </a:spcAft>
              <a:buNone/>
            </a:pPr>
            <a:r>
              <a:rPr lang="it-IT" sz="1100">
                <a:solidFill>
                  <a:schemeClr val="dk1"/>
                </a:solidFill>
              </a:rPr>
              <a:t>Per modificare il guadagno non è necessario variare entrambe le resistenze contemporaneamente: essendo un </a:t>
            </a:r>
            <a:r>
              <a:rPr b="1" lang="it-IT" sz="1100">
                <a:solidFill>
                  <a:schemeClr val="dk1"/>
                </a:solidFill>
              </a:rPr>
              <a:t>rapporto</a:t>
            </a:r>
            <a:r>
              <a:rPr lang="it-IT" sz="1100">
                <a:solidFill>
                  <a:schemeClr val="dk1"/>
                </a:solidFill>
              </a:rPr>
              <a:t>, basta aumentare una delle due oppure diminuire l’altra.</a:t>
            </a:r>
            <a:endParaRPr sz="1100">
              <a:solidFill>
                <a:schemeClr val="dk1"/>
              </a:solidFill>
            </a:endParaRPr>
          </a:p>
          <a:p>
            <a:pPr indent="0" lvl="0" marL="0" rtl="0" algn="l">
              <a:lnSpc>
                <a:spcPct val="115000"/>
              </a:lnSpc>
              <a:spcBef>
                <a:spcPts val="1200"/>
              </a:spcBef>
              <a:spcAft>
                <a:spcPts val="1200"/>
              </a:spcAft>
              <a:buNone/>
            </a:pPr>
            <a:r>
              <a:rPr lang="it-IT" sz="1100">
                <a:solidFill>
                  <a:schemeClr val="dk1"/>
                </a:solidFill>
              </a:rPr>
              <a:t>Se vogliamo aumentare il guadagno, possiamo aumentare Rf​ oppure diminuire Rs​:</a:t>
            </a:r>
            <a:endParaRPr sz="1100">
              <a:solidFill>
                <a:schemeClr val="dk1"/>
              </a:solidFill>
            </a:endParaRPr>
          </a:p>
        </p:txBody>
      </p:sp>
      <p:pic>
        <p:nvPicPr>
          <p:cNvPr id="775" name="Google Shape;775;p77"/>
          <p:cNvPicPr preferRelativeResize="0"/>
          <p:nvPr/>
        </p:nvPicPr>
        <p:blipFill>
          <a:blip r:embed="rId4">
            <a:alphaModFix/>
          </a:blip>
          <a:stretch>
            <a:fillRect/>
          </a:stretch>
        </p:blipFill>
        <p:spPr>
          <a:xfrm>
            <a:off x="6237750" y="3425200"/>
            <a:ext cx="1061100" cy="648000"/>
          </a:xfrm>
          <a:prstGeom prst="rect">
            <a:avLst/>
          </a:prstGeom>
          <a:noFill/>
          <a:ln>
            <a:noFill/>
          </a:ln>
        </p:spPr>
      </p:pic>
      <p:sp>
        <p:nvSpPr>
          <p:cNvPr id="776" name="Google Shape;776;p77"/>
          <p:cNvSpPr txBox="1"/>
          <p:nvPr/>
        </p:nvSpPr>
        <p:spPr>
          <a:xfrm>
            <a:off x="1188925" y="4244425"/>
            <a:ext cx="7029600" cy="3540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it-IT" sz="1100"/>
              <a:t>Se invece vogliamo ridurre il guadagno, possiamo diminuire Rf​ oppure aumentare Rs​:</a:t>
            </a:r>
            <a:endParaRPr sz="1100"/>
          </a:p>
        </p:txBody>
      </p:sp>
      <p:pic>
        <p:nvPicPr>
          <p:cNvPr id="777" name="Google Shape;777;p77"/>
          <p:cNvPicPr preferRelativeResize="0"/>
          <p:nvPr/>
        </p:nvPicPr>
        <p:blipFill>
          <a:blip r:embed="rId5">
            <a:alphaModFix/>
          </a:blip>
          <a:stretch>
            <a:fillRect/>
          </a:stretch>
        </p:blipFill>
        <p:spPr>
          <a:xfrm>
            <a:off x="6489300" y="4244425"/>
            <a:ext cx="992000" cy="648000"/>
          </a:xfrm>
          <a:prstGeom prst="rect">
            <a:avLst/>
          </a:prstGeom>
          <a:noFill/>
          <a:ln>
            <a:noFill/>
          </a:ln>
        </p:spPr>
      </p:pic>
      <p:sp>
        <p:nvSpPr>
          <p:cNvPr id="778" name="Google Shape;778;p77"/>
          <p:cNvSpPr txBox="1"/>
          <p:nvPr/>
        </p:nvSpPr>
        <p:spPr>
          <a:xfrm>
            <a:off x="1287750" y="5234850"/>
            <a:ext cx="7443000" cy="523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it-IT" sz="1100"/>
              <a:t>Per questo motivo, nell’analisi è sufficiente agire su una delle due resistenze alla volta: cambiare Rs​ o Rf​ produce effetti equivalenti sul guadagno, perché ciò che conta è il loro rapporto.</a:t>
            </a:r>
            <a:endParaRPr sz="1100"/>
          </a:p>
        </p:txBody>
      </p:sp>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3" name="Shape 783"/>
        <p:cNvGrpSpPr/>
        <p:nvPr/>
      </p:nvGrpSpPr>
      <p:grpSpPr>
        <a:xfrm>
          <a:off x="0" y="0"/>
          <a:ext cx="0" cy="0"/>
          <a:chOff x="0" y="0"/>
          <a:chExt cx="0" cy="0"/>
        </a:xfrm>
      </p:grpSpPr>
      <p:sp>
        <p:nvSpPr>
          <p:cNvPr id="784" name="Google Shape;784;p78"/>
          <p:cNvSpPr txBox="1"/>
          <p:nvPr/>
        </p:nvSpPr>
        <p:spPr>
          <a:xfrm>
            <a:off x="1355275" y="756125"/>
            <a:ext cx="7758300" cy="569400"/>
          </a:xfrm>
          <a:prstGeom prst="rect">
            <a:avLst/>
          </a:prstGeom>
          <a:noFill/>
          <a:ln>
            <a:noFill/>
          </a:ln>
        </p:spPr>
        <p:txBody>
          <a:bodyPr anchorCtr="0" anchor="t" bIns="91425" lIns="91425" spcFirstLastPara="1" rIns="91425" wrap="square" tIns="91425">
            <a:spAutoFit/>
          </a:bodyPr>
          <a:lstStyle/>
          <a:p>
            <a:pPr indent="0" lvl="0" marL="0" marR="0" rtl="0" algn="l">
              <a:spcBef>
                <a:spcPts val="0"/>
              </a:spcBef>
              <a:spcAft>
                <a:spcPts val="0"/>
              </a:spcAft>
              <a:buClr>
                <a:srgbClr val="073763"/>
              </a:buClr>
              <a:buSzPts val="2500"/>
              <a:buFont typeface="Libre Franklin SemiBold"/>
              <a:buNone/>
            </a:pPr>
            <a:r>
              <a:rPr lang="it-IT" sz="2500">
                <a:solidFill>
                  <a:srgbClr val="073763"/>
                </a:solidFill>
                <a:latin typeface="Libre Franklin SemiBold"/>
                <a:ea typeface="Libre Franklin SemiBold"/>
                <a:cs typeface="Libre Franklin SemiBold"/>
                <a:sym typeface="Libre Franklin SemiBold"/>
              </a:rPr>
              <a:t>Cambio Rs</a:t>
            </a:r>
            <a:endParaRPr sz="2500">
              <a:solidFill>
                <a:srgbClr val="073763"/>
              </a:solidFill>
              <a:latin typeface="Libre Franklin SemiBold"/>
              <a:ea typeface="Libre Franklin SemiBold"/>
              <a:cs typeface="Libre Franklin SemiBold"/>
              <a:sym typeface="Libre Franklin SemiBold"/>
            </a:endParaRPr>
          </a:p>
        </p:txBody>
      </p:sp>
      <p:pic>
        <p:nvPicPr>
          <p:cNvPr id="785" name="Google Shape;785;p78"/>
          <p:cNvPicPr preferRelativeResize="0"/>
          <p:nvPr/>
        </p:nvPicPr>
        <p:blipFill rotWithShape="1">
          <a:blip r:embed="rId3">
            <a:alphaModFix/>
          </a:blip>
          <a:srcRect b="0" l="0" r="0" t="0"/>
          <a:stretch/>
        </p:blipFill>
        <p:spPr>
          <a:xfrm>
            <a:off x="1355275" y="1418475"/>
            <a:ext cx="3407001" cy="1871025"/>
          </a:xfrm>
          <a:prstGeom prst="rect">
            <a:avLst/>
          </a:prstGeom>
          <a:noFill/>
          <a:ln>
            <a:noFill/>
          </a:ln>
        </p:spPr>
      </p:pic>
      <p:pic>
        <p:nvPicPr>
          <p:cNvPr id="786" name="Google Shape;786;p78"/>
          <p:cNvPicPr preferRelativeResize="0"/>
          <p:nvPr/>
        </p:nvPicPr>
        <p:blipFill rotWithShape="1">
          <a:blip r:embed="rId4">
            <a:alphaModFix/>
          </a:blip>
          <a:srcRect b="0" l="0" r="0" t="0"/>
          <a:stretch/>
        </p:blipFill>
        <p:spPr>
          <a:xfrm>
            <a:off x="5019248" y="3289511"/>
            <a:ext cx="7099477" cy="3479399"/>
          </a:xfrm>
          <a:prstGeom prst="rect">
            <a:avLst/>
          </a:prstGeom>
          <a:noFill/>
          <a:ln>
            <a:noFill/>
          </a:ln>
        </p:spPr>
      </p:pic>
      <p:pic>
        <p:nvPicPr>
          <p:cNvPr id="787" name="Google Shape;787;p78"/>
          <p:cNvPicPr preferRelativeResize="0"/>
          <p:nvPr/>
        </p:nvPicPr>
        <p:blipFill rotWithShape="1">
          <a:blip r:embed="rId5">
            <a:alphaModFix/>
          </a:blip>
          <a:srcRect b="0" l="0" r="0" t="0"/>
          <a:stretch/>
        </p:blipFill>
        <p:spPr>
          <a:xfrm>
            <a:off x="1397975" y="3645425"/>
            <a:ext cx="2724150" cy="2838450"/>
          </a:xfrm>
          <a:prstGeom prst="rect">
            <a:avLst/>
          </a:prstGeom>
          <a:noFill/>
          <a:ln>
            <a:noFill/>
          </a:ln>
        </p:spPr>
      </p:pic>
      <p:sp>
        <p:nvSpPr>
          <p:cNvPr id="788" name="Google Shape;788;p78"/>
          <p:cNvSpPr txBox="1"/>
          <p:nvPr/>
        </p:nvSpPr>
        <p:spPr>
          <a:xfrm>
            <a:off x="5300338" y="1546800"/>
            <a:ext cx="6537300" cy="16353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1200"/>
              </a:spcBef>
              <a:spcAft>
                <a:spcPts val="0"/>
              </a:spcAft>
              <a:buClr>
                <a:schemeClr val="dk1"/>
              </a:buClr>
              <a:buSzPts val="1100"/>
              <a:buFont typeface="Libre Franklin"/>
              <a:buNone/>
            </a:pPr>
            <a:r>
              <a:rPr lang="it-IT" sz="1100">
                <a:solidFill>
                  <a:schemeClr val="dk1"/>
                </a:solidFill>
                <a:latin typeface="Libre Franklin"/>
                <a:ea typeface="Libre Franklin"/>
                <a:cs typeface="Libre Franklin"/>
                <a:sym typeface="Libre Franklin"/>
              </a:rPr>
              <a:t>Quindi ci aspettavamo una risposta in banda passante intorno a 86 dB.</a:t>
            </a:r>
            <a:endParaRPr sz="1100">
              <a:solidFill>
                <a:schemeClr val="dk1"/>
              </a:solidFill>
              <a:latin typeface="Libre Franklin"/>
              <a:ea typeface="Libre Franklin"/>
              <a:cs typeface="Libre Franklin"/>
              <a:sym typeface="Libre Franklin"/>
            </a:endParaRPr>
          </a:p>
          <a:p>
            <a:pPr indent="0" lvl="0" marL="0" marR="0" rtl="0" algn="l">
              <a:lnSpc>
                <a:spcPct val="115000"/>
              </a:lnSpc>
              <a:spcBef>
                <a:spcPts val="1200"/>
              </a:spcBef>
              <a:spcAft>
                <a:spcPts val="0"/>
              </a:spcAft>
              <a:buClr>
                <a:schemeClr val="dk1"/>
              </a:buClr>
              <a:buSzPts val="1100"/>
              <a:buFont typeface="Libre Franklin"/>
              <a:buNone/>
            </a:pPr>
            <a:r>
              <a:rPr lang="it-IT" sz="1100">
                <a:solidFill>
                  <a:schemeClr val="dk1"/>
                </a:solidFill>
                <a:latin typeface="Libre Franklin"/>
                <a:ea typeface="Libre Franklin"/>
                <a:cs typeface="Libre Franklin"/>
                <a:sym typeface="Libre Franklin"/>
              </a:rPr>
              <a:t>Il risultato però non è quello atteso: compaiono picchi e anomalie alle alte frequenze. Questo accade perché un guadagno così alto mette in crisi l’operazionale, evidenziando i limiti di GBW e i ritardi interni.</a:t>
            </a:r>
            <a:endParaRPr sz="1100">
              <a:solidFill>
                <a:schemeClr val="dk1"/>
              </a:solidFill>
              <a:latin typeface="Libre Franklin"/>
              <a:ea typeface="Libre Franklin"/>
              <a:cs typeface="Libre Franklin"/>
              <a:sym typeface="Libre Franklin"/>
            </a:endParaRPr>
          </a:p>
          <a:p>
            <a:pPr indent="0" lvl="0" marL="0" marR="0" rtl="0" algn="l">
              <a:lnSpc>
                <a:spcPct val="115000"/>
              </a:lnSpc>
              <a:spcBef>
                <a:spcPts val="1200"/>
              </a:spcBef>
              <a:spcAft>
                <a:spcPts val="1200"/>
              </a:spcAft>
              <a:buClr>
                <a:schemeClr val="dk1"/>
              </a:buClr>
              <a:buSzPts val="1100"/>
              <a:buFont typeface="Libre Franklin"/>
              <a:buNone/>
            </a:pPr>
            <a:r>
              <a:rPr lang="it-IT" sz="1100">
                <a:solidFill>
                  <a:schemeClr val="dk1"/>
                </a:solidFill>
                <a:latin typeface="Libre Franklin"/>
                <a:ea typeface="Libre Franklin"/>
                <a:cs typeface="Libre Franklin"/>
                <a:sym typeface="Libre Franklin"/>
              </a:rPr>
              <a:t>Per avvicinarci al comportamento ideale, aumentiamo la GBW, così l’opamp non influenza più la risposta del filtro.</a:t>
            </a:r>
            <a:endParaRPr sz="1100">
              <a:solidFill>
                <a:schemeClr val="dk1"/>
              </a:solidFill>
              <a:latin typeface="Libre Franklin"/>
              <a:ea typeface="Libre Franklin"/>
              <a:cs typeface="Libre Franklin"/>
              <a:sym typeface="Libre Franklin"/>
            </a:endParaRPr>
          </a:p>
        </p:txBody>
      </p:sp>
      <p:sp>
        <p:nvSpPr>
          <p:cNvPr id="789" name="Google Shape;789;p78"/>
          <p:cNvSpPr txBox="1"/>
          <p:nvPr/>
        </p:nvSpPr>
        <p:spPr>
          <a:xfrm>
            <a:off x="7863325" y="566650"/>
            <a:ext cx="4101900" cy="615600"/>
          </a:xfrm>
          <a:prstGeom prst="rect">
            <a:avLst/>
          </a:prstGeom>
          <a:noFill/>
          <a:ln>
            <a:noFill/>
          </a:ln>
        </p:spPr>
        <p:txBody>
          <a:bodyPr anchorCtr="0" anchor="t" bIns="91425" lIns="91425" spcFirstLastPara="1" rIns="91425" wrap="square" tIns="91425">
            <a:spAutoFit/>
          </a:bodyPr>
          <a:lstStyle/>
          <a:p>
            <a:pPr indent="0" lvl="0" marL="0" marR="0" rtl="0" algn="l">
              <a:spcBef>
                <a:spcPts val="0"/>
              </a:spcBef>
              <a:spcAft>
                <a:spcPts val="0"/>
              </a:spcAft>
              <a:buClr>
                <a:schemeClr val="dk1"/>
              </a:buClr>
              <a:buSzPts val="2800"/>
              <a:buFont typeface="Open Sans"/>
              <a:buNone/>
            </a:pPr>
            <a:r>
              <a:rPr lang="it-IT" sz="2800">
                <a:solidFill>
                  <a:schemeClr val="dk1"/>
                </a:solidFill>
                <a:latin typeface="Open Sans"/>
                <a:ea typeface="Open Sans"/>
                <a:cs typeface="Open Sans"/>
                <a:sym typeface="Open Sans"/>
              </a:rPr>
              <a:t>blu atteso, verde realtà</a:t>
            </a:r>
            <a:endParaRPr sz="2800">
              <a:solidFill>
                <a:schemeClr val="dk1"/>
              </a:solidFill>
              <a:latin typeface="Open Sans"/>
              <a:ea typeface="Open Sans"/>
              <a:cs typeface="Open Sans"/>
              <a:sym typeface="Open Sans"/>
            </a:endParaRPr>
          </a:p>
        </p:txBody>
      </p:sp>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3" name="Shape 793"/>
        <p:cNvGrpSpPr/>
        <p:nvPr/>
      </p:nvGrpSpPr>
      <p:grpSpPr>
        <a:xfrm>
          <a:off x="0" y="0"/>
          <a:ext cx="0" cy="0"/>
          <a:chOff x="0" y="0"/>
          <a:chExt cx="0" cy="0"/>
        </a:xfrm>
      </p:grpSpPr>
      <p:sp>
        <p:nvSpPr>
          <p:cNvPr id="794" name="Google Shape;794;p79"/>
          <p:cNvSpPr txBox="1"/>
          <p:nvPr/>
        </p:nvSpPr>
        <p:spPr>
          <a:xfrm>
            <a:off x="1057020" y="3380067"/>
            <a:ext cx="3934575" cy="36933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Clr>
                <a:schemeClr val="dk1"/>
              </a:buClr>
              <a:buSzPts val="1800"/>
              <a:buFont typeface="Open Sans"/>
              <a:buNone/>
            </a:pPr>
            <a:r>
              <a:rPr lang="it-IT" sz="1800">
                <a:solidFill>
                  <a:schemeClr val="dk1"/>
                </a:solidFill>
                <a:latin typeface="Open Sans"/>
                <a:ea typeface="Open Sans"/>
                <a:cs typeface="Open Sans"/>
                <a:sym typeface="Open Sans"/>
              </a:rPr>
              <a:t>Cambio rs, cambia fc</a:t>
            </a:r>
            <a:endParaRPr sz="1800">
              <a:solidFill>
                <a:schemeClr val="dk1"/>
              </a:solidFill>
              <a:latin typeface="Open Sans"/>
              <a:ea typeface="Open Sans"/>
              <a:cs typeface="Open Sans"/>
              <a:sym typeface="Open Sans"/>
            </a:endParaRPr>
          </a:p>
        </p:txBody>
      </p:sp>
      <p:pic>
        <p:nvPicPr>
          <p:cNvPr id="795" name="Google Shape;795;p79"/>
          <p:cNvPicPr preferRelativeResize="0"/>
          <p:nvPr/>
        </p:nvPicPr>
        <p:blipFill rotWithShape="1">
          <a:blip r:embed="rId3">
            <a:alphaModFix/>
          </a:blip>
          <a:srcRect b="0" l="0" r="0" t="0"/>
          <a:stretch/>
        </p:blipFill>
        <p:spPr>
          <a:xfrm>
            <a:off x="6638307" y="3564733"/>
            <a:ext cx="5036336" cy="2468278"/>
          </a:xfrm>
          <a:prstGeom prst="rect">
            <a:avLst/>
          </a:prstGeom>
          <a:noFill/>
          <a:ln>
            <a:noFill/>
          </a:ln>
        </p:spPr>
      </p:pic>
      <p:pic>
        <p:nvPicPr>
          <p:cNvPr id="796" name="Google Shape;796;p79"/>
          <p:cNvPicPr preferRelativeResize="0"/>
          <p:nvPr/>
        </p:nvPicPr>
        <p:blipFill rotWithShape="1">
          <a:blip r:embed="rId4">
            <a:alphaModFix/>
          </a:blip>
          <a:srcRect b="0" l="0" r="0" t="0"/>
          <a:stretch/>
        </p:blipFill>
        <p:spPr>
          <a:xfrm>
            <a:off x="1324077" y="3749399"/>
            <a:ext cx="4976055" cy="2389395"/>
          </a:xfrm>
          <a:prstGeom prst="rect">
            <a:avLst/>
          </a:prstGeom>
          <a:noFill/>
          <a:ln>
            <a:noFill/>
          </a:ln>
        </p:spPr>
      </p:pic>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01" name="Shape 801"/>
        <p:cNvGrpSpPr/>
        <p:nvPr/>
      </p:nvGrpSpPr>
      <p:grpSpPr>
        <a:xfrm>
          <a:off x="0" y="0"/>
          <a:ext cx="0" cy="0"/>
          <a:chOff x="0" y="0"/>
          <a:chExt cx="0" cy="0"/>
        </a:xfrm>
      </p:grpSpPr>
      <p:sp>
        <p:nvSpPr>
          <p:cNvPr id="802" name="Google Shape;802;p80"/>
          <p:cNvSpPr txBox="1"/>
          <p:nvPr/>
        </p:nvSpPr>
        <p:spPr>
          <a:xfrm>
            <a:off x="1355275" y="756125"/>
            <a:ext cx="7758300" cy="569400"/>
          </a:xfrm>
          <a:prstGeom prst="rect">
            <a:avLst/>
          </a:prstGeom>
          <a:noFill/>
          <a:ln>
            <a:noFill/>
          </a:ln>
        </p:spPr>
        <p:txBody>
          <a:bodyPr anchorCtr="0" anchor="t" bIns="91425" lIns="91425" spcFirstLastPara="1" rIns="91425" wrap="square" tIns="91425">
            <a:spAutoFit/>
          </a:bodyPr>
          <a:lstStyle/>
          <a:p>
            <a:pPr indent="0" lvl="0" marL="0" marR="0" rtl="0" algn="l">
              <a:spcBef>
                <a:spcPts val="0"/>
              </a:spcBef>
              <a:spcAft>
                <a:spcPts val="0"/>
              </a:spcAft>
              <a:buClr>
                <a:srgbClr val="073763"/>
              </a:buClr>
              <a:buSzPts val="2500"/>
              <a:buFont typeface="Libre Franklin SemiBold"/>
              <a:buNone/>
            </a:pPr>
            <a:r>
              <a:rPr lang="it-IT" sz="2500">
                <a:solidFill>
                  <a:srgbClr val="073763"/>
                </a:solidFill>
                <a:latin typeface="Libre Franklin SemiBold"/>
                <a:ea typeface="Libre Franklin SemiBold"/>
                <a:cs typeface="Libre Franklin SemiBold"/>
                <a:sym typeface="Libre Franklin SemiBold"/>
              </a:rPr>
              <a:t>Non idealità → modifica OPAMP GBW</a:t>
            </a:r>
            <a:endParaRPr sz="2500">
              <a:solidFill>
                <a:srgbClr val="073763"/>
              </a:solidFill>
              <a:latin typeface="Libre Franklin SemiBold"/>
              <a:ea typeface="Libre Franklin SemiBold"/>
              <a:cs typeface="Libre Franklin SemiBold"/>
              <a:sym typeface="Libre Franklin SemiBold"/>
            </a:endParaRPr>
          </a:p>
        </p:txBody>
      </p:sp>
      <p:sp>
        <p:nvSpPr>
          <p:cNvPr id="803" name="Google Shape;803;p80"/>
          <p:cNvSpPr txBox="1"/>
          <p:nvPr/>
        </p:nvSpPr>
        <p:spPr>
          <a:xfrm>
            <a:off x="909300" y="1383975"/>
            <a:ext cx="11282700" cy="14760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1400"/>
              </a:spcBef>
              <a:spcAft>
                <a:spcPts val="0"/>
              </a:spcAft>
              <a:buClr>
                <a:schemeClr val="dk1"/>
              </a:buClr>
              <a:buSzPts val="1300"/>
              <a:buFont typeface="Garamond"/>
              <a:buNone/>
            </a:pPr>
            <a:r>
              <a:rPr b="1" lang="it-IT" sz="1300">
                <a:solidFill>
                  <a:schemeClr val="dk1"/>
                </a:solidFill>
                <a:latin typeface="Garamond"/>
                <a:ea typeface="Garamond"/>
                <a:cs typeface="Garamond"/>
                <a:sym typeface="Garamond"/>
              </a:rPr>
              <a:t>Effetto della GBW sull’opamp ideale</a:t>
            </a:r>
            <a:endParaRPr b="1" sz="1300">
              <a:solidFill>
                <a:schemeClr val="dk1"/>
              </a:solidFill>
              <a:latin typeface="Garamond"/>
              <a:ea typeface="Garamond"/>
              <a:cs typeface="Garamond"/>
              <a:sym typeface="Garamond"/>
            </a:endParaRPr>
          </a:p>
          <a:p>
            <a:pPr indent="0" lvl="0" marL="0" marR="0" rtl="0" algn="l">
              <a:lnSpc>
                <a:spcPct val="115000"/>
              </a:lnSpc>
              <a:spcBef>
                <a:spcPts val="1200"/>
              </a:spcBef>
              <a:spcAft>
                <a:spcPts val="0"/>
              </a:spcAft>
              <a:buClr>
                <a:schemeClr val="dk1"/>
              </a:buClr>
              <a:buSzPts val="1100"/>
              <a:buFont typeface="Garamond"/>
              <a:buNone/>
            </a:pPr>
            <a:r>
              <a:rPr lang="it-IT" sz="1100">
                <a:solidFill>
                  <a:schemeClr val="dk1"/>
                </a:solidFill>
                <a:latin typeface="Garamond"/>
                <a:ea typeface="Garamond"/>
                <a:cs typeface="Garamond"/>
                <a:sym typeface="Garamond"/>
              </a:rPr>
              <a:t>In questa simulazione si osserva che l’operazionale non si comporta ancora in modo perfettamente ideale. Nel grafico la curva </a:t>
            </a:r>
            <a:r>
              <a:rPr b="1" lang="it-IT" sz="1100">
                <a:solidFill>
                  <a:schemeClr val="dk1"/>
                </a:solidFill>
                <a:latin typeface="Garamond"/>
                <a:ea typeface="Garamond"/>
                <a:cs typeface="Garamond"/>
                <a:sym typeface="Garamond"/>
              </a:rPr>
              <a:t>verde</a:t>
            </a:r>
            <a:r>
              <a:rPr lang="it-IT" sz="1100">
                <a:solidFill>
                  <a:schemeClr val="dk1"/>
                </a:solidFill>
                <a:latin typeface="Garamond"/>
                <a:ea typeface="Garamond"/>
                <a:cs typeface="Garamond"/>
                <a:sym typeface="Garamond"/>
              </a:rPr>
              <a:t> dovrebbe mantenere una risposta regolare, ma alle frequenze molto alte compare una </a:t>
            </a:r>
            <a:r>
              <a:rPr b="1" lang="it-IT" sz="1100">
                <a:solidFill>
                  <a:schemeClr val="dk1"/>
                </a:solidFill>
                <a:latin typeface="Garamond"/>
                <a:ea typeface="Garamond"/>
                <a:cs typeface="Garamond"/>
                <a:sym typeface="Garamond"/>
              </a:rPr>
              <a:t>crescita anomala con picco</a:t>
            </a:r>
            <a:r>
              <a:rPr lang="it-IT" sz="1100">
                <a:solidFill>
                  <a:schemeClr val="dk1"/>
                </a:solidFill>
                <a:latin typeface="Garamond"/>
                <a:ea typeface="Garamond"/>
                <a:cs typeface="Garamond"/>
                <a:sym typeface="Garamond"/>
              </a:rPr>
              <a:t>.</a:t>
            </a:r>
            <a:endParaRPr sz="1100">
              <a:solidFill>
                <a:schemeClr val="dk1"/>
              </a:solidFill>
              <a:latin typeface="Garamond"/>
              <a:ea typeface="Garamond"/>
              <a:cs typeface="Garamond"/>
              <a:sym typeface="Garamond"/>
            </a:endParaRPr>
          </a:p>
          <a:p>
            <a:pPr indent="0" lvl="0" marL="0" marR="0" rtl="0" algn="l">
              <a:lnSpc>
                <a:spcPct val="115000"/>
              </a:lnSpc>
              <a:spcBef>
                <a:spcPts val="1200"/>
              </a:spcBef>
              <a:spcAft>
                <a:spcPts val="1200"/>
              </a:spcAft>
              <a:buClr>
                <a:schemeClr val="dk1"/>
              </a:buClr>
              <a:buSzPts val="1100"/>
              <a:buFont typeface="Garamond"/>
              <a:buNone/>
            </a:pPr>
            <a:r>
              <a:rPr lang="it-IT" sz="1100">
                <a:solidFill>
                  <a:schemeClr val="dk1"/>
                </a:solidFill>
                <a:latin typeface="Garamond"/>
                <a:ea typeface="Garamond"/>
                <a:cs typeface="Garamond"/>
                <a:sym typeface="Garamond"/>
              </a:rPr>
              <a:t>Questo effetto è dovuto ai limiti interni dell’opamp, in particolare alla </a:t>
            </a:r>
            <a:r>
              <a:rPr b="1" lang="it-IT" sz="1100">
                <a:solidFill>
                  <a:schemeClr val="dk1"/>
                </a:solidFill>
                <a:latin typeface="Garamond"/>
                <a:ea typeface="Garamond"/>
                <a:cs typeface="Garamond"/>
                <a:sym typeface="Garamond"/>
              </a:rPr>
              <a:t>GBW</a:t>
            </a:r>
            <a:r>
              <a:rPr lang="it-IT" sz="1100">
                <a:solidFill>
                  <a:schemeClr val="dk1"/>
                </a:solidFill>
                <a:latin typeface="Garamond"/>
                <a:ea typeface="Garamond"/>
                <a:cs typeface="Garamond"/>
                <a:sym typeface="Garamond"/>
              </a:rPr>
              <a:t> (</a:t>
            </a:r>
            <a:r>
              <a:rPr i="1" lang="it-IT" sz="1100">
                <a:solidFill>
                  <a:schemeClr val="dk1"/>
                </a:solidFill>
                <a:latin typeface="Garamond"/>
                <a:ea typeface="Garamond"/>
                <a:cs typeface="Garamond"/>
                <a:sym typeface="Garamond"/>
              </a:rPr>
              <a:t>Gain Bandwidth Product</a:t>
            </a:r>
            <a:r>
              <a:rPr lang="it-IT" sz="1100">
                <a:solidFill>
                  <a:schemeClr val="dk1"/>
                </a:solidFill>
                <a:latin typeface="Garamond"/>
                <a:ea typeface="Garamond"/>
                <a:cs typeface="Garamond"/>
                <a:sym typeface="Garamond"/>
              </a:rPr>
              <a:t>). Se la GBW non è sufficientemente alta, l’operazionale introduce </a:t>
            </a:r>
            <a:r>
              <a:rPr b="1" lang="it-IT" sz="1100">
                <a:solidFill>
                  <a:schemeClr val="dk1"/>
                </a:solidFill>
                <a:latin typeface="Garamond"/>
                <a:ea typeface="Garamond"/>
                <a:cs typeface="Garamond"/>
                <a:sym typeface="Garamond"/>
              </a:rPr>
              <a:t>ritardo di fase</a:t>
            </a:r>
            <a:r>
              <a:rPr lang="it-IT" sz="1100">
                <a:solidFill>
                  <a:schemeClr val="dk1"/>
                </a:solidFill>
                <a:latin typeface="Garamond"/>
                <a:ea typeface="Garamond"/>
                <a:cs typeface="Garamond"/>
                <a:sym typeface="Garamond"/>
              </a:rPr>
              <a:t> e perde capacità di seguire correttamente il segnale alle alte frequenze.</a:t>
            </a:r>
            <a:endParaRPr sz="1100">
              <a:solidFill>
                <a:schemeClr val="dk1"/>
              </a:solidFill>
              <a:latin typeface="Garamond"/>
              <a:ea typeface="Garamond"/>
              <a:cs typeface="Garamond"/>
              <a:sym typeface="Garamond"/>
            </a:endParaRPr>
          </a:p>
        </p:txBody>
      </p:sp>
      <p:pic>
        <p:nvPicPr>
          <p:cNvPr id="804" name="Google Shape;804;p80"/>
          <p:cNvPicPr preferRelativeResize="0"/>
          <p:nvPr/>
        </p:nvPicPr>
        <p:blipFill rotWithShape="1">
          <a:blip r:embed="rId3">
            <a:alphaModFix/>
          </a:blip>
          <a:srcRect b="0" l="0" r="0" t="0"/>
          <a:stretch/>
        </p:blipFill>
        <p:spPr>
          <a:xfrm>
            <a:off x="2327550" y="2827350"/>
            <a:ext cx="8149148" cy="3993876"/>
          </a:xfrm>
          <a:prstGeom prst="rect">
            <a:avLst/>
          </a:prstGeom>
          <a:noFill/>
          <a:ln>
            <a:noFill/>
          </a:ln>
        </p:spPr>
      </p:pic>
    </p:spTree>
  </p:cSld>
  <p:clrMapOvr>
    <a:masterClrMapping/>
  </p:clrMapOvr>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09" name="Shape 809"/>
        <p:cNvGrpSpPr/>
        <p:nvPr/>
      </p:nvGrpSpPr>
      <p:grpSpPr>
        <a:xfrm>
          <a:off x="0" y="0"/>
          <a:ext cx="0" cy="0"/>
          <a:chOff x="0" y="0"/>
          <a:chExt cx="0" cy="0"/>
        </a:xfrm>
      </p:grpSpPr>
      <p:pic>
        <p:nvPicPr>
          <p:cNvPr id="810" name="Google Shape;810;p81"/>
          <p:cNvPicPr preferRelativeResize="0"/>
          <p:nvPr/>
        </p:nvPicPr>
        <p:blipFill rotWithShape="1">
          <a:blip r:embed="rId3">
            <a:alphaModFix/>
          </a:blip>
          <a:srcRect b="0" l="0" r="0" t="0"/>
          <a:stretch/>
        </p:blipFill>
        <p:spPr>
          <a:xfrm>
            <a:off x="7627350" y="1305700"/>
            <a:ext cx="4251527" cy="2083650"/>
          </a:xfrm>
          <a:prstGeom prst="rect">
            <a:avLst/>
          </a:prstGeom>
          <a:noFill/>
          <a:ln>
            <a:noFill/>
          </a:ln>
        </p:spPr>
      </p:pic>
      <p:sp>
        <p:nvSpPr>
          <p:cNvPr id="811" name="Google Shape;811;p81"/>
          <p:cNvSpPr txBox="1"/>
          <p:nvPr/>
        </p:nvSpPr>
        <p:spPr>
          <a:xfrm>
            <a:off x="1090900" y="1492200"/>
            <a:ext cx="6259800" cy="18246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1400"/>
              </a:spcBef>
              <a:spcAft>
                <a:spcPts val="0"/>
              </a:spcAft>
              <a:buClr>
                <a:schemeClr val="dk1"/>
              </a:buClr>
              <a:buSzPts val="1300"/>
              <a:buFont typeface="Garamond"/>
              <a:buNone/>
            </a:pPr>
            <a:r>
              <a:rPr b="1" lang="it-IT" sz="1300">
                <a:solidFill>
                  <a:schemeClr val="dk1"/>
                </a:solidFill>
                <a:latin typeface="Garamond"/>
                <a:ea typeface="Garamond"/>
                <a:cs typeface="Garamond"/>
                <a:sym typeface="Garamond"/>
              </a:rPr>
              <a:t>Perché compare il picco</a:t>
            </a:r>
            <a:endParaRPr b="1" sz="1300">
              <a:solidFill>
                <a:schemeClr val="dk1"/>
              </a:solidFill>
              <a:latin typeface="Garamond"/>
              <a:ea typeface="Garamond"/>
              <a:cs typeface="Garamond"/>
              <a:sym typeface="Garamond"/>
            </a:endParaRPr>
          </a:p>
          <a:p>
            <a:pPr indent="0" lvl="0" marL="0" marR="0" rtl="0" algn="l">
              <a:lnSpc>
                <a:spcPct val="115000"/>
              </a:lnSpc>
              <a:spcBef>
                <a:spcPts val="1200"/>
              </a:spcBef>
              <a:spcAft>
                <a:spcPts val="0"/>
              </a:spcAft>
              <a:buClr>
                <a:schemeClr val="dk1"/>
              </a:buClr>
              <a:buSzPts val="1100"/>
              <a:buFont typeface="Garamond"/>
              <a:buNone/>
            </a:pPr>
            <a:r>
              <a:rPr lang="it-IT" sz="1100">
                <a:solidFill>
                  <a:schemeClr val="dk1"/>
                </a:solidFill>
                <a:latin typeface="Garamond"/>
                <a:ea typeface="Garamond"/>
                <a:cs typeface="Garamond"/>
                <a:sym typeface="Garamond"/>
              </a:rPr>
              <a:t>Alle alte frequenze l’opamp non riesce più a reagire istantaneamente. Il segnale in uscita arriva quindi con un piccolo ritardo rispetto al segnale richiesto dalla retroazione.</a:t>
            </a:r>
            <a:endParaRPr sz="1100">
              <a:solidFill>
                <a:schemeClr val="dk1"/>
              </a:solidFill>
              <a:latin typeface="Garamond"/>
              <a:ea typeface="Garamond"/>
              <a:cs typeface="Garamond"/>
              <a:sym typeface="Garamond"/>
            </a:endParaRPr>
          </a:p>
          <a:p>
            <a:pPr indent="0" lvl="0" marL="0" marR="0" rtl="0" algn="l">
              <a:lnSpc>
                <a:spcPct val="115000"/>
              </a:lnSpc>
              <a:spcBef>
                <a:spcPts val="1200"/>
              </a:spcBef>
              <a:spcAft>
                <a:spcPts val="0"/>
              </a:spcAft>
              <a:buClr>
                <a:schemeClr val="dk1"/>
              </a:buClr>
              <a:buSzPts val="1100"/>
              <a:buFont typeface="Garamond"/>
              <a:buNone/>
            </a:pPr>
            <a:r>
              <a:rPr lang="it-IT" sz="1100">
                <a:solidFill>
                  <a:schemeClr val="dk1"/>
                </a:solidFill>
                <a:latin typeface="Garamond"/>
                <a:ea typeface="Garamond"/>
                <a:cs typeface="Garamond"/>
                <a:sym typeface="Garamond"/>
              </a:rPr>
              <a:t>Questo ritardo crea un accumulo di fase e può generare un aumento locale del guadagno, visibile nel grafico come un </a:t>
            </a:r>
            <a:r>
              <a:rPr b="1" lang="it-IT" sz="1100">
                <a:solidFill>
                  <a:schemeClr val="dk1"/>
                </a:solidFill>
                <a:latin typeface="Garamond"/>
                <a:ea typeface="Garamond"/>
                <a:cs typeface="Garamond"/>
                <a:sym typeface="Garamond"/>
              </a:rPr>
              <a:t>picco di risonanza</a:t>
            </a:r>
            <a:r>
              <a:rPr lang="it-IT" sz="1100">
                <a:solidFill>
                  <a:schemeClr val="dk1"/>
                </a:solidFill>
                <a:latin typeface="Garamond"/>
                <a:ea typeface="Garamond"/>
                <a:cs typeface="Garamond"/>
                <a:sym typeface="Garamond"/>
              </a:rPr>
              <a:t> o sovraelongazione.</a:t>
            </a:r>
            <a:endParaRPr sz="1100">
              <a:solidFill>
                <a:schemeClr val="dk1"/>
              </a:solidFill>
              <a:latin typeface="Garamond"/>
              <a:ea typeface="Garamond"/>
              <a:cs typeface="Garamond"/>
              <a:sym typeface="Garamond"/>
            </a:endParaRPr>
          </a:p>
          <a:p>
            <a:pPr indent="0" lvl="0" marL="0" marR="0" rtl="0" algn="l">
              <a:lnSpc>
                <a:spcPct val="115000"/>
              </a:lnSpc>
              <a:spcBef>
                <a:spcPts val="1200"/>
              </a:spcBef>
              <a:spcAft>
                <a:spcPts val="1200"/>
              </a:spcAft>
              <a:buClr>
                <a:schemeClr val="dk1"/>
              </a:buClr>
              <a:buSzPts val="1100"/>
              <a:buFont typeface="Garamond"/>
              <a:buNone/>
            </a:pPr>
            <a:r>
              <a:rPr lang="it-IT" sz="1100">
                <a:solidFill>
                  <a:schemeClr val="dk1"/>
                </a:solidFill>
                <a:latin typeface="Garamond"/>
                <a:ea typeface="Garamond"/>
                <a:cs typeface="Garamond"/>
                <a:sym typeface="Garamond"/>
              </a:rPr>
              <a:t>In pratica, il circuito non è più dominato solo dalla rete </a:t>
            </a:r>
            <a:r>
              <a:rPr b="1" lang="it-IT" sz="1100">
                <a:solidFill>
                  <a:schemeClr val="dk1"/>
                </a:solidFill>
                <a:latin typeface="Garamond"/>
                <a:ea typeface="Garamond"/>
                <a:cs typeface="Garamond"/>
                <a:sym typeface="Garamond"/>
              </a:rPr>
              <a:t>RC</a:t>
            </a:r>
            <a:r>
              <a:rPr lang="it-IT" sz="1100">
                <a:solidFill>
                  <a:schemeClr val="dk1"/>
                </a:solidFill>
                <a:latin typeface="Garamond"/>
                <a:ea typeface="Garamond"/>
                <a:cs typeface="Garamond"/>
                <a:sym typeface="Garamond"/>
              </a:rPr>
              <a:t>, ma anche dal limite dinamico dell’operazionale.</a:t>
            </a:r>
            <a:endParaRPr sz="1100">
              <a:solidFill>
                <a:schemeClr val="dk1"/>
              </a:solidFill>
              <a:latin typeface="Garamond"/>
              <a:ea typeface="Garamond"/>
              <a:cs typeface="Garamond"/>
              <a:sym typeface="Garamond"/>
            </a:endParaRPr>
          </a:p>
        </p:txBody>
      </p:sp>
      <p:sp>
        <p:nvSpPr>
          <p:cNvPr id="812" name="Google Shape;812;p81"/>
          <p:cNvSpPr txBox="1"/>
          <p:nvPr/>
        </p:nvSpPr>
        <p:spPr>
          <a:xfrm>
            <a:off x="6406200" y="4046075"/>
            <a:ext cx="5364900" cy="23682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1400"/>
              </a:spcBef>
              <a:spcAft>
                <a:spcPts val="0"/>
              </a:spcAft>
              <a:buClr>
                <a:schemeClr val="dk1"/>
              </a:buClr>
              <a:buSzPts val="1300"/>
              <a:buFont typeface="Garamond"/>
              <a:buNone/>
            </a:pPr>
            <a:r>
              <a:rPr b="1" lang="it-IT" sz="1300">
                <a:solidFill>
                  <a:schemeClr val="dk1"/>
                </a:solidFill>
                <a:latin typeface="Garamond"/>
                <a:ea typeface="Garamond"/>
                <a:cs typeface="Garamond"/>
                <a:sym typeface="Garamond"/>
              </a:rPr>
              <a:t>Perché aumentiamo la GBW</a:t>
            </a:r>
            <a:endParaRPr b="1" sz="1300">
              <a:solidFill>
                <a:schemeClr val="dk1"/>
              </a:solidFill>
              <a:latin typeface="Garamond"/>
              <a:ea typeface="Garamond"/>
              <a:cs typeface="Garamond"/>
              <a:sym typeface="Garamond"/>
            </a:endParaRPr>
          </a:p>
          <a:p>
            <a:pPr indent="0" lvl="0" marL="0" marR="0" rtl="0" algn="l">
              <a:lnSpc>
                <a:spcPct val="115000"/>
              </a:lnSpc>
              <a:spcBef>
                <a:spcPts val="1200"/>
              </a:spcBef>
              <a:spcAft>
                <a:spcPts val="0"/>
              </a:spcAft>
              <a:buClr>
                <a:schemeClr val="dk1"/>
              </a:buClr>
              <a:buSzPts val="1100"/>
              <a:buFont typeface="Garamond"/>
              <a:buNone/>
            </a:pPr>
            <a:r>
              <a:rPr lang="it-IT" sz="1100">
                <a:solidFill>
                  <a:schemeClr val="dk1"/>
                </a:solidFill>
                <a:latin typeface="Garamond"/>
                <a:ea typeface="Garamond"/>
                <a:cs typeface="Garamond"/>
                <a:sym typeface="Garamond"/>
              </a:rPr>
              <a:t>Poiché l’obiettivo è studiare il filtro passa-alto attivo in condizioni ideali, vogliamo che l’opamp non introduca effetti propri.</a:t>
            </a:r>
            <a:endParaRPr sz="1100">
              <a:solidFill>
                <a:schemeClr val="dk1"/>
              </a:solidFill>
              <a:latin typeface="Garamond"/>
              <a:ea typeface="Garamond"/>
              <a:cs typeface="Garamond"/>
              <a:sym typeface="Garamond"/>
            </a:endParaRPr>
          </a:p>
          <a:p>
            <a:pPr indent="0" lvl="0" marL="0" marR="0" rtl="0" algn="l">
              <a:lnSpc>
                <a:spcPct val="115000"/>
              </a:lnSpc>
              <a:spcBef>
                <a:spcPts val="1200"/>
              </a:spcBef>
              <a:spcAft>
                <a:spcPts val="0"/>
              </a:spcAft>
              <a:buClr>
                <a:schemeClr val="dk1"/>
              </a:buClr>
              <a:buSzPts val="1100"/>
              <a:buFont typeface="Garamond"/>
              <a:buNone/>
            </a:pPr>
            <a:r>
              <a:rPr lang="it-IT" sz="1100">
                <a:solidFill>
                  <a:schemeClr val="dk1"/>
                </a:solidFill>
                <a:latin typeface="Garamond"/>
                <a:ea typeface="Garamond"/>
                <a:cs typeface="Garamond"/>
                <a:sym typeface="Garamond"/>
              </a:rPr>
              <a:t>Per questo motivo aumentiamo la </a:t>
            </a:r>
            <a:r>
              <a:rPr b="1" lang="it-IT" sz="1100">
                <a:solidFill>
                  <a:schemeClr val="dk1"/>
                </a:solidFill>
                <a:latin typeface="Garamond"/>
                <a:ea typeface="Garamond"/>
                <a:cs typeface="Garamond"/>
                <a:sym typeface="Garamond"/>
              </a:rPr>
              <a:t>GBW</a:t>
            </a:r>
            <a:r>
              <a:rPr lang="it-IT" sz="1100">
                <a:solidFill>
                  <a:schemeClr val="dk1"/>
                </a:solidFill>
                <a:latin typeface="Garamond"/>
                <a:ea typeface="Garamond"/>
                <a:cs typeface="Garamond"/>
                <a:sym typeface="Garamond"/>
              </a:rPr>
              <a:t> da valori più bassi fino a valori molto elevati, ad esempio:</a:t>
            </a:r>
            <a:endParaRPr sz="1100">
              <a:solidFill>
                <a:schemeClr val="dk1"/>
              </a:solidFill>
              <a:latin typeface="Garamond"/>
              <a:ea typeface="Garamond"/>
              <a:cs typeface="Garamond"/>
              <a:sym typeface="Garamond"/>
            </a:endParaRPr>
          </a:p>
          <a:p>
            <a:pPr indent="0" lvl="0" marL="0" marR="0" rtl="0" algn="l">
              <a:lnSpc>
                <a:spcPct val="115000"/>
              </a:lnSpc>
              <a:spcBef>
                <a:spcPts val="1200"/>
              </a:spcBef>
              <a:spcAft>
                <a:spcPts val="0"/>
              </a:spcAft>
              <a:buClr>
                <a:schemeClr val="dk1"/>
              </a:buClr>
              <a:buSzPts val="1100"/>
              <a:buFont typeface="Garamond"/>
              <a:buNone/>
            </a:pPr>
            <a:r>
              <a:rPr lang="it-IT" sz="1100">
                <a:solidFill>
                  <a:schemeClr val="dk1"/>
                </a:solidFill>
                <a:latin typeface="Garamond"/>
                <a:ea typeface="Garamond"/>
                <a:cs typeface="Garamond"/>
                <a:sym typeface="Garamond"/>
              </a:rPr>
              <a:t>GBW=1000TGBW = 1000TGBW=1000T</a:t>
            </a:r>
            <a:endParaRPr sz="1100">
              <a:solidFill>
                <a:schemeClr val="dk1"/>
              </a:solidFill>
              <a:latin typeface="Garamond"/>
              <a:ea typeface="Garamond"/>
              <a:cs typeface="Garamond"/>
              <a:sym typeface="Garamond"/>
            </a:endParaRPr>
          </a:p>
          <a:p>
            <a:pPr indent="0" lvl="0" marL="0" marR="0" rtl="0" algn="l">
              <a:lnSpc>
                <a:spcPct val="115000"/>
              </a:lnSpc>
              <a:spcBef>
                <a:spcPts val="1200"/>
              </a:spcBef>
              <a:spcAft>
                <a:spcPts val="1200"/>
              </a:spcAft>
              <a:buClr>
                <a:schemeClr val="dk1"/>
              </a:buClr>
              <a:buSzPts val="1100"/>
              <a:buFont typeface="Garamond"/>
              <a:buNone/>
            </a:pPr>
            <a:r>
              <a:rPr lang="it-IT" sz="1100">
                <a:solidFill>
                  <a:schemeClr val="dk1"/>
                </a:solidFill>
                <a:latin typeface="Garamond"/>
                <a:ea typeface="Garamond"/>
                <a:cs typeface="Garamond"/>
                <a:sym typeface="Garamond"/>
              </a:rPr>
              <a:t>In questo modo la banda dell’operazionale diventa molto più ampia della banda del filtro e il suo ritardo interno diventa trascurabile.</a:t>
            </a:r>
            <a:endParaRPr sz="1100">
              <a:solidFill>
                <a:schemeClr val="dk1"/>
              </a:solidFill>
              <a:latin typeface="Garamond"/>
              <a:ea typeface="Garamond"/>
              <a:cs typeface="Garamond"/>
              <a:sym typeface="Garamond"/>
            </a:endParaRPr>
          </a:p>
        </p:txBody>
      </p:sp>
      <p:pic>
        <p:nvPicPr>
          <p:cNvPr id="813" name="Google Shape;813;p81"/>
          <p:cNvPicPr preferRelativeResize="0"/>
          <p:nvPr/>
        </p:nvPicPr>
        <p:blipFill rotWithShape="1">
          <a:blip r:embed="rId4">
            <a:alphaModFix/>
          </a:blip>
          <a:srcRect b="0" l="0" r="0" t="0"/>
          <a:stretch/>
        </p:blipFill>
        <p:spPr>
          <a:xfrm>
            <a:off x="1879774" y="3671450"/>
            <a:ext cx="3490426" cy="2617099"/>
          </a:xfrm>
          <a:prstGeom prst="rect">
            <a:avLst/>
          </a:prstGeom>
          <a:noFill/>
          <a:ln>
            <a:noFill/>
          </a:ln>
        </p:spPr>
      </p:pic>
    </p:spTree>
  </p:cSld>
  <p:clrMapOvr>
    <a:masterClrMapping/>
  </p:clrMapOvr>
</p:sld>
</file>

<file path=ppt/slides/slide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18" name="Shape 818"/>
        <p:cNvGrpSpPr/>
        <p:nvPr/>
      </p:nvGrpSpPr>
      <p:grpSpPr>
        <a:xfrm>
          <a:off x="0" y="0"/>
          <a:ext cx="0" cy="0"/>
          <a:chOff x="0" y="0"/>
          <a:chExt cx="0" cy="0"/>
        </a:xfrm>
      </p:grpSpPr>
      <p:pic>
        <p:nvPicPr>
          <p:cNvPr id="819" name="Google Shape;819;p82"/>
          <p:cNvPicPr preferRelativeResize="0"/>
          <p:nvPr/>
        </p:nvPicPr>
        <p:blipFill rotWithShape="1">
          <a:blip r:embed="rId3">
            <a:alphaModFix/>
          </a:blip>
          <a:srcRect b="0" l="0" r="0" t="0"/>
          <a:stretch/>
        </p:blipFill>
        <p:spPr>
          <a:xfrm>
            <a:off x="1701275" y="1076026"/>
            <a:ext cx="9691501" cy="4749749"/>
          </a:xfrm>
          <a:prstGeom prst="rect">
            <a:avLst/>
          </a:prstGeom>
          <a:noFill/>
          <a:ln>
            <a:noFill/>
          </a:ln>
        </p:spPr>
      </p:pic>
      <p:sp>
        <p:nvSpPr>
          <p:cNvPr id="820" name="Google Shape;820;p82"/>
          <p:cNvSpPr txBox="1"/>
          <p:nvPr/>
        </p:nvSpPr>
        <p:spPr>
          <a:xfrm>
            <a:off x="1578450" y="298025"/>
            <a:ext cx="4965900" cy="5862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SzPts val="2800"/>
              <a:buFont typeface="Open Sans"/>
              <a:buNone/>
            </a:pPr>
            <a:r>
              <a:rPr lang="it-IT" sz="2800">
                <a:solidFill>
                  <a:schemeClr val="dk1"/>
                </a:solidFill>
                <a:latin typeface="Open Sans"/>
                <a:ea typeface="Open Sans"/>
                <a:cs typeface="Open Sans"/>
                <a:sym typeface="Open Sans"/>
              </a:rPr>
              <a:t>piccolo testo</a:t>
            </a:r>
            <a:endParaRPr sz="2800">
              <a:solidFill>
                <a:schemeClr val="dk1"/>
              </a:solidFill>
              <a:latin typeface="Open Sans"/>
              <a:ea typeface="Open Sans"/>
              <a:cs typeface="Open Sans"/>
              <a:sym typeface="Open Sans"/>
            </a:endParaRPr>
          </a:p>
        </p:txBody>
      </p:sp>
    </p:spTree>
  </p:cSld>
  <p:clrMapOvr>
    <a:masterClrMapping/>
  </p:clrMapOvr>
</p:sld>
</file>

<file path=ppt/slides/slide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25" name="Shape 825"/>
        <p:cNvGrpSpPr/>
        <p:nvPr/>
      </p:nvGrpSpPr>
      <p:grpSpPr>
        <a:xfrm>
          <a:off x="0" y="0"/>
          <a:ext cx="0" cy="0"/>
          <a:chOff x="0" y="0"/>
          <a:chExt cx="0" cy="0"/>
        </a:xfrm>
      </p:grpSpPr>
      <p:sp>
        <p:nvSpPr>
          <p:cNvPr id="826" name="Google Shape;826;p83"/>
          <p:cNvSpPr txBox="1"/>
          <p:nvPr/>
        </p:nvSpPr>
        <p:spPr>
          <a:xfrm>
            <a:off x="1355275" y="756125"/>
            <a:ext cx="7758300" cy="569400"/>
          </a:xfrm>
          <a:prstGeom prst="rect">
            <a:avLst/>
          </a:prstGeom>
          <a:noFill/>
          <a:ln>
            <a:noFill/>
          </a:ln>
        </p:spPr>
        <p:txBody>
          <a:bodyPr anchorCtr="0" anchor="t" bIns="91425" lIns="91425" spcFirstLastPara="1" rIns="91425" wrap="square" tIns="91425">
            <a:spAutoFit/>
          </a:bodyPr>
          <a:lstStyle/>
          <a:p>
            <a:pPr indent="0" lvl="0" marL="0" marR="0" rtl="0" algn="l">
              <a:spcBef>
                <a:spcPts val="0"/>
              </a:spcBef>
              <a:spcAft>
                <a:spcPts val="0"/>
              </a:spcAft>
              <a:buClr>
                <a:srgbClr val="073763"/>
              </a:buClr>
              <a:buSzPts val="2500"/>
              <a:buFont typeface="Libre Franklin SemiBold"/>
              <a:buNone/>
            </a:pPr>
            <a:r>
              <a:rPr lang="it-IT" sz="2500">
                <a:solidFill>
                  <a:srgbClr val="073763"/>
                </a:solidFill>
                <a:latin typeface="Libre Franklin SemiBold"/>
                <a:ea typeface="Libre Franklin SemiBold"/>
                <a:cs typeface="Libre Franklin SemiBold"/>
                <a:sym typeface="Libre Franklin SemiBold"/>
              </a:rPr>
              <a:t>Effettiva modifica Rs</a:t>
            </a:r>
            <a:endParaRPr sz="2500">
              <a:solidFill>
                <a:srgbClr val="073763"/>
              </a:solidFill>
              <a:latin typeface="Libre Franklin SemiBold"/>
              <a:ea typeface="Libre Franklin SemiBold"/>
              <a:cs typeface="Libre Franklin SemiBold"/>
              <a:sym typeface="Libre Franklin SemiBold"/>
            </a:endParaRPr>
          </a:p>
        </p:txBody>
      </p:sp>
      <p:pic>
        <p:nvPicPr>
          <p:cNvPr id="827" name="Google Shape;827;p83"/>
          <p:cNvPicPr preferRelativeResize="0"/>
          <p:nvPr/>
        </p:nvPicPr>
        <p:blipFill rotWithShape="1">
          <a:blip r:embed="rId3">
            <a:alphaModFix/>
          </a:blip>
          <a:srcRect b="0" l="0" r="0" t="0"/>
          <a:stretch/>
        </p:blipFill>
        <p:spPr>
          <a:xfrm>
            <a:off x="1204600" y="1579587"/>
            <a:ext cx="6229236" cy="3052899"/>
          </a:xfrm>
          <a:prstGeom prst="rect">
            <a:avLst/>
          </a:prstGeom>
          <a:noFill/>
          <a:ln>
            <a:noFill/>
          </a:ln>
        </p:spPr>
      </p:pic>
      <p:pic>
        <p:nvPicPr>
          <p:cNvPr id="828" name="Google Shape;828;p83"/>
          <p:cNvPicPr preferRelativeResize="0"/>
          <p:nvPr/>
        </p:nvPicPr>
        <p:blipFill rotWithShape="1">
          <a:blip r:embed="rId4">
            <a:alphaModFix/>
          </a:blip>
          <a:srcRect b="0" l="0" r="0" t="0"/>
          <a:stretch/>
        </p:blipFill>
        <p:spPr>
          <a:xfrm>
            <a:off x="8027975" y="1013900"/>
            <a:ext cx="2647625" cy="3818675"/>
          </a:xfrm>
          <a:prstGeom prst="rect">
            <a:avLst/>
          </a:prstGeom>
          <a:noFill/>
          <a:ln>
            <a:noFill/>
          </a:ln>
        </p:spPr>
      </p:pic>
      <p:pic>
        <p:nvPicPr>
          <p:cNvPr id="829" name="Google Shape;829;p83"/>
          <p:cNvPicPr preferRelativeResize="0"/>
          <p:nvPr/>
        </p:nvPicPr>
        <p:blipFill rotWithShape="1">
          <a:blip r:embed="rId5">
            <a:alphaModFix/>
          </a:blip>
          <a:srcRect b="0" l="0" r="0" t="0"/>
          <a:stretch/>
        </p:blipFill>
        <p:spPr>
          <a:xfrm>
            <a:off x="3268425" y="4707450"/>
            <a:ext cx="3407001" cy="1871025"/>
          </a:xfrm>
          <a:prstGeom prst="rect">
            <a:avLst/>
          </a:prstGeom>
          <a:noFill/>
          <a:ln>
            <a:noFill/>
          </a:ln>
        </p:spPr>
      </p:pic>
    </p:spTree>
  </p:cSld>
  <p:clrMapOvr>
    <a:masterClrMapping/>
  </p:clrMapOvr>
</p:sld>
</file>

<file path=ppt/slides/slide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3" name="Shape 833"/>
        <p:cNvGrpSpPr/>
        <p:nvPr/>
      </p:nvGrpSpPr>
      <p:grpSpPr>
        <a:xfrm>
          <a:off x="0" y="0"/>
          <a:ext cx="0" cy="0"/>
          <a:chOff x="0" y="0"/>
          <a:chExt cx="0" cy="0"/>
        </a:xfrm>
      </p:grpSpPr>
      <p:pic>
        <p:nvPicPr>
          <p:cNvPr id="834" name="Google Shape;834;p84"/>
          <p:cNvPicPr preferRelativeResize="0"/>
          <p:nvPr/>
        </p:nvPicPr>
        <p:blipFill rotWithShape="1">
          <a:blip r:embed="rId3">
            <a:alphaModFix/>
          </a:blip>
          <a:srcRect b="0" l="0" r="0" t="0"/>
          <a:stretch/>
        </p:blipFill>
        <p:spPr>
          <a:xfrm>
            <a:off x="1186224" y="1485601"/>
            <a:ext cx="4145249" cy="1956625"/>
          </a:xfrm>
          <a:prstGeom prst="rect">
            <a:avLst/>
          </a:prstGeom>
          <a:noFill/>
          <a:ln>
            <a:noFill/>
          </a:ln>
        </p:spPr>
      </p:pic>
      <p:pic>
        <p:nvPicPr>
          <p:cNvPr id="835" name="Google Shape;835;p84"/>
          <p:cNvPicPr preferRelativeResize="0"/>
          <p:nvPr/>
        </p:nvPicPr>
        <p:blipFill rotWithShape="1">
          <a:blip r:embed="rId4">
            <a:alphaModFix/>
          </a:blip>
          <a:srcRect b="0" l="0" r="0" t="0"/>
          <a:stretch/>
        </p:blipFill>
        <p:spPr>
          <a:xfrm>
            <a:off x="1472363" y="3725320"/>
            <a:ext cx="4979368" cy="2440357"/>
          </a:xfrm>
          <a:prstGeom prst="rect">
            <a:avLst/>
          </a:prstGeom>
          <a:noFill/>
          <a:ln>
            <a:noFill/>
          </a:ln>
        </p:spPr>
      </p:pic>
      <p:sp>
        <p:nvSpPr>
          <p:cNvPr id="836" name="Google Shape;836;p84"/>
          <p:cNvSpPr txBox="1"/>
          <p:nvPr/>
        </p:nvSpPr>
        <p:spPr>
          <a:xfrm>
            <a:off x="1355275" y="756125"/>
            <a:ext cx="7758300" cy="569400"/>
          </a:xfrm>
          <a:prstGeom prst="rect">
            <a:avLst/>
          </a:prstGeom>
          <a:noFill/>
          <a:ln>
            <a:noFill/>
          </a:ln>
        </p:spPr>
        <p:txBody>
          <a:bodyPr anchorCtr="0" anchor="t" bIns="91425" lIns="91425" spcFirstLastPara="1" rIns="91425" wrap="square" tIns="91425">
            <a:spAutoFit/>
          </a:bodyPr>
          <a:lstStyle/>
          <a:p>
            <a:pPr indent="0" lvl="0" marL="0" marR="0" rtl="0" algn="l">
              <a:spcBef>
                <a:spcPts val="0"/>
              </a:spcBef>
              <a:spcAft>
                <a:spcPts val="0"/>
              </a:spcAft>
              <a:buClr>
                <a:srgbClr val="073763"/>
              </a:buClr>
              <a:buSzPts val="2500"/>
              <a:buFont typeface="Libre Franklin SemiBold"/>
              <a:buNone/>
            </a:pPr>
            <a:r>
              <a:rPr lang="it-IT" sz="2500">
                <a:solidFill>
                  <a:srgbClr val="073763"/>
                </a:solidFill>
                <a:latin typeface="Libre Franklin SemiBold"/>
                <a:ea typeface="Libre Franklin SemiBold"/>
                <a:cs typeface="Libre Franklin SemiBold"/>
                <a:sym typeface="Libre Franklin SemiBold"/>
              </a:rPr>
              <a:t>Effettiva modifica Rf</a:t>
            </a:r>
            <a:endParaRPr sz="2500">
              <a:solidFill>
                <a:srgbClr val="073763"/>
              </a:solidFill>
              <a:latin typeface="Libre Franklin SemiBold"/>
              <a:ea typeface="Libre Franklin SemiBold"/>
              <a:cs typeface="Libre Franklin SemiBold"/>
              <a:sym typeface="Libre Franklin SemiBold"/>
            </a:endParaRPr>
          </a:p>
        </p:txBody>
      </p:sp>
      <p:pic>
        <p:nvPicPr>
          <p:cNvPr id="837" name="Google Shape;837;p84"/>
          <p:cNvPicPr preferRelativeResize="0"/>
          <p:nvPr/>
        </p:nvPicPr>
        <p:blipFill rotWithShape="1">
          <a:blip r:embed="rId5">
            <a:alphaModFix/>
          </a:blip>
          <a:srcRect b="0" l="0" r="0" t="0"/>
          <a:stretch/>
        </p:blipFill>
        <p:spPr>
          <a:xfrm>
            <a:off x="7686106" y="1300163"/>
            <a:ext cx="2952750" cy="1819275"/>
          </a:xfrm>
          <a:prstGeom prst="rect">
            <a:avLst/>
          </a:prstGeom>
          <a:noFill/>
          <a:ln>
            <a:noFill/>
          </a:ln>
        </p:spPr>
      </p:pic>
      <p:pic>
        <p:nvPicPr>
          <p:cNvPr id="838" name="Google Shape;838;p84"/>
          <p:cNvPicPr preferRelativeResize="0"/>
          <p:nvPr/>
        </p:nvPicPr>
        <p:blipFill rotWithShape="1">
          <a:blip r:embed="rId6">
            <a:alphaModFix/>
          </a:blip>
          <a:srcRect b="0" l="0" r="0" t="0"/>
          <a:stretch/>
        </p:blipFill>
        <p:spPr>
          <a:xfrm>
            <a:off x="8065256" y="3863688"/>
            <a:ext cx="2390775" cy="2238375"/>
          </a:xfrm>
          <a:prstGeom prst="rect">
            <a:avLst/>
          </a:prstGeom>
          <a:noFill/>
          <a:ln>
            <a:noFill/>
          </a:ln>
        </p:spPr>
      </p:pic>
    </p:spTree>
  </p:cSld>
  <p:clrMapOvr>
    <a:masterClrMapping/>
  </p:clrMapOvr>
</p:sld>
</file>

<file path=ppt/slides/slide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2" name="Shape 842"/>
        <p:cNvGrpSpPr/>
        <p:nvPr/>
      </p:nvGrpSpPr>
      <p:grpSpPr>
        <a:xfrm>
          <a:off x="0" y="0"/>
          <a:ext cx="0" cy="0"/>
          <a:chOff x="0" y="0"/>
          <a:chExt cx="0" cy="0"/>
        </a:xfrm>
      </p:grpSpPr>
      <p:pic>
        <p:nvPicPr>
          <p:cNvPr id="843" name="Google Shape;843;p85"/>
          <p:cNvPicPr preferRelativeResize="0"/>
          <p:nvPr/>
        </p:nvPicPr>
        <p:blipFill rotWithShape="1">
          <a:blip r:embed="rId3">
            <a:alphaModFix/>
          </a:blip>
          <a:srcRect b="0" l="0" r="0" t="0"/>
          <a:stretch/>
        </p:blipFill>
        <p:spPr>
          <a:xfrm>
            <a:off x="1294200" y="4066250"/>
            <a:ext cx="4901676" cy="1132125"/>
          </a:xfrm>
          <a:prstGeom prst="rect">
            <a:avLst/>
          </a:prstGeom>
          <a:noFill/>
          <a:ln>
            <a:noFill/>
          </a:ln>
        </p:spPr>
      </p:pic>
      <p:pic>
        <p:nvPicPr>
          <p:cNvPr id="844" name="Google Shape;844;p85"/>
          <p:cNvPicPr preferRelativeResize="0"/>
          <p:nvPr/>
        </p:nvPicPr>
        <p:blipFill rotWithShape="1">
          <a:blip r:embed="rId4">
            <a:alphaModFix/>
          </a:blip>
          <a:srcRect b="0" l="0" r="0" t="0"/>
          <a:stretch/>
        </p:blipFill>
        <p:spPr>
          <a:xfrm>
            <a:off x="1130049" y="1859824"/>
            <a:ext cx="3593415" cy="1993400"/>
          </a:xfrm>
          <a:prstGeom prst="rect">
            <a:avLst/>
          </a:prstGeom>
          <a:noFill/>
          <a:ln>
            <a:noFill/>
          </a:ln>
        </p:spPr>
      </p:pic>
      <p:sp>
        <p:nvSpPr>
          <p:cNvPr id="845" name="Google Shape;845;p85"/>
          <p:cNvSpPr txBox="1"/>
          <p:nvPr/>
        </p:nvSpPr>
        <p:spPr>
          <a:xfrm>
            <a:off x="1355275" y="756125"/>
            <a:ext cx="7758300" cy="569400"/>
          </a:xfrm>
          <a:prstGeom prst="rect">
            <a:avLst/>
          </a:prstGeom>
          <a:noFill/>
          <a:ln>
            <a:noFill/>
          </a:ln>
        </p:spPr>
        <p:txBody>
          <a:bodyPr anchorCtr="0" anchor="t" bIns="91425" lIns="91425" spcFirstLastPara="1" rIns="91425" wrap="square" tIns="91425">
            <a:spAutoFit/>
          </a:bodyPr>
          <a:lstStyle/>
          <a:p>
            <a:pPr indent="0" lvl="0" marL="0" marR="0" rtl="0" algn="l">
              <a:spcBef>
                <a:spcPts val="0"/>
              </a:spcBef>
              <a:spcAft>
                <a:spcPts val="0"/>
              </a:spcAft>
              <a:buClr>
                <a:srgbClr val="073763"/>
              </a:buClr>
              <a:buSzPts val="2500"/>
              <a:buFont typeface="Libre Franklin SemiBold"/>
              <a:buNone/>
            </a:pPr>
            <a:r>
              <a:rPr lang="it-IT" sz="2500">
                <a:solidFill>
                  <a:srgbClr val="073763"/>
                </a:solidFill>
                <a:latin typeface="Libre Franklin SemiBold"/>
                <a:ea typeface="Libre Franklin SemiBold"/>
                <a:cs typeface="Libre Franklin SemiBold"/>
                <a:sym typeface="Libre Franklin SemiBold"/>
              </a:rPr>
              <a:t>Risposta al gradino nel filtro HP attivo ideale</a:t>
            </a:r>
            <a:endParaRPr sz="2500">
              <a:solidFill>
                <a:srgbClr val="073763"/>
              </a:solidFill>
              <a:latin typeface="Libre Franklin SemiBold"/>
              <a:ea typeface="Libre Franklin SemiBold"/>
              <a:cs typeface="Libre Franklin SemiBold"/>
              <a:sym typeface="Libre Franklin SemiBold"/>
            </a:endParaRPr>
          </a:p>
        </p:txBody>
      </p:sp>
      <p:sp>
        <p:nvSpPr>
          <p:cNvPr id="846" name="Google Shape;846;p85"/>
          <p:cNvSpPr txBox="1"/>
          <p:nvPr/>
        </p:nvSpPr>
        <p:spPr>
          <a:xfrm>
            <a:off x="4947475" y="1479625"/>
            <a:ext cx="7030200" cy="25305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1200"/>
              </a:spcBef>
              <a:spcAft>
                <a:spcPts val="0"/>
              </a:spcAft>
              <a:buClr>
                <a:schemeClr val="dk1"/>
              </a:buClr>
              <a:buSzPts val="1200"/>
              <a:buFont typeface="Libre Franklin"/>
              <a:buNone/>
            </a:pPr>
            <a:r>
              <a:rPr lang="it-IT" sz="1200">
                <a:solidFill>
                  <a:schemeClr val="dk1"/>
                </a:solidFill>
                <a:latin typeface="Libre Franklin"/>
                <a:ea typeface="Libre Franklin"/>
                <a:cs typeface="Libre Franklin"/>
                <a:sym typeface="Libre Franklin"/>
              </a:rPr>
              <a:t>Nel circuito viene applicato un segnale Vin, rappresentato in rosso, che commuta tra -1 V e +1 V. La curva blu rappresenta invece il segnale sul nodo outC, cioè la tensione dopo il condensatore C7 e prima della resistenza R16.</a:t>
            </a:r>
            <a:endParaRPr sz="1200">
              <a:solidFill>
                <a:schemeClr val="dk1"/>
              </a:solidFill>
              <a:latin typeface="Libre Franklin"/>
              <a:ea typeface="Libre Franklin"/>
              <a:cs typeface="Libre Franklin"/>
              <a:sym typeface="Libre Franklin"/>
            </a:endParaRPr>
          </a:p>
          <a:p>
            <a:pPr indent="0" lvl="0" marL="0" marR="0" rtl="0" algn="l">
              <a:lnSpc>
                <a:spcPct val="115000"/>
              </a:lnSpc>
              <a:spcBef>
                <a:spcPts val="1200"/>
              </a:spcBef>
              <a:spcAft>
                <a:spcPts val="0"/>
              </a:spcAft>
              <a:buClr>
                <a:schemeClr val="dk1"/>
              </a:buClr>
              <a:buSzPts val="1200"/>
              <a:buFont typeface="Libre Franklin"/>
              <a:buNone/>
            </a:pPr>
            <a:r>
              <a:rPr lang="it-IT" sz="1200">
                <a:solidFill>
                  <a:schemeClr val="dk1"/>
                </a:solidFill>
                <a:latin typeface="Libre Franklin"/>
                <a:ea typeface="Libre Franklin"/>
                <a:cs typeface="Libre Franklin"/>
                <a:sym typeface="Libre Franklin"/>
              </a:rPr>
              <a:t>Questo punto permette di osservare direttamente il comportamento della rete RC del filtro, prima dell’amplificazione dell’operazionale.</a:t>
            </a:r>
            <a:endParaRPr sz="1200">
              <a:solidFill>
                <a:schemeClr val="dk1"/>
              </a:solidFill>
              <a:latin typeface="Libre Franklin"/>
              <a:ea typeface="Libre Franklin"/>
              <a:cs typeface="Libre Franklin"/>
              <a:sym typeface="Libre Franklin"/>
            </a:endParaRPr>
          </a:p>
          <a:p>
            <a:pPr indent="0" lvl="0" marL="0" marR="0" rtl="0" algn="l">
              <a:lnSpc>
                <a:spcPct val="115000"/>
              </a:lnSpc>
              <a:spcBef>
                <a:spcPts val="1200"/>
              </a:spcBef>
              <a:spcAft>
                <a:spcPts val="0"/>
              </a:spcAft>
              <a:buClr>
                <a:schemeClr val="dk1"/>
              </a:buClr>
              <a:buSzPts val="1200"/>
              <a:buFont typeface="Libre Franklin"/>
              <a:buNone/>
            </a:pPr>
            <a:r>
              <a:rPr lang="it-IT" sz="1200">
                <a:solidFill>
                  <a:schemeClr val="dk1"/>
                </a:solidFill>
                <a:latin typeface="Libre Franklin"/>
                <a:ea typeface="Libre Franklin"/>
                <a:cs typeface="Libre Franklin"/>
                <a:sym typeface="Libre Franklin"/>
              </a:rPr>
              <a:t>Quando Vin passa da -1 V a +1 V, il condensatore si carica e la tensione su outC varia gradualmente con andamento esponenziale. Quando invece Vin passa da +1 V a -1 V, il condensatore si scarica e la curva blu decresce progressivamente.</a:t>
            </a:r>
            <a:endParaRPr sz="1200">
              <a:solidFill>
                <a:schemeClr val="dk1"/>
              </a:solidFill>
              <a:latin typeface="Libre Franklin"/>
              <a:ea typeface="Libre Franklin"/>
              <a:cs typeface="Libre Franklin"/>
              <a:sym typeface="Libre Franklin"/>
            </a:endParaRPr>
          </a:p>
          <a:p>
            <a:pPr indent="0" lvl="0" marL="0" marR="0" rtl="0" algn="l">
              <a:lnSpc>
                <a:spcPct val="115000"/>
              </a:lnSpc>
              <a:spcBef>
                <a:spcPts val="1200"/>
              </a:spcBef>
              <a:spcAft>
                <a:spcPts val="1200"/>
              </a:spcAft>
              <a:buClr>
                <a:schemeClr val="dk1"/>
              </a:buClr>
              <a:buSzPts val="1200"/>
              <a:buFont typeface="Libre Franklin"/>
              <a:buNone/>
            </a:pPr>
            <a:r>
              <a:rPr lang="it-IT" sz="1200">
                <a:solidFill>
                  <a:schemeClr val="dk1"/>
                </a:solidFill>
                <a:latin typeface="Libre Franklin"/>
                <a:ea typeface="Libre Franklin"/>
                <a:cs typeface="Libre Franklin"/>
                <a:sym typeface="Libre Franklin"/>
              </a:rPr>
              <a:t>La velocità della carica e scarica dipende dalla costante di tempo:</a:t>
            </a:r>
            <a:endParaRPr sz="1200">
              <a:solidFill>
                <a:schemeClr val="dk1"/>
              </a:solidFill>
              <a:latin typeface="Libre Franklin"/>
              <a:ea typeface="Libre Franklin"/>
              <a:cs typeface="Libre Franklin"/>
              <a:sym typeface="Libre Franklin"/>
            </a:endParaRPr>
          </a:p>
        </p:txBody>
      </p:sp>
      <p:pic>
        <p:nvPicPr>
          <p:cNvPr id="847" name="Google Shape;847;p85"/>
          <p:cNvPicPr preferRelativeResize="0"/>
          <p:nvPr/>
        </p:nvPicPr>
        <p:blipFill rotWithShape="1">
          <a:blip r:embed="rId5">
            <a:alphaModFix/>
          </a:blip>
          <a:srcRect b="0" l="0" r="0" t="0"/>
          <a:stretch/>
        </p:blipFill>
        <p:spPr>
          <a:xfrm>
            <a:off x="9843475" y="3653875"/>
            <a:ext cx="1946300" cy="1733825"/>
          </a:xfrm>
          <a:prstGeom prst="rect">
            <a:avLst/>
          </a:prstGeom>
          <a:noFill/>
          <a:ln>
            <a:noFill/>
          </a:ln>
        </p:spPr>
      </p:pic>
      <p:sp>
        <p:nvSpPr>
          <p:cNvPr id="848" name="Google Shape;848;p85"/>
          <p:cNvSpPr txBox="1"/>
          <p:nvPr/>
        </p:nvSpPr>
        <p:spPr>
          <a:xfrm>
            <a:off x="1294200" y="5715025"/>
            <a:ext cx="10803900" cy="554100"/>
          </a:xfrm>
          <a:prstGeom prst="rect">
            <a:avLst/>
          </a:prstGeom>
          <a:noFill/>
          <a:ln>
            <a:noFill/>
          </a:ln>
        </p:spPr>
        <p:txBody>
          <a:bodyPr anchorCtr="0" anchor="t" bIns="91425" lIns="91425" spcFirstLastPara="1" rIns="91425" wrap="square" tIns="91425">
            <a:spAutoFit/>
          </a:bodyPr>
          <a:lstStyle/>
          <a:p>
            <a:pPr indent="0" lvl="0" marL="0" marR="0" rtl="0" algn="l">
              <a:spcBef>
                <a:spcPts val="0"/>
              </a:spcBef>
              <a:spcAft>
                <a:spcPts val="0"/>
              </a:spcAft>
              <a:buClr>
                <a:schemeClr val="dk1"/>
              </a:buClr>
              <a:buSzPts val="1200"/>
              <a:buFont typeface="Libre Franklin"/>
              <a:buNone/>
            </a:pPr>
            <a:r>
              <a:rPr lang="it-IT" sz="1200">
                <a:solidFill>
                  <a:schemeClr val="dk1"/>
                </a:solidFill>
                <a:latin typeface="Libre Franklin"/>
                <a:ea typeface="Libre Franklin"/>
                <a:cs typeface="Libre Franklin"/>
                <a:sym typeface="Libre Franklin"/>
              </a:rPr>
              <a:t>Quindi il grafico mostra la risposta transitoria della sola rete RC: il condensatore non segue istantaneamente i salti di Vin, ma si carica e si scarica gradualmente. L’operazionale interviene dopo questo nodo, amplificando il segnale secondo il guadagno impostato dalla retroazione.</a:t>
            </a:r>
            <a:endParaRPr sz="1500">
              <a:solidFill>
                <a:schemeClr val="dk1"/>
              </a:solidFill>
              <a:latin typeface="Libre Franklin"/>
              <a:ea typeface="Libre Franklin"/>
              <a:cs typeface="Libre Franklin"/>
              <a:sym typeface="Libre Franklin"/>
            </a:endParaRPr>
          </a:p>
        </p:txBody>
      </p:sp>
    </p:spTree>
  </p:cSld>
  <p:clrMapOvr>
    <a:masterClrMapping/>
  </p:clrMapOvr>
</p:sld>
</file>

<file path=ppt/slides/slide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2" name="Shape 852"/>
        <p:cNvGrpSpPr/>
        <p:nvPr/>
      </p:nvGrpSpPr>
      <p:grpSpPr>
        <a:xfrm>
          <a:off x="0" y="0"/>
          <a:ext cx="0" cy="0"/>
          <a:chOff x="0" y="0"/>
          <a:chExt cx="0" cy="0"/>
        </a:xfrm>
      </p:grpSpPr>
      <p:pic>
        <p:nvPicPr>
          <p:cNvPr id="853" name="Google Shape;853;p86"/>
          <p:cNvPicPr preferRelativeResize="0"/>
          <p:nvPr/>
        </p:nvPicPr>
        <p:blipFill rotWithShape="1">
          <a:blip r:embed="rId3">
            <a:alphaModFix/>
          </a:blip>
          <a:srcRect b="0" l="0" r="0" t="0"/>
          <a:stretch/>
        </p:blipFill>
        <p:spPr>
          <a:xfrm>
            <a:off x="2841097" y="3099328"/>
            <a:ext cx="7073900" cy="3466875"/>
          </a:xfrm>
          <a:prstGeom prst="rect">
            <a:avLst/>
          </a:prstGeom>
          <a:noFill/>
          <a:ln>
            <a:noFill/>
          </a:ln>
        </p:spPr>
      </p:pic>
      <p:sp>
        <p:nvSpPr>
          <p:cNvPr id="854" name="Google Shape;854;p86"/>
          <p:cNvSpPr txBox="1"/>
          <p:nvPr/>
        </p:nvSpPr>
        <p:spPr>
          <a:xfrm>
            <a:off x="758300" y="381600"/>
            <a:ext cx="10856700" cy="554100"/>
          </a:xfrm>
          <a:prstGeom prst="rect">
            <a:avLst/>
          </a:prstGeom>
          <a:noFill/>
          <a:ln>
            <a:noFill/>
          </a:ln>
        </p:spPr>
        <p:txBody>
          <a:bodyPr anchorCtr="0" anchor="t" bIns="91425" lIns="91425" spcFirstLastPara="1" rIns="91425" wrap="square" tIns="91425">
            <a:spAutoFit/>
          </a:bodyPr>
          <a:lstStyle/>
          <a:p>
            <a:pPr indent="0" lvl="0" marL="0" marR="0" rtl="0" algn="l">
              <a:spcBef>
                <a:spcPts val="0"/>
              </a:spcBef>
              <a:spcAft>
                <a:spcPts val="0"/>
              </a:spcAft>
              <a:buClr>
                <a:schemeClr val="dk1"/>
              </a:buClr>
              <a:buSzPts val="1200"/>
              <a:buFont typeface="Libre Franklin"/>
              <a:buNone/>
            </a:pPr>
            <a:r>
              <a:rPr lang="it-IT" sz="1200">
                <a:solidFill>
                  <a:schemeClr val="dk1"/>
                </a:solidFill>
                <a:latin typeface="Libre Franklin"/>
                <a:ea typeface="Libre Franklin"/>
                <a:cs typeface="Libre Franklin"/>
                <a:sym typeface="Libre Franklin"/>
              </a:rPr>
              <a:t>Il segnale di ingresso Vin, rappresentato in rosso, è un’onda quadra compresa tra -1 V e +1 V. Ogni fronte del segnale produce quindi una variazione totale pari a:</a:t>
            </a:r>
            <a:endParaRPr sz="1500">
              <a:solidFill>
                <a:schemeClr val="dk1"/>
              </a:solidFill>
              <a:latin typeface="Libre Franklin"/>
              <a:ea typeface="Libre Franklin"/>
              <a:cs typeface="Libre Franklin"/>
              <a:sym typeface="Libre Franklin"/>
            </a:endParaRPr>
          </a:p>
        </p:txBody>
      </p:sp>
      <p:pic>
        <p:nvPicPr>
          <p:cNvPr id="855" name="Google Shape;855;p86"/>
          <p:cNvPicPr preferRelativeResize="0"/>
          <p:nvPr/>
        </p:nvPicPr>
        <p:blipFill rotWithShape="1">
          <a:blip r:embed="rId4">
            <a:alphaModFix/>
          </a:blip>
          <a:srcRect b="0" l="0" r="0" t="0"/>
          <a:stretch/>
        </p:blipFill>
        <p:spPr>
          <a:xfrm>
            <a:off x="1776236" y="738900"/>
            <a:ext cx="1723826" cy="354000"/>
          </a:xfrm>
          <a:prstGeom prst="rect">
            <a:avLst/>
          </a:prstGeom>
          <a:noFill/>
          <a:ln>
            <a:noFill/>
          </a:ln>
        </p:spPr>
      </p:pic>
      <p:sp>
        <p:nvSpPr>
          <p:cNvPr id="856" name="Google Shape;856;p86"/>
          <p:cNvSpPr txBox="1"/>
          <p:nvPr/>
        </p:nvSpPr>
        <p:spPr>
          <a:xfrm>
            <a:off x="833700" y="1276200"/>
            <a:ext cx="11358300" cy="17163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1400"/>
              </a:spcBef>
              <a:spcAft>
                <a:spcPts val="0"/>
              </a:spcAft>
              <a:buClr>
                <a:schemeClr val="dk1"/>
              </a:buClr>
              <a:buSzPts val="1800"/>
              <a:buFont typeface="Libre Franklin"/>
              <a:buNone/>
            </a:pPr>
            <a:r>
              <a:rPr lang="it-IT" sz="1800">
                <a:solidFill>
                  <a:schemeClr val="dk1"/>
                </a:solidFill>
                <a:latin typeface="Libre Franklin"/>
                <a:ea typeface="Libre Franklin"/>
                <a:cs typeface="Libre Franklin"/>
                <a:sym typeface="Libre Franklin"/>
              </a:rPr>
              <a:t>Comportamento della rete RC</a:t>
            </a:r>
            <a:endParaRPr sz="1800">
              <a:solidFill>
                <a:schemeClr val="dk1"/>
              </a:solidFill>
              <a:latin typeface="Libre Franklin"/>
              <a:ea typeface="Libre Franklin"/>
              <a:cs typeface="Libre Franklin"/>
              <a:sym typeface="Libre Franklin"/>
            </a:endParaRPr>
          </a:p>
          <a:p>
            <a:pPr indent="0" lvl="0" marL="0" marR="0" rtl="0" algn="l">
              <a:lnSpc>
                <a:spcPct val="115000"/>
              </a:lnSpc>
              <a:spcBef>
                <a:spcPts val="1200"/>
              </a:spcBef>
              <a:spcAft>
                <a:spcPts val="0"/>
              </a:spcAft>
              <a:buClr>
                <a:schemeClr val="dk1"/>
              </a:buClr>
              <a:buSzPts val="1200"/>
              <a:buFont typeface="Libre Franklin"/>
              <a:buNone/>
            </a:pPr>
            <a:r>
              <a:rPr lang="it-IT" sz="1200">
                <a:solidFill>
                  <a:schemeClr val="dk1"/>
                </a:solidFill>
                <a:latin typeface="Libre Franklin"/>
                <a:ea typeface="Libre Franklin"/>
                <a:cs typeface="Libre Franklin"/>
                <a:sym typeface="Libre Franklin"/>
              </a:rPr>
              <a:t>Nel primo stadio del circuito è presente la rete RC passa-alto formata dal condensatore e dalla resistenza d’ingresso.</a:t>
            </a:r>
            <a:endParaRPr sz="1200">
              <a:solidFill>
                <a:schemeClr val="dk1"/>
              </a:solidFill>
              <a:latin typeface="Libre Franklin"/>
              <a:ea typeface="Libre Franklin"/>
              <a:cs typeface="Libre Franklin"/>
              <a:sym typeface="Libre Franklin"/>
            </a:endParaRPr>
          </a:p>
          <a:p>
            <a:pPr indent="0" lvl="0" marL="0" marR="0" rtl="0" algn="l">
              <a:lnSpc>
                <a:spcPct val="115000"/>
              </a:lnSpc>
              <a:spcBef>
                <a:spcPts val="1200"/>
              </a:spcBef>
              <a:spcAft>
                <a:spcPts val="0"/>
              </a:spcAft>
              <a:buClr>
                <a:schemeClr val="dk1"/>
              </a:buClr>
              <a:buSzPts val="1200"/>
              <a:buFont typeface="Libre Franklin"/>
              <a:buNone/>
            </a:pPr>
            <a:r>
              <a:rPr lang="it-IT" sz="1200">
                <a:solidFill>
                  <a:schemeClr val="dk1"/>
                </a:solidFill>
                <a:latin typeface="Libre Franklin"/>
                <a:ea typeface="Libre Franklin"/>
                <a:cs typeface="Libre Franklin"/>
                <a:sym typeface="Libre Franklin"/>
              </a:rPr>
              <a:t>Quando Vin cambia bruscamente valore, il condensatore non può variare istantaneamente la tensione ai suoi capi. Per questo motivo trasferisce inizialmente la variazione al nodo del filtro, generando un impulso.</a:t>
            </a:r>
            <a:endParaRPr sz="1200">
              <a:solidFill>
                <a:schemeClr val="dk1"/>
              </a:solidFill>
              <a:latin typeface="Libre Franklin"/>
              <a:ea typeface="Libre Franklin"/>
              <a:cs typeface="Libre Franklin"/>
              <a:sym typeface="Libre Franklin"/>
            </a:endParaRPr>
          </a:p>
          <a:p>
            <a:pPr indent="0" lvl="0" marL="0" marR="0" rtl="0" algn="l">
              <a:lnSpc>
                <a:spcPct val="115000"/>
              </a:lnSpc>
              <a:spcBef>
                <a:spcPts val="1200"/>
              </a:spcBef>
              <a:spcAft>
                <a:spcPts val="1200"/>
              </a:spcAft>
              <a:buClr>
                <a:schemeClr val="dk1"/>
              </a:buClr>
              <a:buSzPts val="1200"/>
              <a:buFont typeface="Libre Franklin"/>
              <a:buNone/>
            </a:pPr>
            <a:r>
              <a:rPr lang="it-IT" sz="1200">
                <a:solidFill>
                  <a:schemeClr val="dk1"/>
                </a:solidFill>
                <a:latin typeface="Libre Franklin"/>
                <a:ea typeface="Libre Franklin"/>
                <a:cs typeface="Libre Franklin"/>
                <a:sym typeface="Libre Franklin"/>
              </a:rPr>
              <a:t>Dopo il fronte, il condensatore inizia a caricarsi o scaricarsi attraverso la resistenza e il segnale decade progressivamente con andamento esponenziale.</a:t>
            </a:r>
            <a:endParaRPr sz="1200">
              <a:solidFill>
                <a:schemeClr val="dk1"/>
              </a:solidFill>
              <a:latin typeface="Libre Franklin"/>
              <a:ea typeface="Libre Franklin"/>
              <a:cs typeface="Libre Franklin"/>
              <a:sym typeface="Libre Franklin"/>
            </a:endParaRPr>
          </a:p>
        </p:txBody>
      </p:sp>
    </p:spTree>
  </p:cSld>
  <p:clrMapOvr>
    <a:masterClrMapping/>
  </p:clrMapOvr>
</p:sld>
</file>

<file path=ppt/slides/slide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1" name="Shape 861"/>
        <p:cNvGrpSpPr/>
        <p:nvPr/>
      </p:nvGrpSpPr>
      <p:grpSpPr>
        <a:xfrm>
          <a:off x="0" y="0"/>
          <a:ext cx="0" cy="0"/>
          <a:chOff x="0" y="0"/>
          <a:chExt cx="0" cy="0"/>
        </a:xfrm>
      </p:grpSpPr>
      <p:sp>
        <p:nvSpPr>
          <p:cNvPr id="862" name="Google Shape;862;p87"/>
          <p:cNvSpPr txBox="1"/>
          <p:nvPr/>
        </p:nvSpPr>
        <p:spPr>
          <a:xfrm>
            <a:off x="1350150" y="527125"/>
            <a:ext cx="10683000" cy="15624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1400"/>
              </a:spcBef>
              <a:spcAft>
                <a:spcPts val="0"/>
              </a:spcAft>
              <a:buClr>
                <a:schemeClr val="dk1"/>
              </a:buClr>
              <a:buSzPts val="1800"/>
              <a:buFont typeface="Libre Franklin"/>
              <a:buNone/>
            </a:pPr>
            <a:r>
              <a:rPr b="1" lang="it-IT" sz="1800">
                <a:solidFill>
                  <a:schemeClr val="dk1"/>
                </a:solidFill>
                <a:latin typeface="Libre Franklin"/>
                <a:ea typeface="Libre Franklin"/>
                <a:cs typeface="Libre Franklin"/>
                <a:sym typeface="Libre Franklin"/>
              </a:rPr>
              <a:t>Nodo intermedio del filtro</a:t>
            </a:r>
            <a:endParaRPr b="1" sz="1800">
              <a:solidFill>
                <a:schemeClr val="dk1"/>
              </a:solidFill>
              <a:latin typeface="Libre Franklin"/>
              <a:ea typeface="Libre Franklin"/>
              <a:cs typeface="Libre Franklin"/>
              <a:sym typeface="Libre Franklin"/>
            </a:endParaRPr>
          </a:p>
          <a:p>
            <a:pPr indent="0" lvl="0" marL="0" marR="0" rtl="0" algn="l">
              <a:lnSpc>
                <a:spcPct val="115000"/>
              </a:lnSpc>
              <a:spcBef>
                <a:spcPts val="1200"/>
              </a:spcBef>
              <a:spcAft>
                <a:spcPts val="0"/>
              </a:spcAft>
              <a:buClr>
                <a:schemeClr val="dk1"/>
              </a:buClr>
              <a:buSzPts val="1200"/>
              <a:buFont typeface="Libre Franklin"/>
              <a:buNone/>
            </a:pPr>
            <a:r>
              <a:rPr lang="it-IT" sz="1200">
                <a:solidFill>
                  <a:schemeClr val="dk1"/>
                </a:solidFill>
                <a:latin typeface="Libre Franklin"/>
                <a:ea typeface="Libre Franklin"/>
                <a:cs typeface="Libre Franklin"/>
                <a:sym typeface="Libre Franklin"/>
              </a:rPr>
              <a:t>La curva blu rappresenta il segnale sul nodo intermedio della rete RC, cioè il punto tra Vin e l’ingresso dell’operazionale.</a:t>
            </a:r>
            <a:endParaRPr sz="1200">
              <a:solidFill>
                <a:schemeClr val="dk1"/>
              </a:solidFill>
              <a:latin typeface="Libre Franklin"/>
              <a:ea typeface="Libre Franklin"/>
              <a:cs typeface="Libre Franklin"/>
              <a:sym typeface="Libre Franklin"/>
            </a:endParaRPr>
          </a:p>
          <a:p>
            <a:pPr indent="0" lvl="0" marL="0" marR="0" rtl="0" algn="l">
              <a:lnSpc>
                <a:spcPct val="115000"/>
              </a:lnSpc>
              <a:spcBef>
                <a:spcPts val="1200"/>
              </a:spcBef>
              <a:spcAft>
                <a:spcPts val="1200"/>
              </a:spcAft>
              <a:buClr>
                <a:schemeClr val="dk1"/>
              </a:buClr>
              <a:buSzPts val="1200"/>
              <a:buFont typeface="Libre Franklin"/>
              <a:buNone/>
            </a:pPr>
            <a:r>
              <a:rPr lang="it-IT" sz="1200">
                <a:solidFill>
                  <a:schemeClr val="dk1"/>
                </a:solidFill>
                <a:latin typeface="Libre Franklin"/>
                <a:ea typeface="Libre Franklin"/>
                <a:cs typeface="Libre Franklin"/>
                <a:sym typeface="Libre Franklin"/>
              </a:rPr>
              <a:t>Si osserva che, a ogni fronte della curva rossa, la curva blu presenta una variazione rapida seguita da un decadimento esponenziale. Questo è il comportamento tipico del filtro passa-alto: vengono evidenziate le variazioni rapide del segnale, mentre il valore continuo tende progressivamente a zero.</a:t>
            </a:r>
            <a:endParaRPr sz="1200">
              <a:solidFill>
                <a:schemeClr val="dk1"/>
              </a:solidFill>
              <a:latin typeface="Libre Franklin"/>
              <a:ea typeface="Libre Franklin"/>
              <a:cs typeface="Libre Franklin"/>
              <a:sym typeface="Libre Franklin"/>
            </a:endParaRPr>
          </a:p>
        </p:txBody>
      </p:sp>
      <p:pic>
        <p:nvPicPr>
          <p:cNvPr id="863" name="Google Shape;863;p87"/>
          <p:cNvPicPr preferRelativeResize="0"/>
          <p:nvPr/>
        </p:nvPicPr>
        <p:blipFill rotWithShape="1">
          <a:blip r:embed="rId3">
            <a:alphaModFix/>
          </a:blip>
          <a:srcRect b="0" l="0" r="0" t="0"/>
          <a:stretch/>
        </p:blipFill>
        <p:spPr>
          <a:xfrm>
            <a:off x="3525438" y="2169188"/>
            <a:ext cx="5141127" cy="2519624"/>
          </a:xfrm>
          <a:prstGeom prst="rect">
            <a:avLst/>
          </a:prstGeom>
          <a:noFill/>
          <a:ln>
            <a:noFill/>
          </a:ln>
        </p:spPr>
      </p:pic>
      <p:sp>
        <p:nvSpPr>
          <p:cNvPr id="864" name="Google Shape;864;p87"/>
          <p:cNvSpPr txBox="1"/>
          <p:nvPr/>
        </p:nvSpPr>
        <p:spPr>
          <a:xfrm>
            <a:off x="1081950" y="5029200"/>
            <a:ext cx="10294800" cy="15624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1400"/>
              </a:spcBef>
              <a:spcAft>
                <a:spcPts val="0"/>
              </a:spcAft>
              <a:buClr>
                <a:schemeClr val="dk1"/>
              </a:buClr>
              <a:buSzPts val="1800"/>
              <a:buFont typeface="Libre Franklin"/>
              <a:buNone/>
            </a:pPr>
            <a:r>
              <a:rPr b="1" lang="it-IT" sz="1800">
                <a:solidFill>
                  <a:schemeClr val="dk1"/>
                </a:solidFill>
                <a:latin typeface="Libre Franklin"/>
                <a:ea typeface="Libre Franklin"/>
                <a:cs typeface="Libre Franklin"/>
                <a:sym typeface="Libre Franklin"/>
              </a:rPr>
              <a:t>Uscita amplificata</a:t>
            </a:r>
            <a:endParaRPr b="1" sz="1800">
              <a:solidFill>
                <a:schemeClr val="dk1"/>
              </a:solidFill>
              <a:latin typeface="Libre Franklin"/>
              <a:ea typeface="Libre Franklin"/>
              <a:cs typeface="Libre Franklin"/>
              <a:sym typeface="Libre Franklin"/>
            </a:endParaRPr>
          </a:p>
          <a:p>
            <a:pPr indent="0" lvl="0" marL="0" marR="0" rtl="0" algn="l">
              <a:lnSpc>
                <a:spcPct val="115000"/>
              </a:lnSpc>
              <a:spcBef>
                <a:spcPts val="1200"/>
              </a:spcBef>
              <a:spcAft>
                <a:spcPts val="0"/>
              </a:spcAft>
              <a:buClr>
                <a:schemeClr val="dk1"/>
              </a:buClr>
              <a:buSzPts val="1200"/>
              <a:buFont typeface="Libre Franklin"/>
              <a:buNone/>
            </a:pPr>
            <a:r>
              <a:rPr lang="it-IT" sz="1200">
                <a:solidFill>
                  <a:schemeClr val="dk1"/>
                </a:solidFill>
                <a:latin typeface="Libre Franklin"/>
                <a:ea typeface="Libre Franklin"/>
                <a:cs typeface="Libre Franklin"/>
                <a:sym typeface="Libre Franklin"/>
              </a:rPr>
              <a:t>La curva verde rappresenta l’uscita dell’operazionale. Rispetto alla curva blu, mantiene lo stesso andamento esponenziale, ma risulta invertita e con ampiezza circa doppia.</a:t>
            </a:r>
            <a:endParaRPr sz="1200">
              <a:solidFill>
                <a:schemeClr val="dk1"/>
              </a:solidFill>
              <a:latin typeface="Libre Franklin"/>
              <a:ea typeface="Libre Franklin"/>
              <a:cs typeface="Libre Franklin"/>
              <a:sym typeface="Libre Franklin"/>
            </a:endParaRPr>
          </a:p>
          <a:p>
            <a:pPr indent="0" lvl="0" marL="0" marR="0" rtl="0" algn="l">
              <a:lnSpc>
                <a:spcPct val="115000"/>
              </a:lnSpc>
              <a:spcBef>
                <a:spcPts val="1200"/>
              </a:spcBef>
              <a:spcAft>
                <a:spcPts val="1200"/>
              </a:spcAft>
              <a:buClr>
                <a:schemeClr val="dk1"/>
              </a:buClr>
              <a:buSzPts val="1200"/>
              <a:buFont typeface="Libre Franklin"/>
              <a:buNone/>
            </a:pPr>
            <a:r>
              <a:rPr lang="it-IT" sz="1200">
                <a:solidFill>
                  <a:schemeClr val="dk1"/>
                </a:solidFill>
                <a:latin typeface="Libre Franklin"/>
                <a:ea typeface="Libre Franklin"/>
                <a:cs typeface="Libre Franklin"/>
                <a:sym typeface="Libre Franklin"/>
              </a:rPr>
              <a:t>Questo significa che il filtro attivo conserva il comportamento del filtro RC, ma aggiunge l’effetto dell’operazionale: il segnale viene amplificato di un fattore 2 e invertito di fase.</a:t>
            </a:r>
            <a:endParaRPr sz="1200">
              <a:solidFill>
                <a:schemeClr val="dk1"/>
              </a:solidFill>
              <a:latin typeface="Libre Franklin"/>
              <a:ea typeface="Libre Franklin"/>
              <a:cs typeface="Libre Franklin"/>
              <a:sym typeface="Libre Franklin"/>
            </a:endParaRPr>
          </a:p>
        </p:txBody>
      </p:sp>
    </p:spTree>
  </p:cSld>
  <p:clrMapOvr>
    <a:masterClrMapping/>
  </p:clrMapOvr>
</p:sld>
</file>

<file path=ppt/slides/slide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9" name="Shape 869"/>
        <p:cNvGrpSpPr/>
        <p:nvPr/>
      </p:nvGrpSpPr>
      <p:grpSpPr>
        <a:xfrm>
          <a:off x="0" y="0"/>
          <a:ext cx="0" cy="0"/>
          <a:chOff x="0" y="0"/>
          <a:chExt cx="0" cy="0"/>
        </a:xfrm>
      </p:grpSpPr>
      <p:sp>
        <p:nvSpPr>
          <p:cNvPr id="870" name="Google Shape;870;p88"/>
          <p:cNvSpPr txBox="1"/>
          <p:nvPr/>
        </p:nvSpPr>
        <p:spPr>
          <a:xfrm>
            <a:off x="1378800" y="650275"/>
            <a:ext cx="9549600" cy="954300"/>
          </a:xfrm>
          <a:prstGeom prst="rect">
            <a:avLst/>
          </a:prstGeom>
          <a:noFill/>
          <a:ln>
            <a:noFill/>
          </a:ln>
        </p:spPr>
        <p:txBody>
          <a:bodyPr anchorCtr="0" anchor="t" bIns="91425" lIns="91425" spcFirstLastPara="1" rIns="91425" wrap="square" tIns="91425">
            <a:spAutoFit/>
          </a:bodyPr>
          <a:lstStyle/>
          <a:p>
            <a:pPr indent="0" lvl="0" marL="0" marR="0" rtl="0" algn="l">
              <a:spcBef>
                <a:spcPts val="0"/>
              </a:spcBef>
              <a:spcAft>
                <a:spcPts val="0"/>
              </a:spcAft>
              <a:buClr>
                <a:srgbClr val="073763"/>
              </a:buClr>
              <a:buSzPts val="2500"/>
              <a:buFont typeface="Libre Franklin SemiBold"/>
              <a:buNone/>
            </a:pPr>
            <a:r>
              <a:rPr lang="it-IT" sz="2500">
                <a:solidFill>
                  <a:srgbClr val="073763"/>
                </a:solidFill>
                <a:latin typeface="Libre Franklin SemiBold"/>
                <a:ea typeface="Libre Franklin SemiBold"/>
                <a:cs typeface="Libre Franklin SemiBold"/>
                <a:sym typeface="Libre Franklin SemiBold"/>
              </a:rPr>
              <a:t>Effetto della resistenza Rs sulla carica e scarica del condensatore</a:t>
            </a:r>
            <a:endParaRPr sz="2500">
              <a:solidFill>
                <a:srgbClr val="073763"/>
              </a:solidFill>
              <a:latin typeface="Libre Franklin SemiBold"/>
              <a:ea typeface="Libre Franklin SemiBold"/>
              <a:cs typeface="Libre Franklin SemiBold"/>
              <a:sym typeface="Libre Franklin SemiBold"/>
            </a:endParaRPr>
          </a:p>
        </p:txBody>
      </p:sp>
      <p:pic>
        <p:nvPicPr>
          <p:cNvPr id="871" name="Google Shape;871;p88"/>
          <p:cNvPicPr preferRelativeResize="0"/>
          <p:nvPr/>
        </p:nvPicPr>
        <p:blipFill rotWithShape="1">
          <a:blip r:embed="rId3">
            <a:alphaModFix/>
          </a:blip>
          <a:srcRect b="0" l="0" r="0" t="0"/>
          <a:stretch/>
        </p:blipFill>
        <p:spPr>
          <a:xfrm>
            <a:off x="10721500" y="2329950"/>
            <a:ext cx="1219200" cy="419100"/>
          </a:xfrm>
          <a:prstGeom prst="rect">
            <a:avLst/>
          </a:prstGeom>
          <a:noFill/>
          <a:ln>
            <a:noFill/>
          </a:ln>
        </p:spPr>
      </p:pic>
      <p:sp>
        <p:nvSpPr>
          <p:cNvPr id="872" name="Google Shape;872;p88"/>
          <p:cNvSpPr txBox="1"/>
          <p:nvPr/>
        </p:nvSpPr>
        <p:spPr>
          <a:xfrm>
            <a:off x="785400" y="1851750"/>
            <a:ext cx="10736400" cy="8973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1200"/>
              </a:spcBef>
              <a:spcAft>
                <a:spcPts val="0"/>
              </a:spcAft>
              <a:buClr>
                <a:schemeClr val="dk1"/>
              </a:buClr>
              <a:buSzPts val="1100"/>
              <a:buFont typeface="Libre Franklin"/>
              <a:buNone/>
            </a:pPr>
            <a:r>
              <a:rPr lang="it-IT" sz="1100">
                <a:solidFill>
                  <a:schemeClr val="dk1"/>
                </a:solidFill>
                <a:latin typeface="Libre Franklin"/>
                <a:ea typeface="Libre Franklin"/>
                <a:cs typeface="Libre Franklin"/>
                <a:sym typeface="Libre Franklin"/>
              </a:rPr>
              <a:t>Nel caso ideale, l’operazionale mantiene il nodo invertente a massa virtuale. Questo significa che il nodo collegato all’ingresso (−) resta circa a 0 V, anche se non è collegato direttamente a massa.</a:t>
            </a:r>
            <a:endParaRPr sz="1100">
              <a:solidFill>
                <a:schemeClr val="dk1"/>
              </a:solidFill>
              <a:latin typeface="Libre Franklin"/>
              <a:ea typeface="Libre Franklin"/>
              <a:cs typeface="Libre Franklin"/>
              <a:sym typeface="Libre Franklin"/>
            </a:endParaRPr>
          </a:p>
          <a:p>
            <a:pPr indent="0" lvl="0" marL="0" marR="0" rtl="0" algn="l">
              <a:lnSpc>
                <a:spcPct val="115000"/>
              </a:lnSpc>
              <a:spcBef>
                <a:spcPts val="1200"/>
              </a:spcBef>
              <a:spcAft>
                <a:spcPts val="1200"/>
              </a:spcAft>
              <a:buClr>
                <a:schemeClr val="dk1"/>
              </a:buClr>
              <a:buSzPts val="1100"/>
              <a:buFont typeface="Libre Franklin"/>
              <a:buNone/>
            </a:pPr>
            <a:r>
              <a:rPr lang="it-IT" sz="1100">
                <a:solidFill>
                  <a:schemeClr val="dk1"/>
                </a:solidFill>
                <a:latin typeface="Libre Franklin"/>
                <a:ea typeface="Libre Franklin"/>
                <a:cs typeface="Libre Franklin"/>
                <a:sym typeface="Libre Franklin"/>
              </a:rPr>
              <a:t>In questa condizione, il condensatore C4 vede principalmente la resistenza R16. La costante di tempo del circuito può quindi essere approssimata con:</a:t>
            </a:r>
            <a:endParaRPr sz="1800">
              <a:solidFill>
                <a:schemeClr val="dk1"/>
              </a:solidFill>
              <a:latin typeface="Libre Franklin"/>
              <a:ea typeface="Libre Franklin"/>
              <a:cs typeface="Libre Franklin"/>
              <a:sym typeface="Libre Franklin"/>
            </a:endParaRPr>
          </a:p>
        </p:txBody>
      </p:sp>
      <p:sp>
        <p:nvSpPr>
          <p:cNvPr id="873" name="Google Shape;873;p88"/>
          <p:cNvSpPr txBox="1"/>
          <p:nvPr/>
        </p:nvSpPr>
        <p:spPr>
          <a:xfrm>
            <a:off x="887775" y="2894500"/>
            <a:ext cx="10819800" cy="11775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1200"/>
              </a:spcBef>
              <a:spcAft>
                <a:spcPts val="0"/>
              </a:spcAft>
              <a:buClr>
                <a:schemeClr val="dk1"/>
              </a:buClr>
              <a:buSzPts val="1000"/>
              <a:buFont typeface="Libre Franklin"/>
              <a:buNone/>
            </a:pPr>
            <a:r>
              <a:rPr lang="it-IT" sz="1000">
                <a:solidFill>
                  <a:schemeClr val="dk1"/>
                </a:solidFill>
                <a:latin typeface="Libre Franklin"/>
                <a:ea typeface="Libre Franklin"/>
                <a:cs typeface="Libre Franklin"/>
                <a:sym typeface="Libre Franklin"/>
              </a:rPr>
              <a:t>Quando però la resistenza di retroazione R17 diventa molto grande, la retroazione è meno efficace. L’operazionale fatica a mantenere il nodo invertente perfettamente a 0 V, quindi la massa virtuale diventa meno ideale.</a:t>
            </a:r>
            <a:endParaRPr sz="1000">
              <a:solidFill>
                <a:schemeClr val="dk1"/>
              </a:solidFill>
              <a:latin typeface="Libre Franklin"/>
              <a:ea typeface="Libre Franklin"/>
              <a:cs typeface="Libre Franklin"/>
              <a:sym typeface="Libre Franklin"/>
            </a:endParaRPr>
          </a:p>
          <a:p>
            <a:pPr indent="0" lvl="0" marL="0" marR="0" rtl="0" algn="l">
              <a:lnSpc>
                <a:spcPct val="115000"/>
              </a:lnSpc>
              <a:spcBef>
                <a:spcPts val="1200"/>
              </a:spcBef>
              <a:spcAft>
                <a:spcPts val="0"/>
              </a:spcAft>
              <a:buClr>
                <a:schemeClr val="dk1"/>
              </a:buClr>
              <a:buSzPts val="1000"/>
              <a:buFont typeface="Libre Franklin"/>
              <a:buNone/>
            </a:pPr>
            <a:r>
              <a:rPr lang="it-IT" sz="1000">
                <a:solidFill>
                  <a:schemeClr val="dk1"/>
                </a:solidFill>
                <a:latin typeface="Libre Franklin"/>
                <a:ea typeface="Libre Franklin"/>
                <a:cs typeface="Libre Franklin"/>
                <a:sym typeface="Libre Franklin"/>
              </a:rPr>
              <a:t>Di conseguenza, il condensatore non vede più soltanto R16, ma una resistenza equivalente maggiore. In questo caso anche R17 contribuisce, almeno in parte, alla costante di tempo.</a:t>
            </a:r>
            <a:endParaRPr sz="1000">
              <a:solidFill>
                <a:schemeClr val="dk1"/>
              </a:solidFill>
              <a:latin typeface="Libre Franklin"/>
              <a:ea typeface="Libre Franklin"/>
              <a:cs typeface="Libre Franklin"/>
              <a:sym typeface="Libre Franklin"/>
            </a:endParaRPr>
          </a:p>
          <a:p>
            <a:pPr indent="0" lvl="0" marL="0" marR="0" rtl="0" algn="l">
              <a:lnSpc>
                <a:spcPct val="115000"/>
              </a:lnSpc>
              <a:spcBef>
                <a:spcPts val="1200"/>
              </a:spcBef>
              <a:spcAft>
                <a:spcPts val="1200"/>
              </a:spcAft>
              <a:buClr>
                <a:schemeClr val="dk1"/>
              </a:buClr>
              <a:buSzPts val="1000"/>
              <a:buFont typeface="Libre Franklin"/>
              <a:buNone/>
            </a:pPr>
            <a:r>
              <a:rPr lang="it-IT" sz="1000">
                <a:solidFill>
                  <a:schemeClr val="dk1"/>
                </a:solidFill>
                <a:latin typeface="Libre Franklin"/>
                <a:ea typeface="Libre Franklin"/>
                <a:cs typeface="Libre Franklin"/>
                <a:sym typeface="Libre Franklin"/>
              </a:rPr>
              <a:t>La relazione approssimata diventa:</a:t>
            </a:r>
            <a:endParaRPr sz="1000">
              <a:solidFill>
                <a:schemeClr val="dk1"/>
              </a:solidFill>
              <a:latin typeface="Libre Franklin"/>
              <a:ea typeface="Libre Franklin"/>
              <a:cs typeface="Libre Franklin"/>
              <a:sym typeface="Libre Franklin"/>
            </a:endParaRPr>
          </a:p>
        </p:txBody>
      </p:sp>
      <p:pic>
        <p:nvPicPr>
          <p:cNvPr id="874" name="Google Shape;874;p88"/>
          <p:cNvPicPr preferRelativeResize="0"/>
          <p:nvPr/>
        </p:nvPicPr>
        <p:blipFill rotWithShape="1">
          <a:blip r:embed="rId4">
            <a:alphaModFix/>
          </a:blip>
          <a:srcRect b="0" l="0" r="0" t="0"/>
          <a:stretch/>
        </p:blipFill>
        <p:spPr>
          <a:xfrm>
            <a:off x="5072063" y="3919225"/>
            <a:ext cx="2047875" cy="800100"/>
          </a:xfrm>
          <a:prstGeom prst="rect">
            <a:avLst/>
          </a:prstGeom>
          <a:noFill/>
          <a:ln>
            <a:noFill/>
          </a:ln>
        </p:spPr>
      </p:pic>
      <p:sp>
        <p:nvSpPr>
          <p:cNvPr id="875" name="Google Shape;875;p88"/>
          <p:cNvSpPr txBox="1"/>
          <p:nvPr/>
        </p:nvSpPr>
        <p:spPr>
          <a:xfrm>
            <a:off x="1294675" y="4761125"/>
            <a:ext cx="5326500" cy="7026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1200"/>
              </a:spcBef>
              <a:spcAft>
                <a:spcPts val="0"/>
              </a:spcAft>
              <a:buClr>
                <a:schemeClr val="dk1"/>
              </a:buClr>
              <a:buSzPts val="1100"/>
              <a:buFont typeface="Libre Franklin"/>
              <a:buNone/>
            </a:pPr>
            <a:r>
              <a:rPr lang="it-IT" sz="1100">
                <a:solidFill>
                  <a:schemeClr val="dk1"/>
                </a:solidFill>
                <a:latin typeface="Libre Franklin"/>
                <a:ea typeface="Libre Franklin"/>
                <a:cs typeface="Libre Franklin"/>
                <a:sym typeface="Libre Franklin"/>
              </a:rPr>
              <a:t>dove A è il guadagno ad anello aperto dell’operazionale.</a:t>
            </a:r>
            <a:endParaRPr sz="1100">
              <a:solidFill>
                <a:schemeClr val="dk1"/>
              </a:solidFill>
              <a:latin typeface="Libre Franklin"/>
              <a:ea typeface="Libre Franklin"/>
              <a:cs typeface="Libre Franklin"/>
              <a:sym typeface="Libre Franklin"/>
            </a:endParaRPr>
          </a:p>
          <a:p>
            <a:pPr indent="0" lvl="0" marL="0" marR="0" rtl="0" algn="l">
              <a:lnSpc>
                <a:spcPct val="115000"/>
              </a:lnSpc>
              <a:spcBef>
                <a:spcPts val="1200"/>
              </a:spcBef>
              <a:spcAft>
                <a:spcPts val="1200"/>
              </a:spcAft>
              <a:buClr>
                <a:schemeClr val="dk1"/>
              </a:buClr>
              <a:buSzPts val="1100"/>
              <a:buFont typeface="Libre Franklin"/>
              <a:buNone/>
            </a:pPr>
            <a:r>
              <a:rPr lang="it-IT" sz="1100">
                <a:solidFill>
                  <a:schemeClr val="dk1"/>
                </a:solidFill>
                <a:latin typeface="Libre Franklin"/>
                <a:ea typeface="Libre Franklin"/>
                <a:cs typeface="Libre Franklin"/>
                <a:sym typeface="Libre Franklin"/>
              </a:rPr>
              <a:t>Se A è molto grande, il termine:</a:t>
            </a:r>
            <a:endParaRPr sz="1100">
              <a:solidFill>
                <a:schemeClr val="dk1"/>
              </a:solidFill>
              <a:latin typeface="Libre Franklin"/>
              <a:ea typeface="Libre Franklin"/>
              <a:cs typeface="Libre Franklin"/>
              <a:sym typeface="Libre Franklin"/>
            </a:endParaRPr>
          </a:p>
        </p:txBody>
      </p:sp>
      <p:pic>
        <p:nvPicPr>
          <p:cNvPr id="876" name="Google Shape;876;p88"/>
          <p:cNvPicPr preferRelativeResize="0"/>
          <p:nvPr/>
        </p:nvPicPr>
        <p:blipFill rotWithShape="1">
          <a:blip r:embed="rId5">
            <a:alphaModFix/>
          </a:blip>
          <a:srcRect b="0" l="0" r="0" t="0"/>
          <a:stretch/>
        </p:blipFill>
        <p:spPr>
          <a:xfrm>
            <a:off x="3971650" y="5029200"/>
            <a:ext cx="657225" cy="647700"/>
          </a:xfrm>
          <a:prstGeom prst="rect">
            <a:avLst/>
          </a:prstGeom>
          <a:noFill/>
          <a:ln>
            <a:noFill/>
          </a:ln>
        </p:spPr>
      </p:pic>
      <p:sp>
        <p:nvSpPr>
          <p:cNvPr id="877" name="Google Shape;877;p88"/>
          <p:cNvSpPr txBox="1"/>
          <p:nvPr/>
        </p:nvSpPr>
        <p:spPr>
          <a:xfrm>
            <a:off x="5072075" y="5078825"/>
            <a:ext cx="3657300" cy="3849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1200"/>
              </a:spcBef>
              <a:spcAft>
                <a:spcPts val="1200"/>
              </a:spcAft>
              <a:buClr>
                <a:schemeClr val="dk1"/>
              </a:buClr>
              <a:buSzPts val="1300"/>
              <a:buFont typeface="Libre Franklin"/>
              <a:buNone/>
            </a:pPr>
            <a:r>
              <a:rPr lang="it-IT" sz="1300">
                <a:solidFill>
                  <a:schemeClr val="dk1"/>
                </a:solidFill>
                <a:latin typeface="Libre Franklin"/>
                <a:ea typeface="Libre Franklin"/>
                <a:cs typeface="Libre Franklin"/>
                <a:sym typeface="Libre Franklin"/>
              </a:rPr>
              <a:t>è trascurabile e si torna al caso ideale:</a:t>
            </a:r>
            <a:endParaRPr sz="1300">
              <a:solidFill>
                <a:schemeClr val="dk1"/>
              </a:solidFill>
              <a:latin typeface="Libre Franklin"/>
              <a:ea typeface="Libre Franklin"/>
              <a:cs typeface="Libre Franklin"/>
              <a:sym typeface="Libre Franklin"/>
            </a:endParaRPr>
          </a:p>
        </p:txBody>
      </p:sp>
      <p:pic>
        <p:nvPicPr>
          <p:cNvPr id="878" name="Google Shape;878;p88"/>
          <p:cNvPicPr preferRelativeResize="0"/>
          <p:nvPr/>
        </p:nvPicPr>
        <p:blipFill rotWithShape="1">
          <a:blip r:embed="rId6">
            <a:alphaModFix/>
          </a:blip>
          <a:srcRect b="0" l="0" r="0" t="0"/>
          <a:stretch/>
        </p:blipFill>
        <p:spPr>
          <a:xfrm>
            <a:off x="8428975" y="5085525"/>
            <a:ext cx="1209675" cy="371475"/>
          </a:xfrm>
          <a:prstGeom prst="rect">
            <a:avLst/>
          </a:prstGeom>
          <a:noFill/>
          <a:ln>
            <a:noFill/>
          </a:ln>
        </p:spPr>
      </p:pic>
      <p:sp>
        <p:nvSpPr>
          <p:cNvPr id="879" name="Google Shape;879;p88"/>
          <p:cNvSpPr txBox="1"/>
          <p:nvPr/>
        </p:nvSpPr>
        <p:spPr>
          <a:xfrm>
            <a:off x="1806000" y="5716850"/>
            <a:ext cx="9774600" cy="554100"/>
          </a:xfrm>
          <a:prstGeom prst="rect">
            <a:avLst/>
          </a:prstGeom>
          <a:noFill/>
          <a:ln>
            <a:noFill/>
          </a:ln>
        </p:spPr>
        <p:txBody>
          <a:bodyPr anchorCtr="0" anchor="t" bIns="91425" lIns="91425" spcFirstLastPara="1" rIns="91425" wrap="square" tIns="91425">
            <a:spAutoFit/>
          </a:bodyPr>
          <a:lstStyle/>
          <a:p>
            <a:pPr indent="0" lvl="0" marL="0" marR="0" rtl="0" algn="l">
              <a:spcBef>
                <a:spcPts val="0"/>
              </a:spcBef>
              <a:spcAft>
                <a:spcPts val="0"/>
              </a:spcAft>
              <a:buClr>
                <a:schemeClr val="dk1"/>
              </a:buClr>
              <a:buSzPts val="1200"/>
              <a:buFont typeface="Libre Franklin"/>
              <a:buNone/>
            </a:pPr>
            <a:r>
              <a:rPr lang="it-IT" sz="1200">
                <a:solidFill>
                  <a:schemeClr val="dk1"/>
                </a:solidFill>
                <a:latin typeface="Libre Franklin"/>
                <a:ea typeface="Libre Franklin"/>
                <a:cs typeface="Libre Franklin"/>
                <a:sym typeface="Libre Franklin"/>
              </a:rPr>
              <a:t>Se invece R17 è molto elevata, oppure l’operazionale non riesce a mantenere bene la massa virtuale, il contributo di R17 diventa significativo. Il transitorio risulta quindi più lento perché aumenta la costante di tempo equivalente.</a:t>
            </a:r>
            <a:endParaRPr sz="1500">
              <a:solidFill>
                <a:schemeClr val="dk1"/>
              </a:solidFill>
              <a:latin typeface="Libre Franklin"/>
              <a:ea typeface="Libre Franklin"/>
              <a:cs typeface="Libre Franklin"/>
              <a:sym typeface="Libre Franklin"/>
            </a:endParaRPr>
          </a:p>
        </p:txBody>
      </p:sp>
      <p:sp>
        <p:nvSpPr>
          <p:cNvPr id="880" name="Google Shape;880;p88"/>
          <p:cNvSpPr txBox="1"/>
          <p:nvPr/>
        </p:nvSpPr>
        <p:spPr>
          <a:xfrm>
            <a:off x="6518246" y="1484686"/>
            <a:ext cx="3590488" cy="307777"/>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it-IT" sz="1800">
                <a:solidFill>
                  <a:schemeClr val="dk1"/>
                </a:solidFill>
                <a:latin typeface="Garamond"/>
                <a:ea typeface="Garamond"/>
                <a:cs typeface="Garamond"/>
                <a:sym typeface="Garamond"/>
              </a:rPr>
              <a:t>Non nell’ideale da rivedere</a:t>
            </a:r>
            <a:endParaRPr/>
          </a:p>
        </p:txBody>
      </p:sp>
    </p:spTree>
  </p:cSld>
  <p:clrMapOvr>
    <a:masterClrMapping/>
  </p:clrMapOvr>
</p:sld>
</file>

<file path=ppt/slides/slide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4" name="Shape 884"/>
        <p:cNvGrpSpPr/>
        <p:nvPr/>
      </p:nvGrpSpPr>
      <p:grpSpPr>
        <a:xfrm>
          <a:off x="0" y="0"/>
          <a:ext cx="0" cy="0"/>
          <a:chOff x="0" y="0"/>
          <a:chExt cx="0" cy="0"/>
        </a:xfrm>
      </p:grpSpPr>
      <p:sp>
        <p:nvSpPr>
          <p:cNvPr id="885" name="Google Shape;885;p89"/>
          <p:cNvSpPr txBox="1"/>
          <p:nvPr/>
        </p:nvSpPr>
        <p:spPr>
          <a:xfrm>
            <a:off x="1622090" y="905203"/>
            <a:ext cx="5849400" cy="3693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it-IT" sz="1800">
                <a:solidFill>
                  <a:schemeClr val="dk1"/>
                </a:solidFill>
                <a:latin typeface="Garamond"/>
                <a:ea typeface="Garamond"/>
                <a:cs typeface="Garamond"/>
                <a:sym typeface="Garamond"/>
              </a:rPr>
              <a:t>Cambia fc</a:t>
            </a:r>
            <a:endParaRPr sz="1800">
              <a:solidFill>
                <a:schemeClr val="dk1"/>
              </a:solidFill>
              <a:latin typeface="Garamond"/>
              <a:ea typeface="Garamond"/>
              <a:cs typeface="Garamond"/>
              <a:sym typeface="Garamond"/>
            </a:endParaRPr>
          </a:p>
        </p:txBody>
      </p:sp>
      <p:pic>
        <p:nvPicPr>
          <p:cNvPr id="886" name="Google Shape;886;p89"/>
          <p:cNvPicPr preferRelativeResize="0"/>
          <p:nvPr/>
        </p:nvPicPr>
        <p:blipFill rotWithShape="1">
          <a:blip r:embed="rId3">
            <a:alphaModFix/>
          </a:blip>
          <a:srcRect b="0" l="0" r="0" t="0"/>
          <a:stretch/>
        </p:blipFill>
        <p:spPr>
          <a:xfrm>
            <a:off x="1863436" y="1652853"/>
            <a:ext cx="8934909" cy="3816546"/>
          </a:xfrm>
          <a:prstGeom prst="rect">
            <a:avLst/>
          </a:prstGeom>
          <a:noFill/>
          <a:ln>
            <a:noFill/>
          </a:ln>
        </p:spPr>
      </p:pic>
    </p:spTree>
  </p:cSld>
  <p:clrMapOvr>
    <a:masterClrMapping/>
  </p:clrMapOvr>
</p:sld>
</file>

<file path=ppt/slides/slide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90" name="Shape 890"/>
        <p:cNvGrpSpPr/>
        <p:nvPr/>
      </p:nvGrpSpPr>
      <p:grpSpPr>
        <a:xfrm>
          <a:off x="0" y="0"/>
          <a:ext cx="0" cy="0"/>
          <a:chOff x="0" y="0"/>
          <a:chExt cx="0" cy="0"/>
        </a:xfrm>
      </p:grpSpPr>
      <p:pic>
        <p:nvPicPr>
          <p:cNvPr id="891" name="Google Shape;891;p90"/>
          <p:cNvPicPr preferRelativeResize="0"/>
          <p:nvPr/>
        </p:nvPicPr>
        <p:blipFill rotWithShape="1">
          <a:blip r:embed="rId3">
            <a:alphaModFix/>
          </a:blip>
          <a:srcRect b="0" l="0" r="0" t="0"/>
          <a:stretch/>
        </p:blipFill>
        <p:spPr>
          <a:xfrm>
            <a:off x="1400622" y="4267802"/>
            <a:ext cx="10349477" cy="2390425"/>
          </a:xfrm>
          <a:prstGeom prst="rect">
            <a:avLst/>
          </a:prstGeom>
          <a:noFill/>
          <a:ln>
            <a:noFill/>
          </a:ln>
        </p:spPr>
      </p:pic>
      <p:pic>
        <p:nvPicPr>
          <p:cNvPr id="892" name="Google Shape;892;p90"/>
          <p:cNvPicPr preferRelativeResize="0"/>
          <p:nvPr/>
        </p:nvPicPr>
        <p:blipFill rotWithShape="1">
          <a:blip r:embed="rId4">
            <a:alphaModFix/>
          </a:blip>
          <a:srcRect b="0" l="0" r="0" t="0"/>
          <a:stretch/>
        </p:blipFill>
        <p:spPr>
          <a:xfrm>
            <a:off x="680951" y="1074788"/>
            <a:ext cx="5960663" cy="2390424"/>
          </a:xfrm>
          <a:prstGeom prst="rect">
            <a:avLst/>
          </a:prstGeom>
          <a:noFill/>
          <a:ln>
            <a:noFill/>
          </a:ln>
        </p:spPr>
      </p:pic>
      <p:pic>
        <p:nvPicPr>
          <p:cNvPr id="893" name="Google Shape;893;p90"/>
          <p:cNvPicPr preferRelativeResize="0"/>
          <p:nvPr/>
        </p:nvPicPr>
        <p:blipFill rotWithShape="1">
          <a:blip r:embed="rId5">
            <a:alphaModFix/>
          </a:blip>
          <a:srcRect b="0" l="0" r="0" t="0"/>
          <a:stretch/>
        </p:blipFill>
        <p:spPr>
          <a:xfrm>
            <a:off x="6809451" y="1180499"/>
            <a:ext cx="5024225" cy="2284700"/>
          </a:xfrm>
          <a:prstGeom prst="rect">
            <a:avLst/>
          </a:prstGeom>
          <a:noFill/>
          <a:ln>
            <a:noFill/>
          </a:ln>
        </p:spPr>
      </p:pic>
    </p:spTree>
  </p:cSld>
  <p:clrMapOvr>
    <a:masterClrMapping/>
  </p:clrMapOvr>
</p:sld>
</file>

<file path=ppt/slides/slide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98" name="Shape 898"/>
        <p:cNvGrpSpPr/>
        <p:nvPr/>
      </p:nvGrpSpPr>
      <p:grpSpPr>
        <a:xfrm>
          <a:off x="0" y="0"/>
          <a:ext cx="0" cy="0"/>
          <a:chOff x="0" y="0"/>
          <a:chExt cx="0" cy="0"/>
        </a:xfrm>
      </p:grpSpPr>
      <p:pic>
        <p:nvPicPr>
          <p:cNvPr id="899" name="Google Shape;899;p91"/>
          <p:cNvPicPr preferRelativeResize="0"/>
          <p:nvPr/>
        </p:nvPicPr>
        <p:blipFill rotWithShape="1">
          <a:blip r:embed="rId3">
            <a:alphaModFix/>
          </a:blip>
          <a:srcRect b="0" l="0" r="0" t="0"/>
          <a:stretch/>
        </p:blipFill>
        <p:spPr>
          <a:xfrm>
            <a:off x="859449" y="1555225"/>
            <a:ext cx="5039726" cy="2291750"/>
          </a:xfrm>
          <a:prstGeom prst="rect">
            <a:avLst/>
          </a:prstGeom>
          <a:noFill/>
          <a:ln>
            <a:noFill/>
          </a:ln>
        </p:spPr>
      </p:pic>
      <p:pic>
        <p:nvPicPr>
          <p:cNvPr id="900" name="Google Shape;900;p91"/>
          <p:cNvPicPr preferRelativeResize="0"/>
          <p:nvPr/>
        </p:nvPicPr>
        <p:blipFill rotWithShape="1">
          <a:blip r:embed="rId4">
            <a:alphaModFix/>
          </a:blip>
          <a:srcRect b="0" l="0" r="0" t="0"/>
          <a:stretch/>
        </p:blipFill>
        <p:spPr>
          <a:xfrm>
            <a:off x="1540575" y="4133646"/>
            <a:ext cx="10442275" cy="2411850"/>
          </a:xfrm>
          <a:prstGeom prst="rect">
            <a:avLst/>
          </a:prstGeom>
          <a:noFill/>
          <a:ln>
            <a:noFill/>
          </a:ln>
        </p:spPr>
      </p:pic>
      <p:pic>
        <p:nvPicPr>
          <p:cNvPr id="901" name="Google Shape;901;p91"/>
          <p:cNvPicPr preferRelativeResize="0"/>
          <p:nvPr/>
        </p:nvPicPr>
        <p:blipFill rotWithShape="1">
          <a:blip r:embed="rId5">
            <a:alphaModFix/>
          </a:blip>
          <a:srcRect b="0" l="0" r="0" t="0"/>
          <a:stretch/>
        </p:blipFill>
        <p:spPr>
          <a:xfrm>
            <a:off x="6711083" y="1864057"/>
            <a:ext cx="5100676" cy="1982925"/>
          </a:xfrm>
          <a:prstGeom prst="rect">
            <a:avLst/>
          </a:prstGeom>
          <a:noFill/>
          <a:ln>
            <a:noFill/>
          </a:ln>
        </p:spPr>
      </p:pic>
    </p:spTree>
  </p:cSld>
  <p:clrMapOvr>
    <a:masterClrMapping/>
  </p:clrMapOvr>
</p:sld>
</file>

<file path=ppt/slides/slide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6" name="Shape 906"/>
        <p:cNvGrpSpPr/>
        <p:nvPr/>
      </p:nvGrpSpPr>
      <p:grpSpPr>
        <a:xfrm>
          <a:off x="0" y="0"/>
          <a:ext cx="0" cy="0"/>
          <a:chOff x="0" y="0"/>
          <a:chExt cx="0" cy="0"/>
        </a:xfrm>
      </p:grpSpPr>
      <p:sp>
        <p:nvSpPr>
          <p:cNvPr id="907" name="Google Shape;907;p92"/>
          <p:cNvSpPr txBox="1"/>
          <p:nvPr/>
        </p:nvSpPr>
        <p:spPr>
          <a:xfrm>
            <a:off x="832550" y="610925"/>
            <a:ext cx="10545600" cy="55149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400"/>
              </a:spcBef>
              <a:spcAft>
                <a:spcPts val="0"/>
              </a:spcAft>
              <a:buNone/>
            </a:pPr>
            <a:r>
              <a:rPr b="1" lang="it-IT" sz="1300">
                <a:solidFill>
                  <a:schemeClr val="dk1"/>
                </a:solidFill>
              </a:rPr>
              <a:t>Risposta al gradino con parassiti — filtro HP attivo ideale</a:t>
            </a:r>
            <a:endParaRPr b="1" sz="1300">
              <a:solidFill>
                <a:schemeClr val="dk1"/>
              </a:solidFill>
            </a:endParaRPr>
          </a:p>
          <a:p>
            <a:pPr indent="0" lvl="0" marL="0" rtl="0" algn="l">
              <a:lnSpc>
                <a:spcPct val="115000"/>
              </a:lnSpc>
              <a:spcBef>
                <a:spcPts val="1200"/>
              </a:spcBef>
              <a:spcAft>
                <a:spcPts val="0"/>
              </a:spcAft>
              <a:buNone/>
            </a:pPr>
            <a:r>
              <a:rPr lang="it-IT" sz="1100">
                <a:solidFill>
                  <a:schemeClr val="dk1"/>
                </a:solidFill>
              </a:rPr>
              <a:t>In questa slide analizziamo lo stesso studio fatto sul filtro HP passivo, ma applicato al </a:t>
            </a:r>
            <a:r>
              <a:rPr b="1" lang="it-IT" sz="1100">
                <a:solidFill>
                  <a:schemeClr val="dk1"/>
                </a:solidFill>
              </a:rPr>
              <a:t>filtro passa-alto attivo con operazionale ideale</a:t>
            </a:r>
            <a:r>
              <a:rPr lang="it-IT" sz="1100">
                <a:solidFill>
                  <a:schemeClr val="dk1"/>
                </a:solidFill>
              </a:rPr>
              <a:t>. Anche qui viene confrontato il comportamento del condensatore senza parassiti e con parassiti interni.</a:t>
            </a:r>
            <a:endParaRPr sz="1100">
              <a:solidFill>
                <a:schemeClr val="dk1"/>
              </a:solidFill>
            </a:endParaRPr>
          </a:p>
          <a:p>
            <a:pPr indent="0" lvl="0" marL="0" rtl="0" algn="l">
              <a:lnSpc>
                <a:spcPct val="115000"/>
              </a:lnSpc>
              <a:spcBef>
                <a:spcPts val="1200"/>
              </a:spcBef>
              <a:spcAft>
                <a:spcPts val="0"/>
              </a:spcAft>
              <a:buNone/>
            </a:pPr>
            <a:r>
              <a:rPr lang="it-IT" sz="1100">
                <a:solidFill>
                  <a:schemeClr val="dk1"/>
                </a:solidFill>
              </a:rPr>
              <a:t>A basse frequenze, cioè nelle condizioni standard di carica e scarica, i parassiti risultano trascurabili: la risposta resta praticamente uguale a quella già vista nel caso ideale, perché siamo lontani dalla zona in cui </a:t>
            </a:r>
            <a:r>
              <a:rPr b="1" lang="it-IT" sz="1100">
                <a:solidFill>
                  <a:schemeClr val="dk1"/>
                </a:solidFill>
              </a:rPr>
              <a:t>ESR</a:t>
            </a:r>
            <a:r>
              <a:rPr lang="it-IT" sz="1100">
                <a:solidFill>
                  <a:schemeClr val="dk1"/>
                </a:solidFill>
              </a:rPr>
              <a:t> ed </a:t>
            </a:r>
            <a:r>
              <a:rPr b="1" lang="it-IT" sz="1100">
                <a:solidFill>
                  <a:schemeClr val="dk1"/>
                </a:solidFill>
              </a:rPr>
              <a:t>ESL</a:t>
            </a:r>
            <a:r>
              <a:rPr lang="it-IT" sz="1100">
                <a:solidFill>
                  <a:schemeClr val="dk1"/>
                </a:solidFill>
              </a:rPr>
              <a:t> diventano significativi.</a:t>
            </a:r>
            <a:endParaRPr sz="1100">
              <a:solidFill>
                <a:schemeClr val="dk1"/>
              </a:solidFill>
            </a:endParaRPr>
          </a:p>
          <a:p>
            <a:pPr indent="0" lvl="0" marL="0" rtl="0" algn="l">
              <a:lnSpc>
                <a:spcPct val="115000"/>
              </a:lnSpc>
              <a:spcBef>
                <a:spcPts val="1200"/>
              </a:spcBef>
              <a:spcAft>
                <a:spcPts val="0"/>
              </a:spcAft>
              <a:buNone/>
            </a:pPr>
            <a:r>
              <a:t/>
            </a:r>
            <a:endParaRPr sz="1100">
              <a:solidFill>
                <a:schemeClr val="dk1"/>
              </a:solidFill>
            </a:endParaRPr>
          </a:p>
          <a:p>
            <a:pPr indent="0" lvl="0" marL="0" rtl="0" algn="l">
              <a:lnSpc>
                <a:spcPct val="115000"/>
              </a:lnSpc>
              <a:spcBef>
                <a:spcPts val="1400"/>
              </a:spcBef>
              <a:spcAft>
                <a:spcPts val="0"/>
              </a:spcAft>
              <a:buNone/>
            </a:pPr>
            <a:r>
              <a:rPr b="1" lang="it-IT" sz="1300">
                <a:solidFill>
                  <a:schemeClr val="dk1"/>
                </a:solidFill>
              </a:rPr>
              <a:t>Aumento della frequenza</a:t>
            </a:r>
            <a:endParaRPr b="1" sz="1300">
              <a:solidFill>
                <a:schemeClr val="dk1"/>
              </a:solidFill>
            </a:endParaRPr>
          </a:p>
          <a:p>
            <a:pPr indent="0" lvl="0" marL="0" rtl="0" algn="l">
              <a:lnSpc>
                <a:spcPct val="115000"/>
              </a:lnSpc>
              <a:spcBef>
                <a:spcPts val="1200"/>
              </a:spcBef>
              <a:spcAft>
                <a:spcPts val="0"/>
              </a:spcAft>
              <a:buNone/>
            </a:pPr>
            <a:r>
              <a:rPr lang="it-IT" sz="1100">
                <a:solidFill>
                  <a:schemeClr val="dk1"/>
                </a:solidFill>
              </a:rPr>
              <a:t>Quando aumentiamo molto la frequenza del gradino, il comportamento cambia. Come nel filtro passivo, il condensatore non ha abbastanza tempo per caricarsi e scaricarsi completamente, quindi la risposta risulta molto compressa e non segue più il transitorio classico osservato a frequenze più basse.</a:t>
            </a:r>
            <a:endParaRPr sz="1100">
              <a:solidFill>
                <a:schemeClr val="dk1"/>
              </a:solidFill>
            </a:endParaRPr>
          </a:p>
          <a:p>
            <a:pPr indent="0" lvl="0" marL="0" rtl="0" algn="l">
              <a:lnSpc>
                <a:spcPct val="115000"/>
              </a:lnSpc>
              <a:spcBef>
                <a:spcPts val="1200"/>
              </a:spcBef>
              <a:spcAft>
                <a:spcPts val="0"/>
              </a:spcAft>
              <a:buNone/>
            </a:pPr>
            <a:r>
              <a:rPr lang="it-IT" sz="1100">
                <a:solidFill>
                  <a:schemeClr val="dk1"/>
                </a:solidFill>
              </a:rPr>
              <a:t>In questa condizione il filtro sta lavorando in una zona molto rapida, in cui ogni fronte del segnale sollecita fortemente il condensatore.</a:t>
            </a:r>
            <a:endParaRPr sz="1100">
              <a:solidFill>
                <a:schemeClr val="dk1"/>
              </a:solidFill>
            </a:endParaRPr>
          </a:p>
          <a:p>
            <a:pPr indent="0" lvl="0" marL="0" rtl="0" algn="l">
              <a:lnSpc>
                <a:spcPct val="115000"/>
              </a:lnSpc>
              <a:spcBef>
                <a:spcPts val="1200"/>
              </a:spcBef>
              <a:spcAft>
                <a:spcPts val="0"/>
              </a:spcAft>
              <a:buNone/>
            </a:pPr>
            <a:r>
              <a:t/>
            </a:r>
            <a:endParaRPr sz="1100">
              <a:solidFill>
                <a:schemeClr val="dk1"/>
              </a:solidFill>
            </a:endParaRPr>
          </a:p>
          <a:p>
            <a:pPr indent="0" lvl="0" marL="0" rtl="0" algn="l">
              <a:lnSpc>
                <a:spcPct val="115000"/>
              </a:lnSpc>
              <a:spcBef>
                <a:spcPts val="1400"/>
              </a:spcBef>
              <a:spcAft>
                <a:spcPts val="0"/>
              </a:spcAft>
              <a:buNone/>
            </a:pPr>
            <a:r>
              <a:rPr b="1" lang="it-IT" sz="1300">
                <a:solidFill>
                  <a:schemeClr val="dk1"/>
                </a:solidFill>
              </a:rPr>
              <a:t>Effetto dei parassiti</a:t>
            </a:r>
            <a:endParaRPr b="1" sz="1300">
              <a:solidFill>
                <a:schemeClr val="dk1"/>
              </a:solidFill>
            </a:endParaRPr>
          </a:p>
          <a:p>
            <a:pPr indent="0" lvl="0" marL="0" rtl="0" algn="l">
              <a:lnSpc>
                <a:spcPct val="115000"/>
              </a:lnSpc>
              <a:spcBef>
                <a:spcPts val="1200"/>
              </a:spcBef>
              <a:spcAft>
                <a:spcPts val="0"/>
              </a:spcAft>
              <a:buNone/>
            </a:pPr>
            <a:r>
              <a:rPr lang="it-IT" sz="1100">
                <a:solidFill>
                  <a:schemeClr val="dk1"/>
                </a:solidFill>
              </a:rPr>
              <a:t>Nel grafico si osserva che il comportamento generale rimane simile a quello del filtro passivo: il condensatore continua a mostrare una risposta impulsiva in corrispondenza dei fronti del gradino.</a:t>
            </a:r>
            <a:endParaRPr sz="1100">
              <a:solidFill>
                <a:schemeClr val="dk1"/>
              </a:solidFill>
            </a:endParaRPr>
          </a:p>
          <a:p>
            <a:pPr indent="0" lvl="0" marL="0" rtl="0" algn="l">
              <a:lnSpc>
                <a:spcPct val="115000"/>
              </a:lnSpc>
              <a:spcBef>
                <a:spcPts val="1200"/>
              </a:spcBef>
              <a:spcAft>
                <a:spcPts val="0"/>
              </a:spcAft>
              <a:buNone/>
            </a:pPr>
            <a:r>
              <a:rPr lang="it-IT" sz="1100">
                <a:solidFill>
                  <a:schemeClr val="dk1"/>
                </a:solidFill>
              </a:rPr>
              <a:t>La differenza principale è che, nel caso attivo ideale, i parassiti rendono più evidenti delle </a:t>
            </a:r>
            <a:r>
              <a:rPr b="1" lang="it-IT" sz="1100">
                <a:solidFill>
                  <a:schemeClr val="dk1"/>
                </a:solidFill>
              </a:rPr>
              <a:t>micro-oscillazioni</a:t>
            </a:r>
            <a:r>
              <a:rPr lang="it-IT" sz="1100">
                <a:solidFill>
                  <a:schemeClr val="dk1"/>
                </a:solidFill>
              </a:rPr>
              <a:t> subito dopo ogni cambio di stato del segnale. Queste oscillazioni compaiono sui bordi del gradino, cioè immediatamente dopo il passaggio da basso ad alto o da alto a basso.</a:t>
            </a:r>
            <a:endParaRPr sz="1100">
              <a:solidFill>
                <a:schemeClr val="dk1"/>
              </a:solidFill>
            </a:endParaRPr>
          </a:p>
          <a:p>
            <a:pPr indent="0" lvl="0" marL="0" rtl="0" algn="l">
              <a:lnSpc>
                <a:spcPct val="115000"/>
              </a:lnSpc>
              <a:spcBef>
                <a:spcPts val="1200"/>
              </a:spcBef>
              <a:spcAft>
                <a:spcPts val="1200"/>
              </a:spcAft>
              <a:buNone/>
            </a:pPr>
            <a:r>
              <a:rPr lang="it-IT" sz="1100">
                <a:solidFill>
                  <a:schemeClr val="dk1"/>
                </a:solidFill>
              </a:rPr>
              <a:t>Questo accade perché l’</a:t>
            </a:r>
            <a:r>
              <a:rPr b="1" lang="it-IT" sz="1100">
                <a:solidFill>
                  <a:schemeClr val="dk1"/>
                </a:solidFill>
              </a:rPr>
              <a:t>ESL</a:t>
            </a:r>
            <a:r>
              <a:rPr lang="it-IT" sz="1100">
                <a:solidFill>
                  <a:schemeClr val="dk1"/>
                </a:solidFill>
              </a:rPr>
              <a:t> del condensatore, insieme alla capacità, può generare una piccola risposta risonante ad alta frequenza. L’operazionale ideale non introduce limiti propri, quindi non smorza o altera il fenomeno come farebbe un opamp reale: lascia vedere in modo più netto il comportamento imposto dai parassiti del componente.</a:t>
            </a:r>
            <a:endParaRPr sz="1100">
              <a:solidFill>
                <a:schemeClr val="dk1"/>
              </a:solidFill>
            </a:endParaRPr>
          </a:p>
        </p:txBody>
      </p:sp>
      <p:sp>
        <p:nvSpPr>
          <p:cNvPr id="908" name="Google Shape;908;p92"/>
          <p:cNvSpPr txBox="1"/>
          <p:nvPr/>
        </p:nvSpPr>
        <p:spPr>
          <a:xfrm>
            <a:off x="4550050" y="1920650"/>
            <a:ext cx="6768300" cy="5871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it-IT" sz="2400">
                <a:solidFill>
                  <a:srgbClr val="262626"/>
                </a:solidFill>
                <a:latin typeface="Garamond"/>
                <a:ea typeface="Garamond"/>
                <a:cs typeface="Garamond"/>
                <a:sym typeface="Garamond"/>
              </a:rPr>
              <a:t>fai vedere grafici slide 72 prima di aumento freq</a:t>
            </a:r>
            <a:endParaRPr sz="2400">
              <a:solidFill>
                <a:srgbClr val="262626"/>
              </a:solidFill>
              <a:latin typeface="Garamond"/>
              <a:ea typeface="Garamond"/>
              <a:cs typeface="Garamond"/>
              <a:sym typeface="Garamond"/>
            </a:endParaRPr>
          </a:p>
        </p:txBody>
      </p:sp>
    </p:spTree>
  </p:cSld>
  <p:clrMapOvr>
    <a:masterClrMapping/>
  </p:clrMapOvr>
</p:sld>
</file>

<file path=ppt/slides/slide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2" name="Shape 912"/>
        <p:cNvGrpSpPr/>
        <p:nvPr/>
      </p:nvGrpSpPr>
      <p:grpSpPr>
        <a:xfrm>
          <a:off x="0" y="0"/>
          <a:ext cx="0" cy="0"/>
          <a:chOff x="0" y="0"/>
          <a:chExt cx="0" cy="0"/>
        </a:xfrm>
      </p:grpSpPr>
      <p:pic>
        <p:nvPicPr>
          <p:cNvPr id="913" name="Google Shape;913;p93"/>
          <p:cNvPicPr preferRelativeResize="0"/>
          <p:nvPr/>
        </p:nvPicPr>
        <p:blipFill rotWithShape="1">
          <a:blip r:embed="rId3">
            <a:alphaModFix/>
          </a:blip>
          <a:srcRect b="0" l="0" r="0" t="0"/>
          <a:stretch/>
        </p:blipFill>
        <p:spPr>
          <a:xfrm>
            <a:off x="854915" y="1315501"/>
            <a:ext cx="4395874" cy="1734646"/>
          </a:xfrm>
          <a:prstGeom prst="rect">
            <a:avLst/>
          </a:prstGeom>
          <a:noFill/>
          <a:ln>
            <a:noFill/>
          </a:ln>
        </p:spPr>
      </p:pic>
      <p:pic>
        <p:nvPicPr>
          <p:cNvPr id="914" name="Google Shape;914;p93"/>
          <p:cNvPicPr preferRelativeResize="0"/>
          <p:nvPr/>
        </p:nvPicPr>
        <p:blipFill rotWithShape="1">
          <a:blip r:embed="rId4">
            <a:alphaModFix/>
          </a:blip>
          <a:srcRect b="0" l="0" r="0" t="0"/>
          <a:stretch/>
        </p:blipFill>
        <p:spPr>
          <a:xfrm>
            <a:off x="850926" y="2701368"/>
            <a:ext cx="4399863" cy="1647008"/>
          </a:xfrm>
          <a:prstGeom prst="rect">
            <a:avLst/>
          </a:prstGeom>
          <a:noFill/>
          <a:ln>
            <a:noFill/>
          </a:ln>
        </p:spPr>
      </p:pic>
      <p:pic>
        <p:nvPicPr>
          <p:cNvPr id="915" name="Google Shape;915;p93"/>
          <p:cNvPicPr preferRelativeResize="0"/>
          <p:nvPr/>
        </p:nvPicPr>
        <p:blipFill rotWithShape="1">
          <a:blip r:embed="rId5">
            <a:alphaModFix/>
          </a:blip>
          <a:srcRect b="0" l="0" r="0" t="0"/>
          <a:stretch/>
        </p:blipFill>
        <p:spPr>
          <a:xfrm>
            <a:off x="4275275" y="4648867"/>
            <a:ext cx="1971202" cy="1227575"/>
          </a:xfrm>
          <a:prstGeom prst="rect">
            <a:avLst/>
          </a:prstGeom>
          <a:noFill/>
          <a:ln>
            <a:noFill/>
          </a:ln>
        </p:spPr>
      </p:pic>
      <p:sp>
        <p:nvSpPr>
          <p:cNvPr id="916" name="Google Shape;916;p93"/>
          <p:cNvSpPr txBox="1"/>
          <p:nvPr/>
        </p:nvSpPr>
        <p:spPr>
          <a:xfrm>
            <a:off x="1245178" y="675239"/>
            <a:ext cx="56499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it-IT" sz="1800">
                <a:solidFill>
                  <a:schemeClr val="dk1"/>
                </a:solidFill>
                <a:latin typeface="Garamond"/>
                <a:ea typeface="Garamond"/>
                <a:cs typeface="Garamond"/>
                <a:sym typeface="Garamond"/>
              </a:rPr>
              <a:t>A basse frequenze con le stesso con cui abbiamo studiato la carica e scarica i parassiti sono superflui</a:t>
            </a:r>
            <a:endParaRPr/>
          </a:p>
        </p:txBody>
      </p:sp>
      <p:sp>
        <p:nvSpPr>
          <p:cNvPr id="917" name="Google Shape;917;p93"/>
          <p:cNvSpPr txBox="1"/>
          <p:nvPr/>
        </p:nvSpPr>
        <p:spPr>
          <a:xfrm>
            <a:off x="1572720" y="4590913"/>
            <a:ext cx="5566200" cy="3693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it-IT" sz="1800">
                <a:solidFill>
                  <a:schemeClr val="dk1"/>
                </a:solidFill>
                <a:latin typeface="Garamond"/>
                <a:ea typeface="Garamond"/>
                <a:cs typeface="Garamond"/>
                <a:sym typeface="Garamond"/>
              </a:rPr>
              <a:t>Aumentiamo la frequenza:</a:t>
            </a:r>
            <a:endParaRPr/>
          </a:p>
        </p:txBody>
      </p:sp>
      <p:pic>
        <p:nvPicPr>
          <p:cNvPr id="918" name="Google Shape;918;p93"/>
          <p:cNvPicPr preferRelativeResize="0"/>
          <p:nvPr/>
        </p:nvPicPr>
        <p:blipFill rotWithShape="1">
          <a:blip r:embed="rId6">
            <a:alphaModFix/>
          </a:blip>
          <a:srcRect b="0" l="0" r="0" t="0"/>
          <a:stretch/>
        </p:blipFill>
        <p:spPr>
          <a:xfrm>
            <a:off x="7071906" y="931602"/>
            <a:ext cx="3325295" cy="1629707"/>
          </a:xfrm>
          <a:prstGeom prst="rect">
            <a:avLst/>
          </a:prstGeom>
          <a:noFill/>
          <a:ln>
            <a:noFill/>
          </a:ln>
        </p:spPr>
      </p:pic>
    </p:spTree>
  </p:cSld>
  <p:clrMapOvr>
    <a:masterClrMapping/>
  </p:clrMapOvr>
</p:sld>
</file>

<file path=ppt/slides/slide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3" name="Shape 923"/>
        <p:cNvGrpSpPr/>
        <p:nvPr/>
      </p:nvGrpSpPr>
      <p:grpSpPr>
        <a:xfrm>
          <a:off x="0" y="0"/>
          <a:ext cx="0" cy="0"/>
          <a:chOff x="0" y="0"/>
          <a:chExt cx="0" cy="0"/>
        </a:xfrm>
      </p:grpSpPr>
      <p:sp>
        <p:nvSpPr>
          <p:cNvPr id="924" name="Google Shape;924;p94"/>
          <p:cNvSpPr txBox="1"/>
          <p:nvPr/>
        </p:nvSpPr>
        <p:spPr>
          <a:xfrm>
            <a:off x="898425" y="934375"/>
            <a:ext cx="10275900" cy="31263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400"/>
              </a:spcBef>
              <a:spcAft>
                <a:spcPts val="0"/>
              </a:spcAft>
              <a:buNone/>
            </a:pPr>
            <a:r>
              <a:rPr b="1" lang="it-IT" sz="1300">
                <a:solidFill>
                  <a:schemeClr val="dk1"/>
                </a:solidFill>
              </a:rPr>
              <a:t>Lettura delle curve</a:t>
            </a:r>
            <a:endParaRPr b="1" sz="1300">
              <a:solidFill>
                <a:schemeClr val="dk1"/>
              </a:solidFill>
            </a:endParaRPr>
          </a:p>
          <a:p>
            <a:pPr indent="0" lvl="0" marL="0" rtl="0" algn="l">
              <a:lnSpc>
                <a:spcPct val="115000"/>
              </a:lnSpc>
              <a:spcBef>
                <a:spcPts val="1200"/>
              </a:spcBef>
              <a:spcAft>
                <a:spcPts val="0"/>
              </a:spcAft>
              <a:buNone/>
            </a:pPr>
            <a:r>
              <a:rPr lang="it-IT" sz="1100">
                <a:solidFill>
                  <a:schemeClr val="dk1"/>
                </a:solidFill>
              </a:rPr>
              <a:t>La curva del caso senza parassiti mostra il comportamento atteso del filtro: il condensatore reagisce ai fronti, ma senza oscillazioni evidenti.</a:t>
            </a:r>
            <a:endParaRPr sz="1100">
              <a:solidFill>
                <a:schemeClr val="dk1"/>
              </a:solidFill>
            </a:endParaRPr>
          </a:p>
          <a:p>
            <a:pPr indent="0" lvl="0" marL="0" rtl="0" algn="l">
              <a:lnSpc>
                <a:spcPct val="115000"/>
              </a:lnSpc>
              <a:spcBef>
                <a:spcPts val="1200"/>
              </a:spcBef>
              <a:spcAft>
                <a:spcPts val="0"/>
              </a:spcAft>
              <a:buNone/>
            </a:pPr>
            <a:r>
              <a:rPr lang="it-IT" sz="1100">
                <a:solidFill>
                  <a:schemeClr val="dk1"/>
                </a:solidFill>
              </a:rPr>
              <a:t>La curva con parassiti, invece, presenta picchi molto stretti e piccole oscillazioni subito dopo i fronti. Questi dettagli non cambiano il comportamento globale del filtro, ma mostrano che alle alte frequenze il condensatore non può più essere considerato perfettamente ideale.</a:t>
            </a:r>
            <a:endParaRPr sz="1100">
              <a:solidFill>
                <a:schemeClr val="dk1"/>
              </a:solidFill>
            </a:endParaRPr>
          </a:p>
          <a:p>
            <a:pPr indent="0" lvl="0" marL="0" rtl="0" algn="l">
              <a:lnSpc>
                <a:spcPct val="115000"/>
              </a:lnSpc>
              <a:spcBef>
                <a:spcPts val="1200"/>
              </a:spcBef>
              <a:spcAft>
                <a:spcPts val="0"/>
              </a:spcAft>
              <a:buNone/>
            </a:pPr>
            <a:r>
              <a:t/>
            </a:r>
            <a:endParaRPr sz="1100">
              <a:solidFill>
                <a:schemeClr val="dk1"/>
              </a:solidFill>
            </a:endParaRPr>
          </a:p>
          <a:p>
            <a:pPr indent="0" lvl="0" marL="0" rtl="0" algn="l">
              <a:lnSpc>
                <a:spcPct val="115000"/>
              </a:lnSpc>
              <a:spcBef>
                <a:spcPts val="1400"/>
              </a:spcBef>
              <a:spcAft>
                <a:spcPts val="0"/>
              </a:spcAft>
              <a:buNone/>
            </a:pPr>
            <a:r>
              <a:rPr b="1" lang="it-IT" sz="1300">
                <a:solidFill>
                  <a:schemeClr val="dk1"/>
                </a:solidFill>
              </a:rPr>
              <a:t>Conclusione</a:t>
            </a:r>
            <a:endParaRPr b="1" sz="1300">
              <a:solidFill>
                <a:schemeClr val="dk1"/>
              </a:solidFill>
            </a:endParaRPr>
          </a:p>
          <a:p>
            <a:pPr indent="0" lvl="0" marL="0" rtl="0" algn="l">
              <a:lnSpc>
                <a:spcPct val="115000"/>
              </a:lnSpc>
              <a:spcBef>
                <a:spcPts val="1200"/>
              </a:spcBef>
              <a:spcAft>
                <a:spcPts val="0"/>
              </a:spcAft>
              <a:buNone/>
            </a:pPr>
            <a:r>
              <a:rPr lang="it-IT" sz="1100">
                <a:solidFill>
                  <a:schemeClr val="dk1"/>
                </a:solidFill>
              </a:rPr>
              <a:t>Il risultato è molto simile a quello osservato nel filtro HP passivo: a basse frequenze i parassiti non influenzano in modo significativo la risposta, mentre ad alte frequenze diventano visibili.</a:t>
            </a:r>
            <a:endParaRPr sz="1100">
              <a:solidFill>
                <a:schemeClr val="dk1"/>
              </a:solidFill>
            </a:endParaRPr>
          </a:p>
          <a:p>
            <a:pPr indent="0" lvl="0" marL="0" rtl="0" algn="l">
              <a:lnSpc>
                <a:spcPct val="115000"/>
              </a:lnSpc>
              <a:spcBef>
                <a:spcPts val="1200"/>
              </a:spcBef>
              <a:spcAft>
                <a:spcPts val="1200"/>
              </a:spcAft>
              <a:buNone/>
            </a:pPr>
            <a:r>
              <a:rPr lang="it-IT" sz="1100">
                <a:solidFill>
                  <a:schemeClr val="dk1"/>
                </a:solidFill>
              </a:rPr>
              <a:t>Nel filtro HP attivo ideale, però, l’effetto si manifesta soprattutto come </a:t>
            </a:r>
            <a:r>
              <a:rPr b="1" lang="it-IT" sz="1100">
                <a:solidFill>
                  <a:schemeClr val="dk1"/>
                </a:solidFill>
              </a:rPr>
              <a:t>micro-oscillazioni sui bordi del segnale</a:t>
            </a:r>
            <a:r>
              <a:rPr lang="it-IT" sz="1100">
                <a:solidFill>
                  <a:schemeClr val="dk1"/>
                </a:solidFill>
              </a:rPr>
              <a:t>, perché l’operazionale ideale non limita la banda e non nasconde il comportamento risonante del condensatore reale.</a:t>
            </a:r>
            <a:endParaRPr sz="1100">
              <a:solidFill>
                <a:schemeClr val="dk1"/>
              </a:solidFill>
            </a:endParaRPr>
          </a:p>
        </p:txBody>
      </p:sp>
    </p:spTree>
  </p:cSld>
  <p:clrMapOvr>
    <a:masterClrMapping/>
  </p:clrMapOvr>
</p:sld>
</file>

<file path=ppt/slides/slide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9" name="Shape 929"/>
        <p:cNvGrpSpPr/>
        <p:nvPr/>
      </p:nvGrpSpPr>
      <p:grpSpPr>
        <a:xfrm>
          <a:off x="0" y="0"/>
          <a:ext cx="0" cy="0"/>
          <a:chOff x="0" y="0"/>
          <a:chExt cx="0" cy="0"/>
        </a:xfrm>
      </p:grpSpPr>
      <p:pic>
        <p:nvPicPr>
          <p:cNvPr id="930" name="Google Shape;930;p95"/>
          <p:cNvPicPr preferRelativeResize="0"/>
          <p:nvPr/>
        </p:nvPicPr>
        <p:blipFill rotWithShape="1">
          <a:blip r:embed="rId3">
            <a:alphaModFix/>
          </a:blip>
          <a:srcRect b="0" l="0" r="0" t="0"/>
          <a:stretch/>
        </p:blipFill>
        <p:spPr>
          <a:xfrm>
            <a:off x="5830502" y="3124526"/>
            <a:ext cx="5960700" cy="2921300"/>
          </a:xfrm>
          <a:prstGeom prst="rect">
            <a:avLst/>
          </a:prstGeom>
          <a:noFill/>
          <a:ln>
            <a:noFill/>
          </a:ln>
        </p:spPr>
      </p:pic>
      <p:pic>
        <p:nvPicPr>
          <p:cNvPr id="931" name="Google Shape;931;p95"/>
          <p:cNvPicPr preferRelativeResize="0"/>
          <p:nvPr/>
        </p:nvPicPr>
        <p:blipFill rotWithShape="1">
          <a:blip r:embed="rId4">
            <a:alphaModFix/>
          </a:blip>
          <a:srcRect b="0" l="0" r="0" t="0"/>
          <a:stretch/>
        </p:blipFill>
        <p:spPr>
          <a:xfrm>
            <a:off x="730142" y="745781"/>
            <a:ext cx="5167396" cy="2532510"/>
          </a:xfrm>
          <a:prstGeom prst="rect">
            <a:avLst/>
          </a:prstGeom>
          <a:noFill/>
          <a:ln>
            <a:noFill/>
          </a:ln>
        </p:spPr>
      </p:pic>
      <p:sp>
        <p:nvSpPr>
          <p:cNvPr id="932" name="Google Shape;932;p95"/>
          <p:cNvSpPr txBox="1"/>
          <p:nvPr/>
        </p:nvSpPr>
        <p:spPr>
          <a:xfrm>
            <a:off x="1639125" y="3394050"/>
            <a:ext cx="2892900" cy="5451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it-IT" sz="2400">
                <a:solidFill>
                  <a:srgbClr val="262626"/>
                </a:solidFill>
                <a:latin typeface="Garamond"/>
                <a:ea typeface="Garamond"/>
                <a:cs typeface="Garamond"/>
                <a:sym typeface="Garamond"/>
              </a:rPr>
              <a:t>Grafico 1</a:t>
            </a:r>
            <a:endParaRPr sz="2400">
              <a:solidFill>
                <a:srgbClr val="262626"/>
              </a:solidFill>
              <a:latin typeface="Garamond"/>
              <a:ea typeface="Garamond"/>
              <a:cs typeface="Garamond"/>
              <a:sym typeface="Garamond"/>
            </a:endParaRPr>
          </a:p>
        </p:txBody>
      </p:sp>
      <p:sp>
        <p:nvSpPr>
          <p:cNvPr id="933" name="Google Shape;933;p95"/>
          <p:cNvSpPr txBox="1"/>
          <p:nvPr/>
        </p:nvSpPr>
        <p:spPr>
          <a:xfrm>
            <a:off x="7601350" y="2288650"/>
            <a:ext cx="2892900" cy="5451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it-IT" sz="2400">
                <a:solidFill>
                  <a:srgbClr val="262626"/>
                </a:solidFill>
                <a:latin typeface="Garamond"/>
                <a:ea typeface="Garamond"/>
                <a:cs typeface="Garamond"/>
                <a:sym typeface="Garamond"/>
              </a:rPr>
              <a:t>Zoom </a:t>
            </a:r>
            <a:r>
              <a:rPr lang="it-IT" sz="2400">
                <a:solidFill>
                  <a:srgbClr val="262626"/>
                </a:solidFill>
                <a:latin typeface="Garamond"/>
                <a:ea typeface="Garamond"/>
                <a:cs typeface="Garamond"/>
                <a:sym typeface="Garamond"/>
              </a:rPr>
              <a:t>Grafico 1</a:t>
            </a:r>
            <a:endParaRPr sz="2400">
              <a:solidFill>
                <a:srgbClr val="262626"/>
              </a:solidFill>
              <a:latin typeface="Garamond"/>
              <a:ea typeface="Garamond"/>
              <a:cs typeface="Garamond"/>
              <a:sym typeface="Garamond"/>
            </a:endParaRPr>
          </a:p>
        </p:txBody>
      </p:sp>
      <p:sp>
        <p:nvSpPr>
          <p:cNvPr id="934" name="Google Shape;934;p95"/>
          <p:cNvSpPr txBox="1"/>
          <p:nvPr/>
        </p:nvSpPr>
        <p:spPr>
          <a:xfrm>
            <a:off x="923887" y="4372155"/>
            <a:ext cx="46392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it-IT" sz="1800">
                <a:solidFill>
                  <a:schemeClr val="dk1"/>
                </a:solidFill>
                <a:latin typeface="Garamond"/>
                <a:ea typeface="Garamond"/>
                <a:cs typeface="Garamond"/>
                <a:sym typeface="Garamond"/>
              </a:rPr>
              <a:t>Si osserva come col passivo ma comportamento in frequenza oscillatoria</a:t>
            </a:r>
            <a:endParaRPr/>
          </a:p>
        </p:txBody>
      </p:sp>
    </p:spTree>
  </p:cSld>
  <p:clrMapOvr>
    <a:masterClrMapping/>
  </p:clrMapOvr>
</p:sld>
</file>

<file path=ppt/slides/slide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9" name="Shape 939"/>
        <p:cNvGrpSpPr/>
        <p:nvPr/>
      </p:nvGrpSpPr>
      <p:grpSpPr>
        <a:xfrm>
          <a:off x="0" y="0"/>
          <a:ext cx="0" cy="0"/>
          <a:chOff x="0" y="0"/>
          <a:chExt cx="0" cy="0"/>
        </a:xfrm>
      </p:grpSpPr>
      <p:sp>
        <p:nvSpPr>
          <p:cNvPr id="940" name="Google Shape;940;p96"/>
          <p:cNvSpPr txBox="1"/>
          <p:nvPr/>
        </p:nvSpPr>
        <p:spPr>
          <a:xfrm>
            <a:off x="1378800" y="650275"/>
            <a:ext cx="9549600" cy="569400"/>
          </a:xfrm>
          <a:prstGeom prst="rect">
            <a:avLst/>
          </a:prstGeom>
          <a:noFill/>
          <a:ln>
            <a:noFill/>
          </a:ln>
        </p:spPr>
        <p:txBody>
          <a:bodyPr anchorCtr="0" anchor="t" bIns="91425" lIns="91425" spcFirstLastPara="1" rIns="91425" wrap="square" tIns="91425">
            <a:spAutoFit/>
          </a:bodyPr>
          <a:lstStyle/>
          <a:p>
            <a:pPr indent="0" lvl="0" marL="0" marR="0" rtl="0" algn="l">
              <a:spcBef>
                <a:spcPts val="0"/>
              </a:spcBef>
              <a:spcAft>
                <a:spcPts val="0"/>
              </a:spcAft>
              <a:buClr>
                <a:srgbClr val="073763"/>
              </a:buClr>
              <a:buSzPts val="2500"/>
              <a:buFont typeface="Libre Franklin SemiBold"/>
              <a:buNone/>
            </a:pPr>
            <a:r>
              <a:rPr lang="it-IT" sz="2500">
                <a:solidFill>
                  <a:srgbClr val="073763"/>
                </a:solidFill>
                <a:latin typeface="Libre Franklin SemiBold"/>
                <a:ea typeface="Libre Franklin SemiBold"/>
                <a:cs typeface="Libre Franklin SemiBold"/>
                <a:sym typeface="Libre Franklin SemiBold"/>
              </a:rPr>
              <a:t>Filtro attivo con condensatore reale e parassiti</a:t>
            </a:r>
            <a:endParaRPr sz="2500">
              <a:solidFill>
                <a:srgbClr val="073763"/>
              </a:solidFill>
              <a:latin typeface="Libre Franklin SemiBold"/>
              <a:ea typeface="Libre Franklin SemiBold"/>
              <a:cs typeface="Libre Franklin SemiBold"/>
              <a:sym typeface="Libre Franklin SemiBold"/>
            </a:endParaRPr>
          </a:p>
        </p:txBody>
      </p:sp>
      <p:sp>
        <p:nvSpPr>
          <p:cNvPr id="941" name="Google Shape;941;p96"/>
          <p:cNvSpPr txBox="1"/>
          <p:nvPr/>
        </p:nvSpPr>
        <p:spPr>
          <a:xfrm>
            <a:off x="1378800" y="1407425"/>
            <a:ext cx="8110800" cy="16854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1200"/>
              </a:spcBef>
              <a:spcAft>
                <a:spcPts val="0"/>
              </a:spcAft>
              <a:buClr>
                <a:schemeClr val="dk1"/>
              </a:buClr>
              <a:buSzPts val="1000"/>
              <a:buFont typeface="Libre Franklin"/>
              <a:buNone/>
            </a:pPr>
            <a:r>
              <a:rPr lang="it-IT" sz="1000">
                <a:solidFill>
                  <a:schemeClr val="dk1"/>
                </a:solidFill>
                <a:latin typeface="Libre Franklin"/>
                <a:ea typeface="Libre Franklin"/>
                <a:cs typeface="Libre Franklin"/>
                <a:sym typeface="Libre Franklin"/>
              </a:rPr>
              <a:t>In questa simulazione viene confrontato il filtro passa-alto attivo ideale con una versione in cui il condensatore non è più considerato perfetto. Nel circuito inferiore, infatti, il condensatore è modellato con i suoi parassiti principali: una ESR in serie e una ESL in serie.</a:t>
            </a:r>
            <a:endParaRPr sz="1000">
              <a:solidFill>
                <a:schemeClr val="dk1"/>
              </a:solidFill>
              <a:latin typeface="Libre Franklin"/>
              <a:ea typeface="Libre Franklin"/>
              <a:cs typeface="Libre Franklin"/>
              <a:sym typeface="Libre Franklin"/>
            </a:endParaRPr>
          </a:p>
          <a:p>
            <a:pPr indent="0" lvl="0" marL="0" marR="0" rtl="0" algn="l">
              <a:lnSpc>
                <a:spcPct val="115000"/>
              </a:lnSpc>
              <a:spcBef>
                <a:spcPts val="1200"/>
              </a:spcBef>
              <a:spcAft>
                <a:spcPts val="0"/>
              </a:spcAft>
              <a:buClr>
                <a:schemeClr val="dk1"/>
              </a:buClr>
              <a:buSzPts val="1000"/>
              <a:buFont typeface="Libre Franklin"/>
              <a:buNone/>
            </a:pPr>
            <a:r>
              <a:rPr lang="it-IT" sz="1000">
                <a:solidFill>
                  <a:schemeClr val="dk1"/>
                </a:solidFill>
                <a:latin typeface="Libre Franklin"/>
                <a:ea typeface="Libre Franklin"/>
                <a:cs typeface="Libre Franklin"/>
                <a:sym typeface="Libre Franklin"/>
              </a:rPr>
              <a:t>Il modello reale diventa quindi:</a:t>
            </a:r>
            <a:endParaRPr sz="1000">
              <a:solidFill>
                <a:schemeClr val="dk1"/>
              </a:solidFill>
              <a:latin typeface="Libre Franklin"/>
              <a:ea typeface="Libre Franklin"/>
              <a:cs typeface="Libre Franklin"/>
              <a:sym typeface="Libre Franklin"/>
            </a:endParaRPr>
          </a:p>
          <a:p>
            <a:pPr indent="0" lvl="0" marL="0" marR="0" rtl="0" algn="l">
              <a:lnSpc>
                <a:spcPct val="115000"/>
              </a:lnSpc>
              <a:spcBef>
                <a:spcPts val="1200"/>
              </a:spcBef>
              <a:spcAft>
                <a:spcPts val="0"/>
              </a:spcAft>
              <a:buClr>
                <a:schemeClr val="dk1"/>
              </a:buClr>
              <a:buSzPts val="1000"/>
              <a:buFont typeface="Libre Franklin"/>
              <a:buNone/>
            </a:pPr>
            <a:r>
              <a:rPr lang="it-IT" sz="1000">
                <a:solidFill>
                  <a:schemeClr val="dk1"/>
                </a:solidFill>
                <a:latin typeface="Libre Franklin"/>
                <a:ea typeface="Libre Franklin"/>
                <a:cs typeface="Libre Franklin"/>
                <a:sym typeface="Libre Franklin"/>
              </a:rPr>
              <a:t>C+ESR+ESLC + ESR + ESLC+ESR+ESL</a:t>
            </a:r>
            <a:endParaRPr sz="1000">
              <a:solidFill>
                <a:schemeClr val="dk1"/>
              </a:solidFill>
              <a:latin typeface="Libre Franklin"/>
              <a:ea typeface="Libre Franklin"/>
              <a:cs typeface="Libre Franklin"/>
              <a:sym typeface="Libre Franklin"/>
            </a:endParaRPr>
          </a:p>
          <a:p>
            <a:pPr indent="0" lvl="0" marL="0" marR="0" rtl="0" algn="l">
              <a:lnSpc>
                <a:spcPct val="115000"/>
              </a:lnSpc>
              <a:spcBef>
                <a:spcPts val="1200"/>
              </a:spcBef>
              <a:spcAft>
                <a:spcPts val="1200"/>
              </a:spcAft>
              <a:buClr>
                <a:schemeClr val="dk1"/>
              </a:buClr>
              <a:buSzPts val="1000"/>
              <a:buFont typeface="Libre Franklin"/>
              <a:buNone/>
            </a:pPr>
            <a:r>
              <a:rPr lang="it-IT" sz="1000">
                <a:solidFill>
                  <a:schemeClr val="dk1"/>
                </a:solidFill>
                <a:latin typeface="Libre Franklin"/>
                <a:ea typeface="Libre Franklin"/>
                <a:cs typeface="Libre Franklin"/>
                <a:sym typeface="Libre Franklin"/>
              </a:rPr>
              <a:t>dove la ESR rappresenta le perdite resistive del condensatore, mentre la ESL rappresenta la piccola induttanza parassita dovuta alla struttura fisica del componente.</a:t>
            </a:r>
            <a:endParaRPr sz="1000">
              <a:solidFill>
                <a:schemeClr val="dk1"/>
              </a:solidFill>
              <a:latin typeface="Libre Franklin"/>
              <a:ea typeface="Libre Franklin"/>
              <a:cs typeface="Libre Franklin"/>
              <a:sym typeface="Libre Franklin"/>
            </a:endParaRPr>
          </a:p>
        </p:txBody>
      </p:sp>
      <p:pic>
        <p:nvPicPr>
          <p:cNvPr id="942" name="Google Shape;942;p96"/>
          <p:cNvPicPr preferRelativeResize="0"/>
          <p:nvPr/>
        </p:nvPicPr>
        <p:blipFill rotWithShape="1">
          <a:blip r:embed="rId3">
            <a:alphaModFix/>
          </a:blip>
          <a:srcRect b="0" l="0" r="0" t="0"/>
          <a:stretch/>
        </p:blipFill>
        <p:spPr>
          <a:xfrm>
            <a:off x="1378810" y="3727700"/>
            <a:ext cx="6250639" cy="1142024"/>
          </a:xfrm>
          <a:prstGeom prst="rect">
            <a:avLst/>
          </a:prstGeom>
          <a:noFill/>
          <a:ln>
            <a:noFill/>
          </a:ln>
        </p:spPr>
      </p:pic>
      <p:pic>
        <p:nvPicPr>
          <p:cNvPr id="943" name="Google Shape;943;p96"/>
          <p:cNvPicPr preferRelativeResize="0"/>
          <p:nvPr/>
        </p:nvPicPr>
        <p:blipFill rotWithShape="1">
          <a:blip r:embed="rId4">
            <a:alphaModFix/>
          </a:blip>
          <a:srcRect b="0" l="0" r="0" t="0"/>
          <a:stretch/>
        </p:blipFill>
        <p:spPr>
          <a:xfrm>
            <a:off x="8116922" y="2911045"/>
            <a:ext cx="2510018" cy="2887683"/>
          </a:xfrm>
          <a:prstGeom prst="rect">
            <a:avLst/>
          </a:prstGeom>
          <a:noFill/>
          <a:ln>
            <a:noFill/>
          </a:ln>
        </p:spPr>
      </p:pic>
    </p:spTree>
  </p:cSld>
  <p:clrMapOvr>
    <a:masterClrMapping/>
  </p:clrMapOvr>
</p:sld>
</file>

<file path=ppt/slides/slide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8" name="Shape 948"/>
        <p:cNvGrpSpPr/>
        <p:nvPr/>
      </p:nvGrpSpPr>
      <p:grpSpPr>
        <a:xfrm>
          <a:off x="0" y="0"/>
          <a:ext cx="0" cy="0"/>
          <a:chOff x="0" y="0"/>
          <a:chExt cx="0" cy="0"/>
        </a:xfrm>
      </p:grpSpPr>
      <p:sp>
        <p:nvSpPr>
          <p:cNvPr id="949" name="Google Shape;949;p97"/>
          <p:cNvSpPr txBox="1"/>
          <p:nvPr/>
        </p:nvSpPr>
        <p:spPr>
          <a:xfrm>
            <a:off x="1345425" y="1127575"/>
            <a:ext cx="7214700" cy="8820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1400"/>
              </a:spcBef>
              <a:spcAft>
                <a:spcPts val="0"/>
              </a:spcAft>
              <a:buClr>
                <a:schemeClr val="dk1"/>
              </a:buClr>
              <a:buSzPts val="1200"/>
              <a:buFont typeface="Libre Franklin"/>
              <a:buNone/>
            </a:pPr>
            <a:r>
              <a:rPr b="1" lang="it-IT" sz="1200">
                <a:solidFill>
                  <a:schemeClr val="dk1"/>
                </a:solidFill>
                <a:latin typeface="Libre Franklin"/>
                <a:ea typeface="Libre Franklin"/>
                <a:cs typeface="Libre Franklin"/>
                <a:sym typeface="Libre Franklin"/>
              </a:rPr>
              <a:t>Effetto dell’ESL: comparsa del comportamento passa-basso</a:t>
            </a:r>
            <a:endParaRPr b="1" sz="1200">
              <a:solidFill>
                <a:schemeClr val="dk1"/>
              </a:solidFill>
              <a:latin typeface="Libre Franklin"/>
              <a:ea typeface="Libre Franklin"/>
              <a:cs typeface="Libre Franklin"/>
              <a:sym typeface="Libre Franklin"/>
            </a:endParaRPr>
          </a:p>
          <a:p>
            <a:pPr indent="0" lvl="0" marL="0" marR="0" rtl="0" algn="l">
              <a:lnSpc>
                <a:spcPct val="115000"/>
              </a:lnSpc>
              <a:spcBef>
                <a:spcPts val="1200"/>
              </a:spcBef>
              <a:spcAft>
                <a:spcPts val="1200"/>
              </a:spcAft>
              <a:buClr>
                <a:schemeClr val="dk1"/>
              </a:buClr>
              <a:buSzPts val="1000"/>
              <a:buFont typeface="Libre Franklin"/>
              <a:buNone/>
            </a:pPr>
            <a:r>
              <a:rPr lang="it-IT" sz="1000">
                <a:solidFill>
                  <a:schemeClr val="dk1"/>
                </a:solidFill>
                <a:latin typeface="Libre Franklin"/>
                <a:ea typeface="Libre Franklin"/>
                <a:cs typeface="Libre Franklin"/>
                <a:sym typeface="Libre Franklin"/>
              </a:rPr>
              <a:t>Quando si introducono i parassiti del condensatore, alle alte frequenze entra in gioco l’induttanza serie ESL. A basse frequenze domina la capacità, ma ad alte frequenze l’impedenza dell’induttanza cresce:</a:t>
            </a:r>
            <a:endParaRPr sz="1300">
              <a:solidFill>
                <a:schemeClr val="dk1"/>
              </a:solidFill>
              <a:latin typeface="Libre Franklin"/>
              <a:ea typeface="Libre Franklin"/>
              <a:cs typeface="Libre Franklin"/>
              <a:sym typeface="Libre Franklin"/>
            </a:endParaRPr>
          </a:p>
        </p:txBody>
      </p:sp>
      <p:pic>
        <p:nvPicPr>
          <p:cNvPr id="950" name="Google Shape;950;p97"/>
          <p:cNvPicPr preferRelativeResize="0"/>
          <p:nvPr/>
        </p:nvPicPr>
        <p:blipFill rotWithShape="1">
          <a:blip r:embed="rId3">
            <a:alphaModFix/>
          </a:blip>
          <a:srcRect b="0" l="0" r="0" t="0"/>
          <a:stretch/>
        </p:blipFill>
        <p:spPr>
          <a:xfrm>
            <a:off x="1703950" y="2260950"/>
            <a:ext cx="1439850" cy="2988125"/>
          </a:xfrm>
          <a:prstGeom prst="rect">
            <a:avLst/>
          </a:prstGeom>
          <a:noFill/>
          <a:ln>
            <a:noFill/>
          </a:ln>
        </p:spPr>
      </p:pic>
      <p:sp>
        <p:nvSpPr>
          <p:cNvPr id="951" name="Google Shape;951;p97"/>
          <p:cNvSpPr txBox="1"/>
          <p:nvPr/>
        </p:nvSpPr>
        <p:spPr>
          <a:xfrm>
            <a:off x="3577400" y="2229350"/>
            <a:ext cx="7307400" cy="6927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1200"/>
              </a:spcBef>
              <a:spcAft>
                <a:spcPts val="1200"/>
              </a:spcAft>
              <a:buClr>
                <a:schemeClr val="dk1"/>
              </a:buClr>
              <a:buSzPts val="1000"/>
              <a:buFont typeface="Libre Franklin"/>
              <a:buNone/>
            </a:pPr>
            <a:r>
              <a:rPr lang="it-IT" sz="1000">
                <a:solidFill>
                  <a:schemeClr val="dk1"/>
                </a:solidFill>
                <a:latin typeface="Libre Franklin"/>
                <a:ea typeface="Libre Franklin"/>
                <a:cs typeface="Libre Franklin"/>
                <a:sym typeface="Libre Franklin"/>
              </a:rPr>
              <a:t>Dopo questa frequenza, l’ESL domina e il condensatore reale inizia a comportarsi come una piccola induttanza. Per questo motivo la risposta, invece di restare piatta alle alte frequenze, tende a diminuire: compare un effetto simile a un passa-basso.</a:t>
            </a:r>
            <a:endParaRPr sz="1000">
              <a:solidFill>
                <a:schemeClr val="dk1"/>
              </a:solidFill>
              <a:latin typeface="Libre Franklin"/>
              <a:ea typeface="Libre Franklin"/>
              <a:cs typeface="Libre Franklin"/>
              <a:sym typeface="Libre Franklin"/>
            </a:endParaRPr>
          </a:p>
        </p:txBody>
      </p:sp>
      <p:sp>
        <p:nvSpPr>
          <p:cNvPr id="952" name="Google Shape;952;p97"/>
          <p:cNvSpPr txBox="1"/>
          <p:nvPr/>
        </p:nvSpPr>
        <p:spPr>
          <a:xfrm>
            <a:off x="3509900" y="3327225"/>
            <a:ext cx="7442400" cy="17085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1200"/>
              </a:spcBef>
              <a:spcAft>
                <a:spcPts val="0"/>
              </a:spcAft>
              <a:buClr>
                <a:schemeClr val="dk1"/>
              </a:buClr>
              <a:buSzPts val="1000"/>
              <a:buFont typeface="Libre Franklin"/>
              <a:buNone/>
            </a:pPr>
            <a:r>
              <a:rPr lang="it-IT" sz="1000">
                <a:solidFill>
                  <a:schemeClr val="dk1"/>
                </a:solidFill>
                <a:latin typeface="Libre Franklin"/>
                <a:ea typeface="Libre Franklin"/>
                <a:cs typeface="Libre Franklin"/>
                <a:sym typeface="Libre Franklin"/>
              </a:rPr>
              <a:t>Anche con un opamp ideale il comportamento passa-basso dovuto all’ESL può comparire, perché non dipende dall’operazionale ma dal modello reale del condensatore.</a:t>
            </a:r>
            <a:endParaRPr sz="1000">
              <a:solidFill>
                <a:schemeClr val="dk1"/>
              </a:solidFill>
              <a:latin typeface="Libre Franklin"/>
              <a:ea typeface="Libre Franklin"/>
              <a:cs typeface="Libre Franklin"/>
              <a:sym typeface="Libre Franklin"/>
            </a:endParaRPr>
          </a:p>
          <a:p>
            <a:pPr indent="0" lvl="0" marL="0" marR="0" rtl="0" algn="l">
              <a:lnSpc>
                <a:spcPct val="115000"/>
              </a:lnSpc>
              <a:spcBef>
                <a:spcPts val="1200"/>
              </a:spcBef>
              <a:spcAft>
                <a:spcPts val="0"/>
              </a:spcAft>
              <a:buClr>
                <a:schemeClr val="dk1"/>
              </a:buClr>
              <a:buSzPts val="1000"/>
              <a:buFont typeface="Libre Franklin"/>
              <a:buNone/>
            </a:pPr>
            <a:r>
              <a:rPr lang="it-IT" sz="1000">
                <a:solidFill>
                  <a:schemeClr val="dk1"/>
                </a:solidFill>
                <a:latin typeface="Libre Franklin"/>
                <a:ea typeface="Libre Franklin"/>
                <a:cs typeface="Libre Franklin"/>
                <a:sym typeface="Libre Franklin"/>
              </a:rPr>
              <a:t>L’opamp ideale elimina limiti come banda passante, slew rate e impedenza di uscita, ma non elimina i parassiti dei componenti esterni. Quindi, se il condensatore viene modellato con ESL ed ESR, la risposta del filtro attivo risente comunque della risonanza del condensatore.</a:t>
            </a:r>
            <a:endParaRPr sz="1000">
              <a:solidFill>
                <a:schemeClr val="dk1"/>
              </a:solidFill>
              <a:latin typeface="Libre Franklin"/>
              <a:ea typeface="Libre Franklin"/>
              <a:cs typeface="Libre Franklin"/>
              <a:sym typeface="Libre Franklin"/>
            </a:endParaRPr>
          </a:p>
          <a:p>
            <a:pPr indent="0" lvl="0" marL="0" marR="0" rtl="0" algn="l">
              <a:lnSpc>
                <a:spcPct val="115000"/>
              </a:lnSpc>
              <a:spcBef>
                <a:spcPts val="1200"/>
              </a:spcBef>
              <a:spcAft>
                <a:spcPts val="1200"/>
              </a:spcAft>
              <a:buClr>
                <a:schemeClr val="dk1"/>
              </a:buClr>
              <a:buSzPts val="1000"/>
              <a:buFont typeface="Libre Franklin"/>
              <a:buNone/>
            </a:pPr>
            <a:r>
              <a:rPr lang="it-IT" sz="1000">
                <a:solidFill>
                  <a:schemeClr val="dk1"/>
                </a:solidFill>
                <a:latin typeface="Libre Franklin"/>
                <a:ea typeface="Libre Franklin"/>
                <a:cs typeface="Libre Franklin"/>
                <a:sym typeface="Libre Franklin"/>
              </a:rPr>
              <a:t>Nel grafico si vede infatti che la risposta passa-alto cresce e poi rimane stabile, ma alle frequenze molto alte tende a scendere. Questa discesa non è causata dal limite dell’opamp, ma dal comportamento induttivo del condensatore reale.</a:t>
            </a:r>
            <a:endParaRPr sz="1000">
              <a:solidFill>
                <a:schemeClr val="dk1"/>
              </a:solidFill>
              <a:latin typeface="Libre Franklin"/>
              <a:ea typeface="Libre Franklin"/>
              <a:cs typeface="Libre Franklin"/>
              <a:sym typeface="Libre Franklin"/>
            </a:endParaRPr>
          </a:p>
        </p:txBody>
      </p:sp>
    </p:spTree>
  </p:cSld>
  <p:clrMapOvr>
    <a:masterClrMapping/>
  </p:clrMapOvr>
</p:sld>
</file>

<file path=ppt/slides/slide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7" name="Shape 957"/>
        <p:cNvGrpSpPr/>
        <p:nvPr/>
      </p:nvGrpSpPr>
      <p:grpSpPr>
        <a:xfrm>
          <a:off x="0" y="0"/>
          <a:ext cx="0" cy="0"/>
          <a:chOff x="0" y="0"/>
          <a:chExt cx="0" cy="0"/>
        </a:xfrm>
      </p:grpSpPr>
      <p:pic>
        <p:nvPicPr>
          <p:cNvPr id="958" name="Google Shape;958;p98"/>
          <p:cNvPicPr preferRelativeResize="0"/>
          <p:nvPr/>
        </p:nvPicPr>
        <p:blipFill rotWithShape="1">
          <a:blip r:embed="rId3">
            <a:alphaModFix/>
          </a:blip>
          <a:srcRect b="0" l="0" r="0" t="0"/>
          <a:stretch/>
        </p:blipFill>
        <p:spPr>
          <a:xfrm>
            <a:off x="1144407" y="500963"/>
            <a:ext cx="9739549" cy="4773300"/>
          </a:xfrm>
          <a:prstGeom prst="rect">
            <a:avLst/>
          </a:prstGeom>
          <a:noFill/>
          <a:ln>
            <a:noFill/>
          </a:ln>
        </p:spPr>
      </p:pic>
    </p:spTree>
  </p:cSld>
  <p:clrMapOvr>
    <a:masterClrMapping/>
  </p:clrMapOvr>
</p:sld>
</file>

<file path=ppt/slides/slide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2" name="Shape 962"/>
        <p:cNvGrpSpPr/>
        <p:nvPr/>
      </p:nvGrpSpPr>
      <p:grpSpPr>
        <a:xfrm>
          <a:off x="0" y="0"/>
          <a:ext cx="0" cy="0"/>
          <a:chOff x="0" y="0"/>
          <a:chExt cx="0" cy="0"/>
        </a:xfrm>
      </p:grpSpPr>
      <p:sp>
        <p:nvSpPr>
          <p:cNvPr id="963" name="Google Shape;963;p99"/>
          <p:cNvSpPr txBox="1"/>
          <p:nvPr/>
        </p:nvSpPr>
        <p:spPr>
          <a:xfrm>
            <a:off x="698628" y="373340"/>
            <a:ext cx="6345300" cy="14469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it-IT" sz="8800">
                <a:solidFill>
                  <a:schemeClr val="dk1"/>
                </a:solidFill>
                <a:latin typeface="Open Sans"/>
                <a:ea typeface="Open Sans"/>
                <a:cs typeface="Open Sans"/>
                <a:sym typeface="Open Sans"/>
              </a:rPr>
              <a:t>REALE</a:t>
            </a:r>
            <a:endParaRPr/>
          </a:p>
        </p:txBody>
      </p:sp>
      <p:pic>
        <p:nvPicPr>
          <p:cNvPr id="964" name="Google Shape;964;p99"/>
          <p:cNvPicPr preferRelativeResize="0"/>
          <p:nvPr/>
        </p:nvPicPr>
        <p:blipFill rotWithShape="1">
          <a:blip r:embed="rId3">
            <a:alphaModFix/>
          </a:blip>
          <a:srcRect b="0" l="0" r="0" t="0"/>
          <a:stretch/>
        </p:blipFill>
        <p:spPr>
          <a:xfrm>
            <a:off x="4476805" y="918788"/>
            <a:ext cx="7006253" cy="1084607"/>
          </a:xfrm>
          <a:prstGeom prst="rect">
            <a:avLst/>
          </a:prstGeom>
          <a:noFill/>
          <a:ln>
            <a:noFill/>
          </a:ln>
        </p:spPr>
      </p:pic>
      <p:pic>
        <p:nvPicPr>
          <p:cNvPr id="965" name="Google Shape;965;p99"/>
          <p:cNvPicPr preferRelativeResize="0"/>
          <p:nvPr/>
        </p:nvPicPr>
        <p:blipFill rotWithShape="1">
          <a:blip r:embed="rId4">
            <a:alphaModFix/>
          </a:blip>
          <a:srcRect b="0" l="0" r="0" t="0"/>
          <a:stretch/>
        </p:blipFill>
        <p:spPr>
          <a:xfrm>
            <a:off x="1036685" y="1903691"/>
            <a:ext cx="2114659" cy="2781443"/>
          </a:xfrm>
          <a:prstGeom prst="rect">
            <a:avLst/>
          </a:prstGeom>
          <a:noFill/>
          <a:ln>
            <a:noFill/>
          </a:ln>
        </p:spPr>
      </p:pic>
      <p:pic>
        <p:nvPicPr>
          <p:cNvPr id="966" name="Google Shape;966;p99"/>
          <p:cNvPicPr preferRelativeResize="0"/>
          <p:nvPr/>
        </p:nvPicPr>
        <p:blipFill rotWithShape="1">
          <a:blip r:embed="rId5">
            <a:alphaModFix/>
          </a:blip>
          <a:srcRect b="0" l="0" r="0" t="0"/>
          <a:stretch/>
        </p:blipFill>
        <p:spPr>
          <a:xfrm>
            <a:off x="3629890" y="2043211"/>
            <a:ext cx="6915396" cy="2374773"/>
          </a:xfrm>
          <a:prstGeom prst="rect">
            <a:avLst/>
          </a:prstGeom>
          <a:noFill/>
          <a:ln>
            <a:noFill/>
          </a:ln>
        </p:spPr>
      </p:pic>
      <p:pic>
        <p:nvPicPr>
          <p:cNvPr id="967" name="Google Shape;967;p99"/>
          <p:cNvPicPr preferRelativeResize="0"/>
          <p:nvPr/>
        </p:nvPicPr>
        <p:blipFill rotWithShape="1">
          <a:blip r:embed="rId6">
            <a:alphaModFix/>
          </a:blip>
          <a:srcRect b="0" l="0" r="0" t="0"/>
          <a:stretch/>
        </p:blipFill>
        <p:spPr>
          <a:xfrm>
            <a:off x="4995553" y="4719961"/>
            <a:ext cx="5438222" cy="1628416"/>
          </a:xfrm>
          <a:prstGeom prst="rect">
            <a:avLst/>
          </a:prstGeom>
          <a:noFill/>
          <a:ln>
            <a:noFill/>
          </a:ln>
        </p:spPr>
      </p:pic>
    </p:spTree>
  </p:cSld>
  <p:clrMapOvr>
    <a:masterClrMapping/>
  </p:clrMapOvr>
</p:sld>
</file>

<file path=ppt/slides/slide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1" name="Shape 971"/>
        <p:cNvGrpSpPr/>
        <p:nvPr/>
      </p:nvGrpSpPr>
      <p:grpSpPr>
        <a:xfrm>
          <a:off x="0" y="0"/>
          <a:ext cx="0" cy="0"/>
          <a:chOff x="0" y="0"/>
          <a:chExt cx="0" cy="0"/>
        </a:xfrm>
      </p:grpSpPr>
      <p:sp>
        <p:nvSpPr>
          <p:cNvPr id="972" name="Google Shape;972;p100"/>
          <p:cNvSpPr txBox="1"/>
          <p:nvPr/>
        </p:nvSpPr>
        <p:spPr>
          <a:xfrm>
            <a:off x="970275" y="1970575"/>
            <a:ext cx="10144200" cy="25890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lang="it-IT" sz="1200">
                <a:solidFill>
                  <a:schemeClr val="dk1"/>
                </a:solidFill>
                <a:latin typeface="Libre Franklin"/>
                <a:ea typeface="Libre Franklin"/>
                <a:cs typeface="Libre Franklin"/>
                <a:sym typeface="Libre Franklin"/>
              </a:rPr>
              <a:t>Dopo aver concluso l’analisi del filtro passa-alto attivo con operazionale ideale, passiamo ora allo studio del filtro realizzato con un componente reale: l’OP07. Nel caso ideale abbiamo considerato l’operazionale come perfetto, quindi con guadagno infinito, banda infinita, impedenza di ingresso infinita e impedenza di uscita nulla. Nella realtà, però, un opamp presenta sempre dei limiti fisici che influenzano la risposta del circuito.</a:t>
            </a:r>
            <a:endParaRPr sz="1200">
              <a:solidFill>
                <a:schemeClr val="dk1"/>
              </a:solidFill>
              <a:latin typeface="Libre Franklin"/>
              <a:ea typeface="Libre Franklin"/>
              <a:cs typeface="Libre Franklin"/>
              <a:sym typeface="Libre Franklin"/>
            </a:endParaRPr>
          </a:p>
          <a:p>
            <a:pPr indent="0" lvl="0" marL="0" rtl="0" algn="l">
              <a:lnSpc>
                <a:spcPct val="115000"/>
              </a:lnSpc>
              <a:spcBef>
                <a:spcPts val="1200"/>
              </a:spcBef>
              <a:spcAft>
                <a:spcPts val="0"/>
              </a:spcAft>
              <a:buNone/>
            </a:pPr>
            <a:r>
              <a:rPr lang="it-IT" sz="1200">
                <a:solidFill>
                  <a:schemeClr val="dk1"/>
                </a:solidFill>
                <a:latin typeface="Libre Franklin"/>
                <a:ea typeface="Libre Franklin"/>
                <a:cs typeface="Libre Franklin"/>
                <a:sym typeface="Libre Franklin"/>
              </a:rPr>
              <a:t>Con l’OP07 iniziamo quindi a considerare parametri reali come banda passante, slew rate, guadagno ad anello aperto, impedenza di uscita, saturazione e limiti di alimentazione. Questi aspetti possono modificare il comportamento del filtro, soprattutto alle alte frequenze o quando il guadagno richiesto è elevato.</a:t>
            </a:r>
            <a:endParaRPr sz="1200">
              <a:solidFill>
                <a:schemeClr val="dk1"/>
              </a:solidFill>
              <a:latin typeface="Libre Franklin"/>
              <a:ea typeface="Libre Franklin"/>
              <a:cs typeface="Libre Franklin"/>
              <a:sym typeface="Libre Franklin"/>
            </a:endParaRPr>
          </a:p>
          <a:p>
            <a:pPr indent="0" lvl="0" marL="0" rtl="0" algn="l">
              <a:lnSpc>
                <a:spcPct val="115000"/>
              </a:lnSpc>
              <a:spcBef>
                <a:spcPts val="1200"/>
              </a:spcBef>
              <a:spcAft>
                <a:spcPts val="1200"/>
              </a:spcAft>
              <a:buNone/>
            </a:pPr>
            <a:r>
              <a:rPr lang="it-IT" sz="1200">
                <a:solidFill>
                  <a:schemeClr val="dk1"/>
                </a:solidFill>
                <a:latin typeface="Libre Franklin"/>
                <a:ea typeface="Libre Franklin"/>
                <a:cs typeface="Libre Franklin"/>
                <a:sym typeface="Libre Franklin"/>
              </a:rPr>
              <a:t>Il passaggio all’opamp reale permette quindi di verificare quanto il filtro si discosta dal modello ideale e di capire quali limiti diventano importanti nelle applicazioni pratiche. La rete RC continua a definire la frequenza di taglio, ma ora la risposta complessiva dipende anche dalle caratteristiche reali dell’operazionale, consultabili nel datasheet dell’OP07.</a:t>
            </a:r>
            <a:endParaRPr sz="1200">
              <a:solidFill>
                <a:schemeClr val="dk1"/>
              </a:solidFill>
              <a:latin typeface="Libre Franklin"/>
              <a:ea typeface="Libre Franklin"/>
              <a:cs typeface="Libre Franklin"/>
              <a:sym typeface="Libre Franklin"/>
            </a:endParaRPr>
          </a:p>
        </p:txBody>
      </p:sp>
      <p:sp>
        <p:nvSpPr>
          <p:cNvPr id="973" name="Google Shape;973;p100"/>
          <p:cNvSpPr txBox="1"/>
          <p:nvPr/>
        </p:nvSpPr>
        <p:spPr>
          <a:xfrm>
            <a:off x="1121250" y="997675"/>
            <a:ext cx="9549600" cy="569400"/>
          </a:xfrm>
          <a:prstGeom prst="rect">
            <a:avLst/>
          </a:prstGeom>
          <a:noFill/>
          <a:ln>
            <a:noFill/>
          </a:ln>
        </p:spPr>
        <p:txBody>
          <a:bodyPr anchorCtr="0" anchor="t" bIns="91425" lIns="91425" spcFirstLastPara="1" rIns="91425" wrap="square" tIns="91425">
            <a:spAutoFit/>
          </a:bodyPr>
          <a:lstStyle/>
          <a:p>
            <a:pPr indent="0" lvl="0" marL="0" marR="0" rtl="0" algn="l">
              <a:spcBef>
                <a:spcPts val="0"/>
              </a:spcBef>
              <a:spcAft>
                <a:spcPts val="0"/>
              </a:spcAft>
              <a:buClr>
                <a:srgbClr val="073763"/>
              </a:buClr>
              <a:buSzPts val="2500"/>
              <a:buFont typeface="Libre Franklin SemiBold"/>
              <a:buNone/>
            </a:pPr>
            <a:r>
              <a:rPr lang="it-IT" sz="2500">
                <a:solidFill>
                  <a:srgbClr val="073763"/>
                </a:solidFill>
                <a:latin typeface="Libre Franklin SemiBold"/>
                <a:ea typeface="Libre Franklin SemiBold"/>
                <a:cs typeface="Libre Franklin SemiBold"/>
                <a:sym typeface="Libre Franklin SemiBold"/>
              </a:rPr>
              <a:t>Dal filtro HP attivo ideale al filtro HP attivo reale</a:t>
            </a:r>
            <a:endParaRPr sz="2500">
              <a:solidFill>
                <a:srgbClr val="073763"/>
              </a:solidFill>
              <a:latin typeface="Libre Franklin SemiBold"/>
              <a:ea typeface="Libre Franklin SemiBold"/>
              <a:cs typeface="Libre Franklin SemiBold"/>
              <a:sym typeface="Libre Franklin SemiBold"/>
            </a:endParaRPr>
          </a:p>
        </p:txBody>
      </p:sp>
    </p:spTree>
  </p:cSld>
  <p:clrMapOvr>
    <a:masterClrMapping/>
  </p:clrMapOvr>
</p:sld>
</file>

<file path=ppt/slides/slide8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7" name="Shape 977"/>
        <p:cNvGrpSpPr/>
        <p:nvPr/>
      </p:nvGrpSpPr>
      <p:grpSpPr>
        <a:xfrm>
          <a:off x="0" y="0"/>
          <a:ext cx="0" cy="0"/>
          <a:chOff x="0" y="0"/>
          <a:chExt cx="0" cy="0"/>
        </a:xfrm>
      </p:grpSpPr>
      <p:sp>
        <p:nvSpPr>
          <p:cNvPr id="978" name="Google Shape;978;p101"/>
          <p:cNvSpPr txBox="1"/>
          <p:nvPr/>
        </p:nvSpPr>
        <p:spPr>
          <a:xfrm>
            <a:off x="1589829" y="1049724"/>
            <a:ext cx="6234900" cy="3693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it-IT" sz="1800">
                <a:solidFill>
                  <a:schemeClr val="dk1"/>
                </a:solidFill>
                <a:latin typeface="Open Sans"/>
                <a:ea typeface="Open Sans"/>
                <a:cs typeface="Open Sans"/>
                <a:sym typeface="Open Sans"/>
              </a:rPr>
              <a:t>Effetto del guadagno elevato nell’OP07 reale</a:t>
            </a:r>
            <a:endParaRPr b="1"/>
          </a:p>
        </p:txBody>
      </p:sp>
      <p:pic>
        <p:nvPicPr>
          <p:cNvPr id="979" name="Google Shape;979;p101"/>
          <p:cNvPicPr preferRelativeResize="0"/>
          <p:nvPr/>
        </p:nvPicPr>
        <p:blipFill rotWithShape="1">
          <a:blip r:embed="rId3">
            <a:alphaModFix/>
          </a:blip>
          <a:srcRect b="0" l="0" r="0" t="0"/>
          <a:stretch/>
        </p:blipFill>
        <p:spPr>
          <a:xfrm>
            <a:off x="1028732" y="1991625"/>
            <a:ext cx="4301627" cy="2108201"/>
          </a:xfrm>
          <a:prstGeom prst="rect">
            <a:avLst/>
          </a:prstGeom>
          <a:noFill/>
          <a:ln>
            <a:noFill/>
          </a:ln>
        </p:spPr>
      </p:pic>
      <p:sp>
        <p:nvSpPr>
          <p:cNvPr id="980" name="Google Shape;980;p101"/>
          <p:cNvSpPr txBox="1"/>
          <p:nvPr/>
        </p:nvSpPr>
        <p:spPr>
          <a:xfrm>
            <a:off x="5652125" y="1926625"/>
            <a:ext cx="5630100" cy="26091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lang="it-IT" sz="1100">
                <a:solidFill>
                  <a:schemeClr val="dk1"/>
                </a:solidFill>
              </a:rPr>
              <a:t>Con l’operazionale reale </a:t>
            </a:r>
            <a:r>
              <a:rPr b="1" lang="it-IT" sz="1100">
                <a:solidFill>
                  <a:schemeClr val="dk1"/>
                </a:solidFill>
              </a:rPr>
              <a:t>OP07</a:t>
            </a:r>
            <a:r>
              <a:rPr lang="it-IT" sz="1100">
                <a:solidFill>
                  <a:schemeClr val="dk1"/>
                </a:solidFill>
              </a:rPr>
              <a:t>, aumentando molto il guadagno richiesto, il circuito non mantiene più il comportamento ideale osservato in precedenza. In particolare, con un guadagno molto elevato (</a:t>
            </a:r>
            <a:r>
              <a:rPr b="1" lang="it-IT" sz="1100">
                <a:solidFill>
                  <a:schemeClr val="dk1"/>
                </a:solidFill>
              </a:rPr>
              <a:t>20k</a:t>
            </a:r>
            <a:r>
              <a:rPr lang="it-IT" sz="1100">
                <a:solidFill>
                  <a:schemeClr val="dk1"/>
                </a:solidFill>
              </a:rPr>
              <a:t>), i limiti reali dell’opamp — soprattutto </a:t>
            </a:r>
            <a:r>
              <a:rPr b="1" lang="it-IT" sz="1100">
                <a:solidFill>
                  <a:schemeClr val="dk1"/>
                </a:solidFill>
              </a:rPr>
              <a:t>banda passante finita</a:t>
            </a:r>
            <a:r>
              <a:rPr lang="it-IT" sz="1100">
                <a:solidFill>
                  <a:schemeClr val="dk1"/>
                </a:solidFill>
              </a:rPr>
              <a:t> e </a:t>
            </a:r>
            <a:r>
              <a:rPr b="1" lang="it-IT" sz="1100">
                <a:solidFill>
                  <a:schemeClr val="dk1"/>
                </a:solidFill>
              </a:rPr>
              <a:t>ritardo di fase</a:t>
            </a:r>
            <a:r>
              <a:rPr lang="it-IT" sz="1100">
                <a:solidFill>
                  <a:schemeClr val="dk1"/>
                </a:solidFill>
              </a:rPr>
              <a:t> — diventano dominanti.</a:t>
            </a:r>
            <a:endParaRPr sz="1100">
              <a:solidFill>
                <a:schemeClr val="dk1"/>
              </a:solidFill>
            </a:endParaRPr>
          </a:p>
          <a:p>
            <a:pPr indent="0" lvl="0" marL="0" rtl="0" algn="l">
              <a:lnSpc>
                <a:spcPct val="115000"/>
              </a:lnSpc>
              <a:spcBef>
                <a:spcPts val="1200"/>
              </a:spcBef>
              <a:spcAft>
                <a:spcPts val="0"/>
              </a:spcAft>
              <a:buNone/>
            </a:pPr>
            <a:r>
              <a:rPr lang="it-IT" sz="1100">
                <a:solidFill>
                  <a:schemeClr val="dk1"/>
                </a:solidFill>
              </a:rPr>
              <a:t>Nel grafico si osserva infatti che, nel caso ad </a:t>
            </a:r>
            <a:r>
              <a:rPr b="1" lang="it-IT" sz="1100">
                <a:solidFill>
                  <a:schemeClr val="dk1"/>
                </a:solidFill>
              </a:rPr>
              <a:t>alto guadagno</a:t>
            </a:r>
            <a:r>
              <a:rPr lang="it-IT" sz="1100">
                <a:solidFill>
                  <a:schemeClr val="dk1"/>
                </a:solidFill>
              </a:rPr>
              <a:t>, la risposta mostra un </a:t>
            </a:r>
            <a:r>
              <a:rPr b="1" lang="it-IT" sz="1100">
                <a:solidFill>
                  <a:schemeClr val="dk1"/>
                </a:solidFill>
              </a:rPr>
              <a:t>picco anticipato</a:t>
            </a:r>
            <a:r>
              <a:rPr lang="it-IT" sz="1100">
                <a:solidFill>
                  <a:schemeClr val="dk1"/>
                </a:solidFill>
              </a:rPr>
              <a:t> e un successivo </a:t>
            </a:r>
            <a:r>
              <a:rPr b="1" lang="it-IT" sz="1100">
                <a:solidFill>
                  <a:schemeClr val="dk1"/>
                </a:solidFill>
              </a:rPr>
              <a:t>crollo più rapido</a:t>
            </a:r>
            <a:r>
              <a:rPr lang="it-IT" sz="1100">
                <a:solidFill>
                  <a:schemeClr val="dk1"/>
                </a:solidFill>
              </a:rPr>
              <a:t>. Questo significa che la risonanza e la perdita di guadagno compaiono prima, perché l’operazionale non riesce più a sostenere correttamente l’amplificazione richiesta alle frequenze più alte.</a:t>
            </a:r>
            <a:endParaRPr sz="1100">
              <a:solidFill>
                <a:schemeClr val="dk1"/>
              </a:solidFill>
            </a:endParaRPr>
          </a:p>
          <a:p>
            <a:pPr indent="0" lvl="0" marL="0" rtl="0" algn="l">
              <a:lnSpc>
                <a:spcPct val="115000"/>
              </a:lnSpc>
              <a:spcBef>
                <a:spcPts val="1200"/>
              </a:spcBef>
              <a:spcAft>
                <a:spcPts val="1200"/>
              </a:spcAft>
              <a:buNone/>
            </a:pPr>
            <a:r>
              <a:rPr lang="it-IT" sz="1100">
                <a:solidFill>
                  <a:schemeClr val="dk1"/>
                </a:solidFill>
              </a:rPr>
              <a:t>Con </a:t>
            </a:r>
            <a:r>
              <a:rPr b="1" lang="it-IT" sz="1100">
                <a:solidFill>
                  <a:schemeClr val="dk1"/>
                </a:solidFill>
              </a:rPr>
              <a:t>guadagni moderati</a:t>
            </a:r>
            <a:r>
              <a:rPr lang="it-IT" sz="1100">
                <a:solidFill>
                  <a:schemeClr val="dk1"/>
                </a:solidFill>
              </a:rPr>
              <a:t>, invece, il comportamento rimane molto più regolare: la risposta segue meglio l’andamento teorico del filtro e il decadimento compare più tardi. In sintesi, </a:t>
            </a:r>
            <a:r>
              <a:rPr b="1" lang="it-IT" sz="1100">
                <a:solidFill>
                  <a:schemeClr val="dk1"/>
                </a:solidFill>
              </a:rPr>
              <a:t>più il guadagno richiesto è elevato, più presto emergono le non idealità dell’opamp reale</a:t>
            </a:r>
            <a:r>
              <a:rPr lang="it-IT" sz="1100">
                <a:solidFill>
                  <a:schemeClr val="dk1"/>
                </a:solidFill>
              </a:rPr>
              <a:t>.</a:t>
            </a:r>
            <a:endParaRPr sz="1100">
              <a:solidFill>
                <a:schemeClr val="dk1"/>
              </a:solidFill>
            </a:endParaRPr>
          </a:p>
        </p:txBody>
      </p:sp>
    </p:spTree>
  </p:cSld>
  <p:clrMapOvr>
    <a:masterClrMapping/>
  </p:clrMapOvr>
</p:sld>
</file>

<file path=ppt/slides/slide8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5" name="Shape 985"/>
        <p:cNvGrpSpPr/>
        <p:nvPr/>
      </p:nvGrpSpPr>
      <p:grpSpPr>
        <a:xfrm>
          <a:off x="0" y="0"/>
          <a:ext cx="0" cy="0"/>
          <a:chOff x="0" y="0"/>
          <a:chExt cx="0" cy="0"/>
        </a:xfrm>
      </p:grpSpPr>
      <p:sp>
        <p:nvSpPr>
          <p:cNvPr id="986" name="Google Shape;986;p102"/>
          <p:cNvSpPr txBox="1"/>
          <p:nvPr/>
        </p:nvSpPr>
        <p:spPr>
          <a:xfrm>
            <a:off x="1781000" y="1108050"/>
            <a:ext cx="3631500" cy="4770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400"/>
              </a:spcBef>
              <a:spcAft>
                <a:spcPts val="400"/>
              </a:spcAft>
              <a:buNone/>
            </a:pPr>
            <a:r>
              <a:rPr b="1" lang="it-IT" sz="1900">
                <a:solidFill>
                  <a:schemeClr val="dk1"/>
                </a:solidFill>
                <a:latin typeface="Libre Franklin"/>
                <a:ea typeface="Libre Franklin"/>
                <a:cs typeface="Libre Franklin"/>
                <a:sym typeface="Libre Franklin"/>
              </a:rPr>
              <a:t>Limite dell’analisi di Bode</a:t>
            </a:r>
            <a:endParaRPr b="1" sz="1900">
              <a:solidFill>
                <a:schemeClr val="dk1"/>
              </a:solidFill>
              <a:latin typeface="Libre Franklin"/>
              <a:ea typeface="Libre Franklin"/>
              <a:cs typeface="Libre Franklin"/>
              <a:sym typeface="Libre Franklin"/>
            </a:endParaRPr>
          </a:p>
        </p:txBody>
      </p:sp>
      <p:sp>
        <p:nvSpPr>
          <p:cNvPr id="987" name="Google Shape;987;p102"/>
          <p:cNvSpPr txBox="1"/>
          <p:nvPr/>
        </p:nvSpPr>
        <p:spPr>
          <a:xfrm>
            <a:off x="4905400" y="1818825"/>
            <a:ext cx="6346800" cy="27630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lang="it-IT" sz="1100">
                <a:solidFill>
                  <a:schemeClr val="dk1"/>
                </a:solidFill>
              </a:rPr>
              <a:t>In questo caso il diagramma di </a:t>
            </a:r>
            <a:r>
              <a:rPr b="1" lang="it-IT" sz="1100">
                <a:solidFill>
                  <a:schemeClr val="dk1"/>
                </a:solidFill>
              </a:rPr>
              <a:t>Bode</a:t>
            </a:r>
            <a:r>
              <a:rPr lang="it-IT" sz="1100">
                <a:solidFill>
                  <a:schemeClr val="dk1"/>
                </a:solidFill>
              </a:rPr>
              <a:t> mostra il comportamento </a:t>
            </a:r>
            <a:r>
              <a:rPr b="1" lang="it-IT" sz="1100">
                <a:solidFill>
                  <a:schemeClr val="dk1"/>
                </a:solidFill>
              </a:rPr>
              <a:t>teorico lineare</a:t>
            </a:r>
            <a:r>
              <a:rPr lang="it-IT" sz="1100">
                <a:solidFill>
                  <a:schemeClr val="dk1"/>
                </a:solidFill>
              </a:rPr>
              <a:t> del circuito e quindi evidenzia un guadagno che può arrivare fino al valore imposto dalla configurazione, in questo caso molto elevato (</a:t>
            </a:r>
            <a:r>
              <a:rPr b="1" lang="it-IT" sz="1100">
                <a:solidFill>
                  <a:schemeClr val="dk1"/>
                </a:solidFill>
              </a:rPr>
              <a:t>20k</a:t>
            </a:r>
            <a:r>
              <a:rPr lang="it-IT" sz="1100">
                <a:solidFill>
                  <a:schemeClr val="dk1"/>
                </a:solidFill>
              </a:rPr>
              <a:t>).</a:t>
            </a:r>
            <a:endParaRPr sz="1100">
              <a:solidFill>
                <a:schemeClr val="dk1"/>
              </a:solidFill>
            </a:endParaRPr>
          </a:p>
          <a:p>
            <a:pPr indent="0" lvl="0" marL="0" rtl="0" algn="l">
              <a:lnSpc>
                <a:spcPct val="115000"/>
              </a:lnSpc>
              <a:spcBef>
                <a:spcPts val="1200"/>
              </a:spcBef>
              <a:spcAft>
                <a:spcPts val="0"/>
              </a:spcAft>
              <a:buNone/>
            </a:pPr>
            <a:r>
              <a:rPr lang="it-IT" sz="1100">
                <a:solidFill>
                  <a:schemeClr val="dk1"/>
                </a:solidFill>
              </a:rPr>
              <a:t>Tuttavia, questa rappresentazione </a:t>
            </a:r>
            <a:r>
              <a:rPr b="1" lang="it-IT" sz="1100">
                <a:solidFill>
                  <a:schemeClr val="dk1"/>
                </a:solidFill>
              </a:rPr>
              <a:t>non tiene conto direttamente dei limiti reali dell’uscita</a:t>
            </a:r>
            <a:r>
              <a:rPr lang="it-IT" sz="1100">
                <a:solidFill>
                  <a:schemeClr val="dk1"/>
                </a:solidFill>
              </a:rPr>
              <a:t> dell’operazionale, come la tensione di alimentazione e la conseguente </a:t>
            </a:r>
            <a:r>
              <a:rPr b="1" lang="it-IT" sz="1100">
                <a:solidFill>
                  <a:schemeClr val="dk1"/>
                </a:solidFill>
              </a:rPr>
              <a:t>saturazione</a:t>
            </a:r>
            <a:r>
              <a:rPr lang="it-IT" sz="1100">
                <a:solidFill>
                  <a:schemeClr val="dk1"/>
                </a:solidFill>
              </a:rPr>
              <a:t>. Per questo il Bode può suggerire un’amplificazione teoricamente molto grande, anche quando nella pratica l’opamp non è in grado di fornirla realmente.</a:t>
            </a:r>
            <a:endParaRPr sz="1100">
              <a:solidFill>
                <a:schemeClr val="dk1"/>
              </a:solidFill>
            </a:endParaRPr>
          </a:p>
          <a:p>
            <a:pPr indent="0" lvl="0" marL="0" rtl="0" algn="l">
              <a:lnSpc>
                <a:spcPct val="115000"/>
              </a:lnSpc>
              <a:spcBef>
                <a:spcPts val="1200"/>
              </a:spcBef>
              <a:spcAft>
                <a:spcPts val="0"/>
              </a:spcAft>
              <a:buNone/>
            </a:pPr>
            <a:r>
              <a:rPr lang="it-IT" sz="1100">
                <a:solidFill>
                  <a:schemeClr val="dk1"/>
                </a:solidFill>
              </a:rPr>
              <a:t>Per osservare il comportamento reale del circuito è quindi necessario passare all’</a:t>
            </a:r>
            <a:r>
              <a:rPr b="1" lang="it-IT" sz="1100">
                <a:solidFill>
                  <a:schemeClr val="dk1"/>
                </a:solidFill>
              </a:rPr>
              <a:t>analisi transitoria</a:t>
            </a:r>
            <a:r>
              <a:rPr lang="it-IT" sz="1100">
                <a:solidFill>
                  <a:schemeClr val="dk1"/>
                </a:solidFill>
              </a:rPr>
              <a:t>, che permette di vedere il segnale nel tempo e verificare se l’uscita viene effettivamente amplificata oppure se risulta </a:t>
            </a:r>
            <a:r>
              <a:rPr b="1" lang="it-IT" sz="1100">
                <a:solidFill>
                  <a:schemeClr val="dk1"/>
                </a:solidFill>
              </a:rPr>
              <a:t>tagliata (clipping)</a:t>
            </a:r>
            <a:r>
              <a:rPr lang="it-IT" sz="1100">
                <a:solidFill>
                  <a:schemeClr val="dk1"/>
                </a:solidFill>
              </a:rPr>
              <a:t> a causa dei limiti di alimentazione.</a:t>
            </a:r>
            <a:endParaRPr sz="1100">
              <a:solidFill>
                <a:schemeClr val="dk1"/>
              </a:solidFill>
            </a:endParaRPr>
          </a:p>
          <a:p>
            <a:pPr indent="0" lvl="0" marL="0" rtl="0" algn="l">
              <a:lnSpc>
                <a:spcPct val="115000"/>
              </a:lnSpc>
              <a:spcBef>
                <a:spcPts val="1200"/>
              </a:spcBef>
              <a:spcAft>
                <a:spcPts val="1200"/>
              </a:spcAft>
              <a:buNone/>
            </a:pPr>
            <a:r>
              <a:rPr lang="it-IT" sz="1100">
                <a:solidFill>
                  <a:schemeClr val="dk1"/>
                </a:solidFill>
              </a:rPr>
              <a:t>In questo modo si collega il risultato teorico del Bode con la risposta reale del circuito, che sarà mostrata nella slide successiva attraverso la </a:t>
            </a:r>
            <a:r>
              <a:rPr b="1" lang="it-IT" sz="1100">
                <a:solidFill>
                  <a:schemeClr val="dk1"/>
                </a:solidFill>
              </a:rPr>
              <a:t>limitazione dell’uscita reale</a:t>
            </a:r>
            <a:r>
              <a:rPr lang="it-IT" sz="1100">
                <a:solidFill>
                  <a:schemeClr val="dk1"/>
                </a:solidFill>
              </a:rPr>
              <a:t>.</a:t>
            </a:r>
            <a:endParaRPr sz="1100">
              <a:solidFill>
                <a:schemeClr val="dk1"/>
              </a:solidFill>
            </a:endParaRPr>
          </a:p>
        </p:txBody>
      </p:sp>
      <p:pic>
        <p:nvPicPr>
          <p:cNvPr id="988" name="Google Shape;988;p102"/>
          <p:cNvPicPr preferRelativeResize="0"/>
          <p:nvPr/>
        </p:nvPicPr>
        <p:blipFill rotWithShape="1">
          <a:blip r:embed="rId3">
            <a:alphaModFix/>
          </a:blip>
          <a:srcRect b="0" l="0" r="0" t="0"/>
          <a:stretch/>
        </p:blipFill>
        <p:spPr>
          <a:xfrm>
            <a:off x="843050" y="1949250"/>
            <a:ext cx="3937952" cy="1929950"/>
          </a:xfrm>
          <a:prstGeom prst="rect">
            <a:avLst/>
          </a:prstGeom>
          <a:noFill/>
          <a:ln>
            <a:noFill/>
          </a:ln>
        </p:spPr>
      </p:pic>
    </p:spTree>
  </p:cSld>
  <p:clrMapOvr>
    <a:masterClrMapping/>
  </p:clrMapOvr>
</p:sld>
</file>

<file path=ppt/slides/slide8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2" name="Shape 992"/>
        <p:cNvGrpSpPr/>
        <p:nvPr/>
      </p:nvGrpSpPr>
      <p:grpSpPr>
        <a:xfrm>
          <a:off x="0" y="0"/>
          <a:ext cx="0" cy="0"/>
          <a:chOff x="0" y="0"/>
          <a:chExt cx="0" cy="0"/>
        </a:xfrm>
      </p:grpSpPr>
      <p:pic>
        <p:nvPicPr>
          <p:cNvPr id="993" name="Google Shape;993;p103"/>
          <p:cNvPicPr preferRelativeResize="0"/>
          <p:nvPr/>
        </p:nvPicPr>
        <p:blipFill rotWithShape="1">
          <a:blip r:embed="rId3">
            <a:alphaModFix/>
          </a:blip>
          <a:srcRect b="0" l="0" r="0" t="0"/>
          <a:stretch/>
        </p:blipFill>
        <p:spPr>
          <a:xfrm>
            <a:off x="1305153" y="1370443"/>
            <a:ext cx="4459942" cy="2185790"/>
          </a:xfrm>
          <a:prstGeom prst="rect">
            <a:avLst/>
          </a:prstGeom>
          <a:noFill/>
          <a:ln>
            <a:noFill/>
          </a:ln>
        </p:spPr>
      </p:pic>
      <p:sp>
        <p:nvSpPr>
          <p:cNvPr id="994" name="Google Shape;994;p103"/>
          <p:cNvSpPr txBox="1"/>
          <p:nvPr/>
        </p:nvSpPr>
        <p:spPr>
          <a:xfrm>
            <a:off x="790600" y="778625"/>
            <a:ext cx="7023900" cy="431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it-IT" sz="1600">
                <a:latin typeface="Libre Franklin"/>
                <a:ea typeface="Libre Franklin"/>
                <a:cs typeface="Libre Franklin"/>
                <a:sym typeface="Libre Franklin"/>
              </a:rPr>
              <a:t>Limitazione dell’uscita reale: clipping e saturazione</a:t>
            </a:r>
            <a:endParaRPr b="1" sz="1600">
              <a:latin typeface="Libre Franklin"/>
              <a:ea typeface="Libre Franklin"/>
              <a:cs typeface="Libre Franklin"/>
              <a:sym typeface="Libre Franklin"/>
            </a:endParaRPr>
          </a:p>
        </p:txBody>
      </p:sp>
      <p:sp>
        <p:nvSpPr>
          <p:cNvPr id="995" name="Google Shape;995;p103"/>
          <p:cNvSpPr txBox="1"/>
          <p:nvPr/>
        </p:nvSpPr>
        <p:spPr>
          <a:xfrm>
            <a:off x="1218300" y="3909675"/>
            <a:ext cx="9983100" cy="16353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lang="it-IT" sz="1100">
                <a:solidFill>
                  <a:schemeClr val="dk1"/>
                </a:solidFill>
              </a:rPr>
              <a:t>Nel caso reale, la tensione di uscita </a:t>
            </a:r>
            <a:r>
              <a:rPr b="1" lang="it-IT" sz="1100">
                <a:solidFill>
                  <a:schemeClr val="dk1"/>
                </a:solidFill>
              </a:rPr>
              <a:t>Vout​</a:t>
            </a:r>
            <a:r>
              <a:rPr lang="it-IT" sz="1100">
                <a:solidFill>
                  <a:schemeClr val="dk1"/>
                </a:solidFill>
              </a:rPr>
              <a:t> (blu) non può assumere valori arbitrari, ma deve restare compresa entro i </a:t>
            </a:r>
            <a:r>
              <a:rPr b="1" lang="it-IT" sz="1100">
                <a:solidFill>
                  <a:schemeClr val="dk1"/>
                </a:solidFill>
              </a:rPr>
              <a:t>limiti imposti dall’alimentazione</a:t>
            </a:r>
            <a:r>
              <a:rPr lang="it-IT" sz="1100">
                <a:solidFill>
                  <a:schemeClr val="dk1"/>
                </a:solidFill>
              </a:rPr>
              <a:t> dell’operazionale.</a:t>
            </a:r>
            <a:endParaRPr sz="1100">
              <a:solidFill>
                <a:schemeClr val="dk1"/>
              </a:solidFill>
            </a:endParaRPr>
          </a:p>
          <a:p>
            <a:pPr indent="0" lvl="0" marL="0" rtl="0" algn="l">
              <a:lnSpc>
                <a:spcPct val="115000"/>
              </a:lnSpc>
              <a:spcBef>
                <a:spcPts val="1200"/>
              </a:spcBef>
              <a:spcAft>
                <a:spcPts val="0"/>
              </a:spcAft>
              <a:buNone/>
            </a:pPr>
            <a:r>
              <a:rPr lang="it-IT" sz="1100">
                <a:solidFill>
                  <a:schemeClr val="dk1"/>
                </a:solidFill>
              </a:rPr>
              <a:t>Se il guadagno richiesto è troppo elevato, oppure se il segnale di ingresso è tale da richiedere un’uscita troppo ampia, l’OP07 non riesce più a riprodurre fedelmente il segnale amplificato. In questo caso l’uscita viene </a:t>
            </a:r>
            <a:r>
              <a:rPr b="1" lang="it-IT" sz="1100">
                <a:solidFill>
                  <a:schemeClr val="dk1"/>
                </a:solidFill>
              </a:rPr>
              <a:t>tagliata</a:t>
            </a:r>
            <a:r>
              <a:rPr lang="it-IT" sz="1100">
                <a:solidFill>
                  <a:schemeClr val="dk1"/>
                </a:solidFill>
              </a:rPr>
              <a:t> ai valori massimi e minimi consentiti dall’alimentazione: si verifica quindi la </a:t>
            </a:r>
            <a:r>
              <a:rPr b="1" lang="it-IT" sz="1100">
                <a:solidFill>
                  <a:schemeClr val="dk1"/>
                </a:solidFill>
              </a:rPr>
              <a:t>saturazione</a:t>
            </a:r>
            <a:r>
              <a:rPr lang="it-IT" sz="1100">
                <a:solidFill>
                  <a:schemeClr val="dk1"/>
                </a:solidFill>
              </a:rPr>
              <a:t> o </a:t>
            </a:r>
            <a:r>
              <a:rPr b="1" lang="it-IT" sz="1100">
                <a:solidFill>
                  <a:schemeClr val="dk1"/>
                </a:solidFill>
              </a:rPr>
              <a:t>clipping</a:t>
            </a:r>
            <a:r>
              <a:rPr lang="it-IT" sz="1100">
                <a:solidFill>
                  <a:schemeClr val="dk1"/>
                </a:solidFill>
              </a:rPr>
              <a:t>.</a:t>
            </a:r>
            <a:endParaRPr sz="1100">
              <a:solidFill>
                <a:schemeClr val="dk1"/>
              </a:solidFill>
            </a:endParaRPr>
          </a:p>
          <a:p>
            <a:pPr indent="0" lvl="0" marL="0" rtl="0" algn="l">
              <a:lnSpc>
                <a:spcPct val="115000"/>
              </a:lnSpc>
              <a:spcBef>
                <a:spcPts val="1200"/>
              </a:spcBef>
              <a:spcAft>
                <a:spcPts val="1200"/>
              </a:spcAft>
              <a:buNone/>
            </a:pPr>
            <a:r>
              <a:rPr lang="it-IT" sz="1100">
                <a:solidFill>
                  <a:schemeClr val="dk1"/>
                </a:solidFill>
              </a:rPr>
              <a:t>Nel grafico questo effetto si riconosce perché il segnale amplificato non continua a crescere come previsto teoricamente, ma viene “schiacciato” ai limiti superiori e inferiori. Quindi, mentre il modello ideale permetteva qualsiasi ampiezza di uscita, nel caso reale è necessario verificare sempre che </a:t>
            </a:r>
            <a:r>
              <a:rPr b="1" lang="it-IT" sz="1100">
                <a:solidFill>
                  <a:schemeClr val="dk1"/>
                </a:solidFill>
              </a:rPr>
              <a:t>Vout​</a:t>
            </a:r>
            <a:r>
              <a:rPr lang="it-IT" sz="1100">
                <a:solidFill>
                  <a:schemeClr val="dk1"/>
                </a:solidFill>
              </a:rPr>
              <a:t> resti compatibile con la tensione di alimentazione disponibile.</a:t>
            </a:r>
            <a:endParaRPr sz="1100">
              <a:solidFill>
                <a:schemeClr val="dk1"/>
              </a:solidFill>
            </a:endParaRPr>
          </a:p>
        </p:txBody>
      </p:sp>
      <p:pic>
        <p:nvPicPr>
          <p:cNvPr id="996" name="Google Shape;996;p103"/>
          <p:cNvPicPr preferRelativeResize="0"/>
          <p:nvPr/>
        </p:nvPicPr>
        <p:blipFill rotWithShape="1">
          <a:blip r:embed="rId4">
            <a:alphaModFix/>
          </a:blip>
          <a:srcRect b="0" l="0" r="0" t="0"/>
          <a:stretch/>
        </p:blipFill>
        <p:spPr>
          <a:xfrm>
            <a:off x="6844105" y="1574380"/>
            <a:ext cx="3572417" cy="1543357"/>
          </a:xfrm>
          <a:prstGeom prst="rect">
            <a:avLst/>
          </a:prstGeom>
          <a:noFill/>
          <a:ln>
            <a:noFill/>
          </a:ln>
        </p:spPr>
      </p:pic>
    </p:spTree>
  </p:cSld>
  <p:clrMapOvr>
    <a:masterClrMapping/>
  </p:clrMapOvr>
</p:sld>
</file>

<file path=ppt/slides/slide8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1" name="Shape 1001"/>
        <p:cNvGrpSpPr/>
        <p:nvPr/>
      </p:nvGrpSpPr>
      <p:grpSpPr>
        <a:xfrm>
          <a:off x="0" y="0"/>
          <a:ext cx="0" cy="0"/>
          <a:chOff x="0" y="0"/>
          <a:chExt cx="0" cy="0"/>
        </a:xfrm>
      </p:grpSpPr>
      <p:pic>
        <p:nvPicPr>
          <p:cNvPr id="1002" name="Google Shape;1002;p104"/>
          <p:cNvPicPr preferRelativeResize="0"/>
          <p:nvPr/>
        </p:nvPicPr>
        <p:blipFill rotWithShape="1">
          <a:blip r:embed="rId3">
            <a:alphaModFix/>
          </a:blip>
          <a:srcRect b="0" l="0" r="0" t="0"/>
          <a:stretch/>
        </p:blipFill>
        <p:spPr>
          <a:xfrm>
            <a:off x="1491151" y="2051134"/>
            <a:ext cx="4459942" cy="2185790"/>
          </a:xfrm>
          <a:prstGeom prst="rect">
            <a:avLst/>
          </a:prstGeom>
          <a:noFill/>
          <a:ln>
            <a:noFill/>
          </a:ln>
        </p:spPr>
      </p:pic>
      <p:pic>
        <p:nvPicPr>
          <p:cNvPr id="1003" name="Google Shape;1003;p104"/>
          <p:cNvPicPr preferRelativeResize="0"/>
          <p:nvPr/>
        </p:nvPicPr>
        <p:blipFill rotWithShape="1">
          <a:blip r:embed="rId4">
            <a:alphaModFix/>
          </a:blip>
          <a:srcRect b="0" l="0" r="0" t="0"/>
          <a:stretch/>
        </p:blipFill>
        <p:spPr>
          <a:xfrm>
            <a:off x="6733220" y="1719334"/>
            <a:ext cx="3601766" cy="1414621"/>
          </a:xfrm>
          <a:prstGeom prst="rect">
            <a:avLst/>
          </a:prstGeom>
          <a:noFill/>
          <a:ln>
            <a:noFill/>
          </a:ln>
        </p:spPr>
      </p:pic>
    </p:spTree>
  </p:cSld>
  <p:clrMapOvr>
    <a:masterClrMapping/>
  </p:clrMapOvr>
</p:sld>
</file>

<file path=ppt/slides/slide8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8" name="Shape 1008"/>
        <p:cNvGrpSpPr/>
        <p:nvPr/>
      </p:nvGrpSpPr>
      <p:grpSpPr>
        <a:xfrm>
          <a:off x="0" y="0"/>
          <a:ext cx="0" cy="0"/>
          <a:chOff x="0" y="0"/>
          <a:chExt cx="0" cy="0"/>
        </a:xfrm>
      </p:grpSpPr>
      <p:sp>
        <p:nvSpPr>
          <p:cNvPr id="1009" name="Google Shape;1009;p105"/>
          <p:cNvSpPr txBox="1"/>
          <p:nvPr/>
        </p:nvSpPr>
        <p:spPr>
          <a:xfrm>
            <a:off x="1713025" y="862500"/>
            <a:ext cx="6328800" cy="431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it-IT" sz="1600">
                <a:latin typeface="Libre Franklin"/>
                <a:ea typeface="Libre Franklin"/>
                <a:cs typeface="Libre Franklin"/>
                <a:sym typeface="Libre Franklin"/>
              </a:rPr>
              <a:t>Frequenza di taglio identica con opamp reale</a:t>
            </a:r>
            <a:endParaRPr b="1" sz="1600">
              <a:latin typeface="Libre Franklin"/>
              <a:ea typeface="Libre Franklin"/>
              <a:cs typeface="Libre Franklin"/>
              <a:sym typeface="Libre Franklin"/>
            </a:endParaRPr>
          </a:p>
        </p:txBody>
      </p:sp>
      <p:sp>
        <p:nvSpPr>
          <p:cNvPr id="1010" name="Google Shape;1010;p105"/>
          <p:cNvSpPr txBox="1"/>
          <p:nvPr/>
        </p:nvSpPr>
        <p:spPr>
          <a:xfrm>
            <a:off x="1485400" y="1431500"/>
            <a:ext cx="8718900" cy="8973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lang="it-IT" sz="1100">
                <a:solidFill>
                  <a:schemeClr val="dk1"/>
                </a:solidFill>
              </a:rPr>
              <a:t>In questa slide viene verificato che, anche sostituendo l’operazionale ideale con un operazionale reale </a:t>
            </a:r>
            <a:r>
              <a:rPr b="1" lang="it-IT" sz="1100">
                <a:solidFill>
                  <a:schemeClr val="dk1"/>
                </a:solidFill>
              </a:rPr>
              <a:t>OP07</a:t>
            </a:r>
            <a:r>
              <a:rPr lang="it-IT" sz="1100">
                <a:solidFill>
                  <a:schemeClr val="dk1"/>
                </a:solidFill>
              </a:rPr>
              <a:t>, la frequenza di taglio del filtro rimane praticamente invariata.</a:t>
            </a:r>
            <a:endParaRPr sz="1100">
              <a:solidFill>
                <a:schemeClr val="dk1"/>
              </a:solidFill>
            </a:endParaRPr>
          </a:p>
          <a:p>
            <a:pPr indent="0" lvl="0" marL="0" rtl="0" algn="l">
              <a:lnSpc>
                <a:spcPct val="115000"/>
              </a:lnSpc>
              <a:spcBef>
                <a:spcPts val="1200"/>
              </a:spcBef>
              <a:spcAft>
                <a:spcPts val="1200"/>
              </a:spcAft>
              <a:buNone/>
            </a:pPr>
            <a:r>
              <a:rPr lang="it-IT" sz="1100">
                <a:solidFill>
                  <a:schemeClr val="dk1"/>
                </a:solidFill>
              </a:rPr>
              <a:t>Questo accade perché la frequenza di taglio è fissata dalla rete di ingresso </a:t>
            </a:r>
            <a:r>
              <a:rPr b="1" lang="it-IT" sz="1100">
                <a:solidFill>
                  <a:schemeClr val="dk1"/>
                </a:solidFill>
              </a:rPr>
              <a:t>RC</a:t>
            </a:r>
            <a:r>
              <a:rPr lang="it-IT" sz="1100">
                <a:solidFill>
                  <a:schemeClr val="dk1"/>
                </a:solidFill>
              </a:rPr>
              <a:t>, cioè dal condensatore </a:t>
            </a:r>
            <a:r>
              <a:rPr b="1" lang="it-IT" sz="1100">
                <a:solidFill>
                  <a:schemeClr val="dk1"/>
                </a:solidFill>
              </a:rPr>
              <a:t>C1</a:t>
            </a:r>
            <a:r>
              <a:rPr lang="it-IT" sz="1100">
                <a:solidFill>
                  <a:schemeClr val="dk1"/>
                </a:solidFill>
              </a:rPr>
              <a:t> e dalla resistenza </a:t>
            </a:r>
            <a:r>
              <a:rPr b="1" lang="it-IT" sz="1100">
                <a:solidFill>
                  <a:schemeClr val="dk1"/>
                </a:solidFill>
              </a:rPr>
              <a:t>R1</a:t>
            </a:r>
            <a:r>
              <a:rPr lang="it-IT" sz="1100">
                <a:solidFill>
                  <a:schemeClr val="dk1"/>
                </a:solidFill>
              </a:rPr>
              <a:t>:</a:t>
            </a:r>
            <a:endParaRPr sz="1100">
              <a:solidFill>
                <a:schemeClr val="dk1"/>
              </a:solidFill>
            </a:endParaRPr>
          </a:p>
        </p:txBody>
      </p:sp>
      <p:pic>
        <p:nvPicPr>
          <p:cNvPr id="1011" name="Google Shape;1011;p105"/>
          <p:cNvPicPr preferRelativeResize="0"/>
          <p:nvPr/>
        </p:nvPicPr>
        <p:blipFill>
          <a:blip r:embed="rId3">
            <a:alphaModFix/>
          </a:blip>
          <a:stretch>
            <a:fillRect/>
          </a:stretch>
        </p:blipFill>
        <p:spPr>
          <a:xfrm>
            <a:off x="4938025" y="2376850"/>
            <a:ext cx="1310000" cy="2328900"/>
          </a:xfrm>
          <a:prstGeom prst="rect">
            <a:avLst/>
          </a:prstGeom>
          <a:noFill/>
          <a:ln>
            <a:noFill/>
          </a:ln>
        </p:spPr>
      </p:pic>
      <p:sp>
        <p:nvSpPr>
          <p:cNvPr id="1012" name="Google Shape;1012;p105"/>
          <p:cNvSpPr txBox="1"/>
          <p:nvPr/>
        </p:nvSpPr>
        <p:spPr>
          <a:xfrm>
            <a:off x="892425" y="5013225"/>
            <a:ext cx="10461600" cy="10920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lang="it-IT" sz="1100">
                <a:solidFill>
                  <a:schemeClr val="dk1"/>
                </a:solidFill>
              </a:rPr>
              <a:t>L’operazionale reale può introdurre limiti di banda, ritardi di fase, saturazione e riduzione del guadagno alle alte frequenze, ma non modifica direttamente il valore di </a:t>
            </a:r>
            <a:r>
              <a:rPr b="1" lang="it-IT" sz="1100">
                <a:solidFill>
                  <a:schemeClr val="dk1"/>
                </a:solidFill>
              </a:rPr>
              <a:t>fc</a:t>
            </a:r>
            <a:r>
              <a:rPr lang="it-IT" sz="1100">
                <a:solidFill>
                  <a:schemeClr val="dk1"/>
                </a:solidFill>
              </a:rPr>
              <a:t>, perché il taglio dipende principalmente dalla rete </a:t>
            </a:r>
            <a:r>
              <a:rPr b="1" lang="it-IT" sz="1100">
                <a:solidFill>
                  <a:schemeClr val="dk1"/>
                </a:solidFill>
              </a:rPr>
              <a:t>RC</a:t>
            </a:r>
            <a:r>
              <a:rPr lang="it-IT" sz="1100">
                <a:solidFill>
                  <a:schemeClr val="dk1"/>
                </a:solidFill>
              </a:rPr>
              <a:t>.</a:t>
            </a:r>
            <a:endParaRPr sz="1100">
              <a:solidFill>
                <a:schemeClr val="dk1"/>
              </a:solidFill>
            </a:endParaRPr>
          </a:p>
          <a:p>
            <a:pPr indent="0" lvl="0" marL="0" rtl="0" algn="l">
              <a:lnSpc>
                <a:spcPct val="115000"/>
              </a:lnSpc>
              <a:spcBef>
                <a:spcPts val="1200"/>
              </a:spcBef>
              <a:spcAft>
                <a:spcPts val="1200"/>
              </a:spcAft>
              <a:buNone/>
            </a:pPr>
            <a:r>
              <a:rPr lang="it-IT" sz="1100">
                <a:solidFill>
                  <a:schemeClr val="dk1"/>
                </a:solidFill>
              </a:rPr>
              <a:t>Dal confronto dei grafici si osserva infatti che il punto di taglio rimane nella stessa zona. La differenza tra ideale e reale non è quindi sulla frequenza di taglio, ma sul comportamento successivo del segnale, soprattutto quando si richiede guadagno elevato o quando ci si avvicina ai limiti dell’OP07.</a:t>
            </a:r>
            <a:endParaRPr sz="1100">
              <a:solidFill>
                <a:schemeClr val="dk1"/>
              </a:solidFill>
            </a:endParaRPr>
          </a:p>
        </p:txBody>
      </p:sp>
    </p:spTree>
  </p:cSld>
  <p:clrMapOvr>
    <a:masterClrMapping/>
  </p:clrMapOvr>
</p:sld>
</file>

<file path=ppt/slides/slide8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6" name="Shape 1016"/>
        <p:cNvGrpSpPr/>
        <p:nvPr/>
      </p:nvGrpSpPr>
      <p:grpSpPr>
        <a:xfrm>
          <a:off x="0" y="0"/>
          <a:ext cx="0" cy="0"/>
          <a:chOff x="0" y="0"/>
          <a:chExt cx="0" cy="0"/>
        </a:xfrm>
      </p:grpSpPr>
      <p:pic>
        <p:nvPicPr>
          <p:cNvPr id="1017" name="Google Shape;1017;p106"/>
          <p:cNvPicPr preferRelativeResize="0"/>
          <p:nvPr/>
        </p:nvPicPr>
        <p:blipFill rotWithShape="1">
          <a:blip r:embed="rId3">
            <a:alphaModFix/>
          </a:blip>
          <a:srcRect b="0" l="0" r="0" t="0"/>
          <a:stretch/>
        </p:blipFill>
        <p:spPr>
          <a:xfrm>
            <a:off x="1676612" y="1109196"/>
            <a:ext cx="5490581" cy="2191695"/>
          </a:xfrm>
          <a:prstGeom prst="rect">
            <a:avLst/>
          </a:prstGeom>
          <a:noFill/>
          <a:ln>
            <a:noFill/>
          </a:ln>
        </p:spPr>
      </p:pic>
      <p:pic>
        <p:nvPicPr>
          <p:cNvPr id="1018" name="Google Shape;1018;p106"/>
          <p:cNvPicPr preferRelativeResize="0"/>
          <p:nvPr/>
        </p:nvPicPr>
        <p:blipFill rotWithShape="1">
          <a:blip r:embed="rId4">
            <a:alphaModFix/>
          </a:blip>
          <a:srcRect b="0" l="0" r="0" t="0"/>
          <a:stretch/>
        </p:blipFill>
        <p:spPr>
          <a:xfrm>
            <a:off x="7167193" y="1109197"/>
            <a:ext cx="3100986" cy="2191695"/>
          </a:xfrm>
          <a:prstGeom prst="rect">
            <a:avLst/>
          </a:prstGeom>
          <a:noFill/>
          <a:ln>
            <a:noFill/>
          </a:ln>
        </p:spPr>
      </p:pic>
      <p:pic>
        <p:nvPicPr>
          <p:cNvPr id="1019" name="Google Shape;1019;p106"/>
          <p:cNvPicPr preferRelativeResize="0"/>
          <p:nvPr/>
        </p:nvPicPr>
        <p:blipFill rotWithShape="1">
          <a:blip r:embed="rId5">
            <a:alphaModFix/>
          </a:blip>
          <a:srcRect b="0" l="0" r="0" t="0"/>
          <a:stretch/>
        </p:blipFill>
        <p:spPr>
          <a:xfrm>
            <a:off x="916513" y="3507933"/>
            <a:ext cx="5134791" cy="2520567"/>
          </a:xfrm>
          <a:prstGeom prst="rect">
            <a:avLst/>
          </a:prstGeom>
          <a:noFill/>
          <a:ln>
            <a:noFill/>
          </a:ln>
        </p:spPr>
      </p:pic>
      <p:pic>
        <p:nvPicPr>
          <p:cNvPr id="1020" name="Google Shape;1020;p106"/>
          <p:cNvPicPr preferRelativeResize="0"/>
          <p:nvPr/>
        </p:nvPicPr>
        <p:blipFill rotWithShape="1">
          <a:blip r:embed="rId6">
            <a:alphaModFix/>
          </a:blip>
          <a:srcRect b="0" l="0" r="0" t="0"/>
          <a:stretch/>
        </p:blipFill>
        <p:spPr>
          <a:xfrm>
            <a:off x="6202898" y="3505921"/>
            <a:ext cx="5134785" cy="2524582"/>
          </a:xfrm>
          <a:prstGeom prst="rect">
            <a:avLst/>
          </a:prstGeom>
          <a:noFill/>
          <a:ln>
            <a:noFill/>
          </a:ln>
        </p:spPr>
      </p:pic>
    </p:spTree>
  </p:cSld>
  <p:clrMapOvr>
    <a:masterClrMapping/>
  </p:clrMapOvr>
</p:sld>
</file>

<file path=ppt/slides/slide8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5" name="Shape 1025"/>
        <p:cNvGrpSpPr/>
        <p:nvPr/>
      </p:nvGrpSpPr>
      <p:grpSpPr>
        <a:xfrm>
          <a:off x="0" y="0"/>
          <a:ext cx="0" cy="0"/>
          <a:chOff x="0" y="0"/>
          <a:chExt cx="0" cy="0"/>
        </a:xfrm>
      </p:grpSpPr>
      <p:sp>
        <p:nvSpPr>
          <p:cNvPr id="1026" name="Google Shape;1026;p107"/>
          <p:cNvSpPr txBox="1"/>
          <p:nvPr/>
        </p:nvSpPr>
        <p:spPr>
          <a:xfrm>
            <a:off x="1185925" y="952325"/>
            <a:ext cx="7221300" cy="4464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it-IT" sz="1700">
                <a:latin typeface="Libre Franklin"/>
                <a:ea typeface="Libre Franklin"/>
                <a:cs typeface="Libre Franklin"/>
                <a:sym typeface="Libre Franklin"/>
              </a:rPr>
              <a:t>Confronto dei segnali nel filtro attivo reale</a:t>
            </a:r>
            <a:endParaRPr b="1" sz="1700">
              <a:latin typeface="Libre Franklin"/>
              <a:ea typeface="Libre Franklin"/>
              <a:cs typeface="Libre Franklin"/>
              <a:sym typeface="Libre Franklin"/>
            </a:endParaRPr>
          </a:p>
        </p:txBody>
      </p:sp>
      <p:sp>
        <p:nvSpPr>
          <p:cNvPr id="1027" name="Google Shape;1027;p107"/>
          <p:cNvSpPr txBox="1"/>
          <p:nvPr/>
        </p:nvSpPr>
        <p:spPr>
          <a:xfrm>
            <a:off x="1257800" y="1398725"/>
            <a:ext cx="7796400" cy="8973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lang="it-IT" sz="1100">
                <a:solidFill>
                  <a:schemeClr val="dk1"/>
                </a:solidFill>
              </a:rPr>
              <a:t>Poiché nella slide precedente abbiamo verificato che la frequenza di taglio rimane identica anche usando l’operazionale reale </a:t>
            </a:r>
            <a:r>
              <a:rPr b="1" lang="it-IT" sz="1100">
                <a:solidFill>
                  <a:schemeClr val="dk1"/>
                </a:solidFill>
              </a:rPr>
              <a:t>OP07</a:t>
            </a:r>
            <a:r>
              <a:rPr lang="it-IT" sz="1100">
                <a:solidFill>
                  <a:schemeClr val="dk1"/>
                </a:solidFill>
              </a:rPr>
              <a:t>, possiamo analizzare i tre segnali alle stesse frequenze già considerate nel caso ideale.</a:t>
            </a:r>
            <a:endParaRPr sz="1100">
              <a:solidFill>
                <a:schemeClr val="dk1"/>
              </a:solidFill>
            </a:endParaRPr>
          </a:p>
          <a:p>
            <a:pPr indent="0" lvl="0" marL="0" rtl="0" algn="l">
              <a:lnSpc>
                <a:spcPct val="115000"/>
              </a:lnSpc>
              <a:spcBef>
                <a:spcPts val="1200"/>
              </a:spcBef>
              <a:spcAft>
                <a:spcPts val="1200"/>
              </a:spcAft>
              <a:buNone/>
            </a:pPr>
            <a:r>
              <a:rPr lang="it-IT" sz="1100">
                <a:solidFill>
                  <a:schemeClr val="dk1"/>
                </a:solidFill>
              </a:rPr>
              <a:t>La frequenza di taglio è sempre fissata dalla rete </a:t>
            </a:r>
            <a:r>
              <a:rPr b="1" lang="it-IT" sz="1100">
                <a:solidFill>
                  <a:schemeClr val="dk1"/>
                </a:solidFill>
              </a:rPr>
              <a:t>RC</a:t>
            </a:r>
            <a:r>
              <a:rPr lang="it-IT" sz="1100">
                <a:solidFill>
                  <a:schemeClr val="dk1"/>
                </a:solidFill>
              </a:rPr>
              <a:t>:</a:t>
            </a:r>
            <a:endParaRPr sz="1100">
              <a:solidFill>
                <a:schemeClr val="dk1"/>
              </a:solidFill>
            </a:endParaRPr>
          </a:p>
        </p:txBody>
      </p:sp>
      <p:pic>
        <p:nvPicPr>
          <p:cNvPr id="1028" name="Google Shape;1028;p107"/>
          <p:cNvPicPr preferRelativeResize="0"/>
          <p:nvPr/>
        </p:nvPicPr>
        <p:blipFill>
          <a:blip r:embed="rId3">
            <a:alphaModFix/>
          </a:blip>
          <a:stretch>
            <a:fillRect/>
          </a:stretch>
        </p:blipFill>
        <p:spPr>
          <a:xfrm>
            <a:off x="4488800" y="2376550"/>
            <a:ext cx="1943100" cy="495300"/>
          </a:xfrm>
          <a:prstGeom prst="rect">
            <a:avLst/>
          </a:prstGeom>
          <a:noFill/>
          <a:ln>
            <a:noFill/>
          </a:ln>
        </p:spPr>
      </p:pic>
      <p:sp>
        <p:nvSpPr>
          <p:cNvPr id="1029" name="Google Shape;1029;p107"/>
          <p:cNvSpPr txBox="1"/>
          <p:nvPr/>
        </p:nvSpPr>
        <p:spPr>
          <a:xfrm>
            <a:off x="1102075" y="3106450"/>
            <a:ext cx="9120000" cy="19434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lang="it-IT" sz="1100">
                <a:solidFill>
                  <a:schemeClr val="dk1"/>
                </a:solidFill>
              </a:rPr>
              <a:t>Per questo motivo, a </a:t>
            </a:r>
            <a:r>
              <a:rPr b="1" lang="it-IT" sz="1100">
                <a:solidFill>
                  <a:schemeClr val="dk1"/>
                </a:solidFill>
              </a:rPr>
              <a:t>10 Hz</a:t>
            </a:r>
            <a:r>
              <a:rPr lang="it-IT" sz="1100">
                <a:solidFill>
                  <a:schemeClr val="dk1"/>
                </a:solidFill>
              </a:rPr>
              <a:t>, </a:t>
            </a:r>
            <a:r>
              <a:rPr b="1" lang="it-IT" sz="1100">
                <a:solidFill>
                  <a:schemeClr val="dk1"/>
                </a:solidFill>
              </a:rPr>
              <a:t>159 Hz</a:t>
            </a:r>
            <a:r>
              <a:rPr lang="it-IT" sz="1100">
                <a:solidFill>
                  <a:schemeClr val="dk1"/>
                </a:solidFill>
              </a:rPr>
              <a:t> e </a:t>
            </a:r>
            <a:r>
              <a:rPr b="1" lang="it-IT" sz="1100">
                <a:solidFill>
                  <a:schemeClr val="dk1"/>
                </a:solidFill>
              </a:rPr>
              <a:t>250 Hz</a:t>
            </a:r>
            <a:r>
              <a:rPr lang="it-IT" sz="1100">
                <a:solidFill>
                  <a:schemeClr val="dk1"/>
                </a:solidFill>
              </a:rPr>
              <a:t>, ritroviamo lo stesso andamento già osservato nel filtro attivo ideale.</a:t>
            </a:r>
            <a:endParaRPr sz="1100">
              <a:solidFill>
                <a:schemeClr val="dk1"/>
              </a:solidFill>
            </a:endParaRPr>
          </a:p>
          <a:p>
            <a:pPr indent="0" lvl="0" marL="0" rtl="0" algn="l">
              <a:lnSpc>
                <a:spcPct val="115000"/>
              </a:lnSpc>
              <a:spcBef>
                <a:spcPts val="1200"/>
              </a:spcBef>
              <a:spcAft>
                <a:spcPts val="0"/>
              </a:spcAft>
              <a:buNone/>
            </a:pPr>
            <a:r>
              <a:rPr lang="it-IT" sz="1100">
                <a:solidFill>
                  <a:schemeClr val="dk1"/>
                </a:solidFill>
              </a:rPr>
              <a:t>A </a:t>
            </a:r>
            <a:r>
              <a:rPr b="1" lang="it-IT" sz="1100">
                <a:solidFill>
                  <a:schemeClr val="dk1"/>
                </a:solidFill>
              </a:rPr>
              <a:t>10 Hz</a:t>
            </a:r>
            <a:r>
              <a:rPr lang="it-IT" sz="1100">
                <a:solidFill>
                  <a:schemeClr val="dk1"/>
                </a:solidFill>
              </a:rPr>
              <a:t>, cioè sotto la frequenza di taglio, il segnale in uscita risulta molto attenuato, perché il filtro blocca le basse frequenze.</a:t>
            </a:r>
            <a:endParaRPr sz="1100">
              <a:solidFill>
                <a:schemeClr val="dk1"/>
              </a:solidFill>
            </a:endParaRPr>
          </a:p>
          <a:p>
            <a:pPr indent="0" lvl="0" marL="0" rtl="0" algn="l">
              <a:lnSpc>
                <a:spcPct val="115000"/>
              </a:lnSpc>
              <a:spcBef>
                <a:spcPts val="1200"/>
              </a:spcBef>
              <a:spcAft>
                <a:spcPts val="0"/>
              </a:spcAft>
              <a:buNone/>
            </a:pPr>
            <a:r>
              <a:rPr lang="it-IT" sz="1100">
                <a:solidFill>
                  <a:schemeClr val="dk1"/>
                </a:solidFill>
              </a:rPr>
              <a:t>A </a:t>
            </a:r>
            <a:r>
              <a:rPr b="1" lang="it-IT" sz="1100">
                <a:solidFill>
                  <a:schemeClr val="dk1"/>
                </a:solidFill>
              </a:rPr>
              <a:t>159 Hz</a:t>
            </a:r>
            <a:r>
              <a:rPr lang="it-IT" sz="1100">
                <a:solidFill>
                  <a:schemeClr val="dk1"/>
                </a:solidFill>
              </a:rPr>
              <a:t>, in prossimità della frequenza di taglio, il segnale inizia a essere trasferito in modo significativo e compare lo sfasamento tipico del filtro passa-alto.</a:t>
            </a:r>
            <a:endParaRPr sz="1100">
              <a:solidFill>
                <a:schemeClr val="dk1"/>
              </a:solidFill>
            </a:endParaRPr>
          </a:p>
          <a:p>
            <a:pPr indent="0" lvl="0" marL="0" rtl="0" algn="l">
              <a:lnSpc>
                <a:spcPct val="115000"/>
              </a:lnSpc>
              <a:spcBef>
                <a:spcPts val="1200"/>
              </a:spcBef>
              <a:spcAft>
                <a:spcPts val="0"/>
              </a:spcAft>
              <a:buNone/>
            </a:pPr>
            <a:r>
              <a:rPr lang="it-IT" sz="1100">
                <a:solidFill>
                  <a:schemeClr val="dk1"/>
                </a:solidFill>
              </a:rPr>
              <a:t>A </a:t>
            </a:r>
            <a:r>
              <a:rPr b="1" lang="it-IT" sz="1100">
                <a:solidFill>
                  <a:schemeClr val="dk1"/>
                </a:solidFill>
              </a:rPr>
              <a:t>250 Hz</a:t>
            </a:r>
            <a:r>
              <a:rPr lang="it-IT" sz="1100">
                <a:solidFill>
                  <a:schemeClr val="dk1"/>
                </a:solidFill>
              </a:rPr>
              <a:t>, sopra la frequenza di taglio, il segnale passa con maggiore ampiezza e tende al guadagno impostato dal circuito.</a:t>
            </a:r>
            <a:endParaRPr sz="1100">
              <a:solidFill>
                <a:schemeClr val="dk1"/>
              </a:solidFill>
            </a:endParaRPr>
          </a:p>
          <a:p>
            <a:pPr indent="0" lvl="0" marL="0" rtl="0" algn="l">
              <a:lnSpc>
                <a:spcPct val="115000"/>
              </a:lnSpc>
              <a:spcBef>
                <a:spcPts val="1200"/>
              </a:spcBef>
              <a:spcAft>
                <a:spcPts val="1200"/>
              </a:spcAft>
              <a:buNone/>
            </a:pPr>
            <a:r>
              <a:rPr lang="it-IT" sz="1100">
                <a:solidFill>
                  <a:schemeClr val="dk1"/>
                </a:solidFill>
              </a:rPr>
              <a:t>I risultati sono quindi coerenti con il caso ideale: il filtro mantiene il comportamento passa-alto, il guadagno è circa pari a </a:t>
            </a:r>
            <a:r>
              <a:rPr b="1" lang="it-IT" sz="1100">
                <a:solidFill>
                  <a:schemeClr val="dk1"/>
                </a:solidFill>
              </a:rPr>
              <a:t>2</a:t>
            </a:r>
            <a:r>
              <a:rPr lang="it-IT" sz="1100">
                <a:solidFill>
                  <a:schemeClr val="dk1"/>
                </a:solidFill>
              </a:rPr>
              <a:t> e, essendo la configurazione invertente, l’uscita presenta uno sfasamento di </a:t>
            </a:r>
            <a:r>
              <a:rPr b="1" lang="it-IT" sz="1100">
                <a:solidFill>
                  <a:schemeClr val="dk1"/>
                </a:solidFill>
              </a:rPr>
              <a:t>180°</a:t>
            </a:r>
            <a:r>
              <a:rPr lang="it-IT" sz="1100">
                <a:solidFill>
                  <a:schemeClr val="dk1"/>
                </a:solidFill>
              </a:rPr>
              <a:t> più lo sfasamento introdotto dalla rete RC.</a:t>
            </a:r>
            <a:endParaRPr sz="1100">
              <a:solidFill>
                <a:schemeClr val="dk1"/>
              </a:solidFill>
            </a:endParaRPr>
          </a:p>
        </p:txBody>
      </p:sp>
    </p:spTree>
  </p:cSld>
  <p:clrMapOvr>
    <a:masterClrMapping/>
  </p:clrMapOvr>
</p:sld>
</file>

<file path=ppt/slides/slide8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3" name="Shape 1033"/>
        <p:cNvGrpSpPr/>
        <p:nvPr/>
      </p:nvGrpSpPr>
      <p:grpSpPr>
        <a:xfrm>
          <a:off x="0" y="0"/>
          <a:ext cx="0" cy="0"/>
          <a:chOff x="0" y="0"/>
          <a:chExt cx="0" cy="0"/>
        </a:xfrm>
      </p:grpSpPr>
      <p:pic>
        <p:nvPicPr>
          <p:cNvPr id="1034" name="Google Shape;1034;p108"/>
          <p:cNvPicPr preferRelativeResize="0"/>
          <p:nvPr/>
        </p:nvPicPr>
        <p:blipFill rotWithShape="1">
          <a:blip r:embed="rId3">
            <a:alphaModFix/>
          </a:blip>
          <a:srcRect b="0" l="0" r="0" t="0"/>
          <a:stretch/>
        </p:blipFill>
        <p:spPr>
          <a:xfrm>
            <a:off x="787176" y="3536586"/>
            <a:ext cx="5006537" cy="2453674"/>
          </a:xfrm>
          <a:prstGeom prst="rect">
            <a:avLst/>
          </a:prstGeom>
          <a:noFill/>
          <a:ln>
            <a:noFill/>
          </a:ln>
        </p:spPr>
      </p:pic>
      <p:pic>
        <p:nvPicPr>
          <p:cNvPr id="1035" name="Google Shape;1035;p108"/>
          <p:cNvPicPr preferRelativeResize="0"/>
          <p:nvPr/>
        </p:nvPicPr>
        <p:blipFill rotWithShape="1">
          <a:blip r:embed="rId4">
            <a:alphaModFix/>
          </a:blip>
          <a:srcRect b="0" l="0" r="0" t="0"/>
          <a:stretch/>
        </p:blipFill>
        <p:spPr>
          <a:xfrm>
            <a:off x="6207588" y="3645449"/>
            <a:ext cx="5315762" cy="2605225"/>
          </a:xfrm>
          <a:prstGeom prst="rect">
            <a:avLst/>
          </a:prstGeom>
          <a:noFill/>
          <a:ln>
            <a:noFill/>
          </a:ln>
        </p:spPr>
      </p:pic>
      <p:sp>
        <p:nvSpPr>
          <p:cNvPr id="1036" name="Google Shape;1036;p108"/>
          <p:cNvSpPr txBox="1"/>
          <p:nvPr/>
        </p:nvSpPr>
        <p:spPr>
          <a:xfrm>
            <a:off x="1637068" y="3167268"/>
            <a:ext cx="2814900" cy="3693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it-IT" sz="1800">
                <a:solidFill>
                  <a:schemeClr val="dk1"/>
                </a:solidFill>
                <a:latin typeface="Open Sans"/>
                <a:ea typeface="Open Sans"/>
                <a:cs typeface="Open Sans"/>
                <a:sym typeface="Open Sans"/>
              </a:rPr>
              <a:t>250hz</a:t>
            </a:r>
            <a:endParaRPr/>
          </a:p>
        </p:txBody>
      </p:sp>
      <p:sp>
        <p:nvSpPr>
          <p:cNvPr id="1037" name="Google Shape;1037;p108"/>
          <p:cNvSpPr txBox="1"/>
          <p:nvPr/>
        </p:nvSpPr>
        <p:spPr>
          <a:xfrm>
            <a:off x="8988701" y="3244350"/>
            <a:ext cx="2814900" cy="3693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it-IT" sz="1800">
                <a:solidFill>
                  <a:schemeClr val="dk1"/>
                </a:solidFill>
                <a:latin typeface="Open Sans"/>
                <a:ea typeface="Open Sans"/>
                <a:cs typeface="Open Sans"/>
                <a:sym typeface="Open Sans"/>
              </a:rPr>
              <a:t>10hz</a:t>
            </a:r>
            <a:endParaRPr/>
          </a:p>
        </p:txBody>
      </p:sp>
      <p:pic>
        <p:nvPicPr>
          <p:cNvPr id="1038" name="Google Shape;1038;p108"/>
          <p:cNvPicPr preferRelativeResize="0"/>
          <p:nvPr/>
        </p:nvPicPr>
        <p:blipFill rotWithShape="1">
          <a:blip r:embed="rId5">
            <a:alphaModFix/>
          </a:blip>
          <a:srcRect b="0" l="0" r="0" t="0"/>
          <a:stretch/>
        </p:blipFill>
        <p:spPr>
          <a:xfrm>
            <a:off x="3070625" y="822474"/>
            <a:ext cx="5006547" cy="2453682"/>
          </a:xfrm>
          <a:prstGeom prst="rect">
            <a:avLst/>
          </a:prstGeom>
          <a:noFill/>
          <a:ln>
            <a:noFill/>
          </a:ln>
        </p:spPr>
      </p:pic>
      <p:sp>
        <p:nvSpPr>
          <p:cNvPr id="1039" name="Google Shape;1039;p108"/>
          <p:cNvSpPr txBox="1"/>
          <p:nvPr/>
        </p:nvSpPr>
        <p:spPr>
          <a:xfrm>
            <a:off x="2038427" y="1413540"/>
            <a:ext cx="2640000" cy="3693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it-IT" sz="1800">
                <a:solidFill>
                  <a:schemeClr val="dk1"/>
                </a:solidFill>
                <a:latin typeface="Open Sans"/>
                <a:ea typeface="Open Sans"/>
                <a:cs typeface="Open Sans"/>
                <a:sym typeface="Open Sans"/>
              </a:rPr>
              <a:t>159hz</a:t>
            </a:r>
            <a:endParaRPr/>
          </a:p>
        </p:txBody>
      </p:sp>
    </p:spTree>
  </p:cSld>
  <p:clrMapOvr>
    <a:masterClrMapping/>
  </p:clrMapOvr>
</p:sld>
</file>

<file path=ppt/slides/slide8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4" name="Shape 1044"/>
        <p:cNvGrpSpPr/>
        <p:nvPr/>
      </p:nvGrpSpPr>
      <p:grpSpPr>
        <a:xfrm>
          <a:off x="0" y="0"/>
          <a:ext cx="0" cy="0"/>
          <a:chOff x="0" y="0"/>
          <a:chExt cx="0" cy="0"/>
        </a:xfrm>
      </p:grpSpPr>
      <p:sp>
        <p:nvSpPr>
          <p:cNvPr id="1045" name="Google Shape;1045;p109"/>
          <p:cNvSpPr txBox="1"/>
          <p:nvPr/>
        </p:nvSpPr>
        <p:spPr>
          <a:xfrm>
            <a:off x="1281750" y="880475"/>
            <a:ext cx="7550700" cy="415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it-IT" sz="1500">
                <a:latin typeface="Libre Franklin"/>
                <a:ea typeface="Libre Franklin"/>
                <a:cs typeface="Libre Franklin"/>
                <a:sym typeface="Libre Franklin"/>
              </a:rPr>
              <a:t>Carichi terminali: comportamento quasi ideale</a:t>
            </a:r>
            <a:endParaRPr b="1" sz="1500">
              <a:latin typeface="Libre Franklin"/>
              <a:ea typeface="Libre Franklin"/>
              <a:cs typeface="Libre Franklin"/>
              <a:sym typeface="Libre Franklin"/>
            </a:endParaRPr>
          </a:p>
        </p:txBody>
      </p:sp>
      <p:sp>
        <p:nvSpPr>
          <p:cNvPr id="1046" name="Google Shape;1046;p109"/>
          <p:cNvSpPr txBox="1"/>
          <p:nvPr/>
        </p:nvSpPr>
        <p:spPr>
          <a:xfrm>
            <a:off x="1209750" y="1343875"/>
            <a:ext cx="5442600" cy="10920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lang="it-IT" sz="1100">
                <a:solidFill>
                  <a:schemeClr val="dk1"/>
                </a:solidFill>
              </a:rPr>
              <a:t>Quando si collega un carico all’uscita del filtro attivo, il comportamento rimane molto simile a quello ideale finché la resistenza di carico </a:t>
            </a:r>
            <a:r>
              <a:rPr b="1" lang="it-IT" sz="1100">
                <a:solidFill>
                  <a:schemeClr val="dk1"/>
                </a:solidFill>
              </a:rPr>
              <a:t>R_Load</a:t>
            </a:r>
            <a:r>
              <a:rPr lang="it-IT" sz="1100">
                <a:solidFill>
                  <a:schemeClr val="dk1"/>
                </a:solidFill>
              </a:rPr>
              <a:t> è sufficientemente alta.</a:t>
            </a:r>
            <a:endParaRPr sz="1100">
              <a:solidFill>
                <a:schemeClr val="dk1"/>
              </a:solidFill>
            </a:endParaRPr>
          </a:p>
          <a:p>
            <a:pPr indent="0" lvl="0" marL="0" rtl="0" algn="l">
              <a:lnSpc>
                <a:spcPct val="115000"/>
              </a:lnSpc>
              <a:spcBef>
                <a:spcPts val="1200"/>
              </a:spcBef>
              <a:spcAft>
                <a:spcPts val="1200"/>
              </a:spcAft>
              <a:buNone/>
            </a:pPr>
            <a:r>
              <a:rPr lang="it-IT" sz="1100">
                <a:solidFill>
                  <a:schemeClr val="dk1"/>
                </a:solidFill>
              </a:rPr>
              <a:t>Questo accade perché l’operazionale reale, entro certi limiti, riesce a fornire la corrente richiesta dal carico senza modificare in modo significativo la tensione di uscita:</a:t>
            </a:r>
            <a:endParaRPr/>
          </a:p>
        </p:txBody>
      </p:sp>
      <p:pic>
        <p:nvPicPr>
          <p:cNvPr id="1047" name="Google Shape;1047;p109"/>
          <p:cNvPicPr preferRelativeResize="0"/>
          <p:nvPr/>
        </p:nvPicPr>
        <p:blipFill>
          <a:blip r:embed="rId3">
            <a:alphaModFix/>
          </a:blip>
          <a:stretch>
            <a:fillRect/>
          </a:stretch>
        </p:blipFill>
        <p:spPr>
          <a:xfrm>
            <a:off x="4189325" y="2390625"/>
            <a:ext cx="1123950" cy="638175"/>
          </a:xfrm>
          <a:prstGeom prst="rect">
            <a:avLst/>
          </a:prstGeom>
          <a:noFill/>
          <a:ln>
            <a:noFill/>
          </a:ln>
        </p:spPr>
      </p:pic>
      <p:sp>
        <p:nvSpPr>
          <p:cNvPr id="1048" name="Google Shape;1048;p109"/>
          <p:cNvSpPr txBox="1"/>
          <p:nvPr/>
        </p:nvSpPr>
        <p:spPr>
          <a:xfrm>
            <a:off x="1311700" y="3763150"/>
            <a:ext cx="5418600" cy="12867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lang="it-IT" sz="1100">
                <a:solidFill>
                  <a:schemeClr val="dk1"/>
                </a:solidFill>
              </a:rPr>
              <a:t>Se </a:t>
            </a:r>
            <a:r>
              <a:rPr b="1" lang="it-IT" sz="1100">
                <a:solidFill>
                  <a:schemeClr val="dk1"/>
                </a:solidFill>
              </a:rPr>
              <a:t>R_Load</a:t>
            </a:r>
            <a:r>
              <a:rPr lang="it-IT" sz="1100">
                <a:solidFill>
                  <a:schemeClr val="dk1"/>
                </a:solidFill>
              </a:rPr>
              <a:t> è grande, la corrente richiesta è piccola. In queste condizioni l’OP07 riesce a pilotare correttamente il carico e quindi la risposta del filtro resta praticamente invariata.</a:t>
            </a:r>
            <a:endParaRPr sz="1100">
              <a:solidFill>
                <a:schemeClr val="dk1"/>
              </a:solidFill>
            </a:endParaRPr>
          </a:p>
          <a:p>
            <a:pPr indent="0" lvl="0" marL="0" rtl="0" algn="l">
              <a:lnSpc>
                <a:spcPct val="115000"/>
              </a:lnSpc>
              <a:spcBef>
                <a:spcPts val="1200"/>
              </a:spcBef>
              <a:spcAft>
                <a:spcPts val="1200"/>
              </a:spcAft>
              <a:buNone/>
            </a:pPr>
            <a:r>
              <a:rPr lang="it-IT" sz="1100">
                <a:solidFill>
                  <a:schemeClr val="dk1"/>
                </a:solidFill>
              </a:rPr>
              <a:t>Per questo motivo, con carichi elevati, il comportamento osservato è quasi identico al caso ideale: la frequenza di taglio rimane la stessa, il guadagno resta stabile e il diagramma di Bode mantiene lo stesso andamento.</a:t>
            </a:r>
            <a:endParaRPr sz="1100">
              <a:solidFill>
                <a:schemeClr val="dk1"/>
              </a:solidFill>
            </a:endParaRPr>
          </a:p>
        </p:txBody>
      </p:sp>
      <p:pic>
        <p:nvPicPr>
          <p:cNvPr id="1049" name="Google Shape;1049;p109"/>
          <p:cNvPicPr preferRelativeResize="0"/>
          <p:nvPr/>
        </p:nvPicPr>
        <p:blipFill rotWithShape="1">
          <a:blip r:embed="rId4">
            <a:alphaModFix/>
          </a:blip>
          <a:srcRect b="0" l="0" r="0" t="0"/>
          <a:stretch/>
        </p:blipFill>
        <p:spPr>
          <a:xfrm>
            <a:off x="6514599" y="1897851"/>
            <a:ext cx="4806699" cy="2355726"/>
          </a:xfrm>
          <a:prstGeom prst="rect">
            <a:avLst/>
          </a:prstGeom>
          <a:noFill/>
          <a:ln>
            <a:noFill/>
          </a:ln>
        </p:spPr>
      </p:pic>
    </p:spTree>
  </p:cSld>
  <p:clrMapOvr>
    <a:masterClrMapping/>
  </p:clrMapOvr>
</p:sld>
</file>

<file path=ppt/slides/slide8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54" name="Shape 1054"/>
        <p:cNvGrpSpPr/>
        <p:nvPr/>
      </p:nvGrpSpPr>
      <p:grpSpPr>
        <a:xfrm>
          <a:off x="0" y="0"/>
          <a:ext cx="0" cy="0"/>
          <a:chOff x="0" y="0"/>
          <a:chExt cx="0" cy="0"/>
        </a:xfrm>
      </p:grpSpPr>
      <p:sp>
        <p:nvSpPr>
          <p:cNvPr id="1055" name="Google Shape;1055;p110"/>
          <p:cNvSpPr txBox="1"/>
          <p:nvPr/>
        </p:nvSpPr>
        <p:spPr>
          <a:xfrm>
            <a:off x="1323675" y="964325"/>
            <a:ext cx="7023600" cy="415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it-IT" sz="1500">
                <a:latin typeface="Libre Franklin"/>
                <a:ea typeface="Libre Franklin"/>
                <a:cs typeface="Libre Franklin"/>
                <a:sym typeface="Libre Franklin"/>
              </a:rPr>
              <a:t>Carichi troppo piccoli: attenuazione e perdita di idealità</a:t>
            </a:r>
            <a:endParaRPr b="1" sz="1500">
              <a:latin typeface="Libre Franklin"/>
              <a:ea typeface="Libre Franklin"/>
              <a:cs typeface="Libre Franklin"/>
              <a:sym typeface="Libre Franklin"/>
            </a:endParaRPr>
          </a:p>
        </p:txBody>
      </p:sp>
      <p:sp>
        <p:nvSpPr>
          <p:cNvPr id="1056" name="Google Shape;1056;p110"/>
          <p:cNvSpPr txBox="1"/>
          <p:nvPr/>
        </p:nvSpPr>
        <p:spPr>
          <a:xfrm>
            <a:off x="1395550" y="1404200"/>
            <a:ext cx="9036300" cy="6156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it-IT"/>
              <a:t>Nel caso reale, l’OP07 non si comporta come un generatore ideale di tensione. Le sue impedenze di ingresso sono molto elevate:</a:t>
            </a:r>
            <a:endParaRPr/>
          </a:p>
        </p:txBody>
      </p:sp>
      <p:pic>
        <p:nvPicPr>
          <p:cNvPr id="1057" name="Google Shape;1057;p110"/>
          <p:cNvPicPr preferRelativeResize="0"/>
          <p:nvPr/>
        </p:nvPicPr>
        <p:blipFill>
          <a:blip r:embed="rId3">
            <a:alphaModFix/>
          </a:blip>
          <a:stretch>
            <a:fillRect/>
          </a:stretch>
        </p:blipFill>
        <p:spPr>
          <a:xfrm>
            <a:off x="4428900" y="1935950"/>
            <a:ext cx="1449125" cy="702600"/>
          </a:xfrm>
          <a:prstGeom prst="rect">
            <a:avLst/>
          </a:prstGeom>
          <a:noFill/>
          <a:ln>
            <a:noFill/>
          </a:ln>
        </p:spPr>
      </p:pic>
      <p:sp>
        <p:nvSpPr>
          <p:cNvPr id="1058" name="Google Shape;1058;p110"/>
          <p:cNvSpPr txBox="1"/>
          <p:nvPr/>
        </p:nvSpPr>
        <p:spPr>
          <a:xfrm>
            <a:off x="1287725" y="2697950"/>
            <a:ext cx="8401200" cy="7026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lang="it-IT" sz="1100">
                <a:solidFill>
                  <a:schemeClr val="dk1"/>
                </a:solidFill>
              </a:rPr>
              <a:t>perciò l’ingresso dell’operazionale non carica quasi per nulla la rete </a:t>
            </a:r>
            <a:r>
              <a:rPr b="1" lang="it-IT" sz="1100">
                <a:solidFill>
                  <a:schemeClr val="dk1"/>
                </a:solidFill>
              </a:rPr>
              <a:t>RC</a:t>
            </a:r>
            <a:r>
              <a:rPr lang="it-IT" sz="1100">
                <a:solidFill>
                  <a:schemeClr val="dk1"/>
                </a:solidFill>
              </a:rPr>
              <a:t> del filtro.</a:t>
            </a:r>
            <a:endParaRPr sz="1100">
              <a:solidFill>
                <a:schemeClr val="dk1"/>
              </a:solidFill>
            </a:endParaRPr>
          </a:p>
          <a:p>
            <a:pPr indent="0" lvl="0" marL="0" rtl="0" algn="l">
              <a:lnSpc>
                <a:spcPct val="115000"/>
              </a:lnSpc>
              <a:spcBef>
                <a:spcPts val="1200"/>
              </a:spcBef>
              <a:spcAft>
                <a:spcPts val="1200"/>
              </a:spcAft>
              <a:buNone/>
            </a:pPr>
            <a:r>
              <a:rPr lang="it-IT" sz="1100">
                <a:solidFill>
                  <a:schemeClr val="dk1"/>
                </a:solidFill>
              </a:rPr>
              <a:t>Il limite principale compare invece sul lato uscita. L’OP07 ha una resistenza di uscita open-loop tipica di circa:</a:t>
            </a:r>
            <a:endParaRPr/>
          </a:p>
        </p:txBody>
      </p:sp>
      <p:pic>
        <p:nvPicPr>
          <p:cNvPr id="1059" name="Google Shape;1059;p110"/>
          <p:cNvPicPr preferRelativeResize="0"/>
          <p:nvPr/>
        </p:nvPicPr>
        <p:blipFill>
          <a:blip r:embed="rId4">
            <a:alphaModFix/>
          </a:blip>
          <a:stretch>
            <a:fillRect/>
          </a:stretch>
        </p:blipFill>
        <p:spPr>
          <a:xfrm>
            <a:off x="7962700" y="2990975"/>
            <a:ext cx="1076325" cy="409575"/>
          </a:xfrm>
          <a:prstGeom prst="rect">
            <a:avLst/>
          </a:prstGeom>
          <a:noFill/>
          <a:ln>
            <a:noFill/>
          </a:ln>
        </p:spPr>
      </p:pic>
      <p:sp>
        <p:nvSpPr>
          <p:cNvPr id="1060" name="Google Shape;1060;p110"/>
          <p:cNvSpPr txBox="1"/>
          <p:nvPr/>
        </p:nvSpPr>
        <p:spPr>
          <a:xfrm>
            <a:off x="1287725" y="3539825"/>
            <a:ext cx="8682900" cy="8973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lang="it-IT" sz="1100">
                <a:solidFill>
                  <a:schemeClr val="dk1"/>
                </a:solidFill>
              </a:rPr>
              <a:t>Se il carico collegato all’uscita è molto più grande di questo valore, ad esempio nell’ordine dei </a:t>
            </a:r>
            <a:r>
              <a:rPr b="1" lang="it-IT" sz="1100">
                <a:solidFill>
                  <a:schemeClr val="dk1"/>
                </a:solidFill>
              </a:rPr>
              <a:t>kΩ</a:t>
            </a:r>
            <a:r>
              <a:rPr lang="it-IT" sz="1100">
                <a:solidFill>
                  <a:schemeClr val="dk1"/>
                </a:solidFill>
              </a:rPr>
              <a:t>, l’effetto è trascurabile e il comportamento resta simile a quello ideale.</a:t>
            </a:r>
            <a:endParaRPr sz="1100">
              <a:solidFill>
                <a:schemeClr val="dk1"/>
              </a:solidFill>
            </a:endParaRPr>
          </a:p>
          <a:p>
            <a:pPr indent="0" lvl="0" marL="0" rtl="0" algn="l">
              <a:lnSpc>
                <a:spcPct val="115000"/>
              </a:lnSpc>
              <a:spcBef>
                <a:spcPts val="1200"/>
              </a:spcBef>
              <a:spcAft>
                <a:spcPts val="1200"/>
              </a:spcAft>
              <a:buNone/>
            </a:pPr>
            <a:r>
              <a:rPr lang="it-IT" sz="1100">
                <a:solidFill>
                  <a:schemeClr val="dk1"/>
                </a:solidFill>
              </a:rPr>
              <a:t>Se invece </a:t>
            </a:r>
            <a:r>
              <a:rPr b="1" lang="it-IT" sz="1100">
                <a:solidFill>
                  <a:schemeClr val="dk1"/>
                </a:solidFill>
              </a:rPr>
              <a:t>R_Load</a:t>
            </a:r>
            <a:r>
              <a:rPr lang="it-IT" sz="1100">
                <a:solidFill>
                  <a:schemeClr val="dk1"/>
                </a:solidFill>
              </a:rPr>
              <a:t> diventa troppo piccola, il carico richiede una corrente maggiore:</a:t>
            </a:r>
            <a:endParaRPr sz="1100">
              <a:solidFill>
                <a:schemeClr val="dk1"/>
              </a:solidFill>
            </a:endParaRPr>
          </a:p>
        </p:txBody>
      </p:sp>
      <p:pic>
        <p:nvPicPr>
          <p:cNvPr id="1061" name="Google Shape;1061;p110"/>
          <p:cNvPicPr preferRelativeResize="0"/>
          <p:nvPr/>
        </p:nvPicPr>
        <p:blipFill>
          <a:blip r:embed="rId5">
            <a:alphaModFix/>
          </a:blip>
          <a:stretch>
            <a:fillRect/>
          </a:stretch>
        </p:blipFill>
        <p:spPr>
          <a:xfrm>
            <a:off x="6435375" y="3954650"/>
            <a:ext cx="1171575" cy="561975"/>
          </a:xfrm>
          <a:prstGeom prst="rect">
            <a:avLst/>
          </a:prstGeom>
          <a:noFill/>
          <a:ln>
            <a:noFill/>
          </a:ln>
        </p:spPr>
      </p:pic>
      <p:sp>
        <p:nvSpPr>
          <p:cNvPr id="1062" name="Google Shape;1062;p110"/>
          <p:cNvSpPr txBox="1"/>
          <p:nvPr/>
        </p:nvSpPr>
        <p:spPr>
          <a:xfrm>
            <a:off x="1227850" y="4480175"/>
            <a:ext cx="9581100" cy="16353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lang="it-IT" sz="1100">
                <a:solidFill>
                  <a:schemeClr val="dk1"/>
                </a:solidFill>
              </a:rPr>
              <a:t>Quando la corrente richiesta supera ciò che l’OP07 riesce a fornire correttamente, l’uscita non mantiene più il valore teorico. Il segnale può quindi attenuarsi, deformarsi o ridursi rispetto al caso ideale.</a:t>
            </a:r>
            <a:endParaRPr sz="1100">
              <a:solidFill>
                <a:schemeClr val="dk1"/>
              </a:solidFill>
            </a:endParaRPr>
          </a:p>
          <a:p>
            <a:pPr indent="0" lvl="0" marL="0" rtl="0" algn="l">
              <a:lnSpc>
                <a:spcPct val="115000"/>
              </a:lnSpc>
              <a:spcBef>
                <a:spcPts val="1200"/>
              </a:spcBef>
              <a:spcAft>
                <a:spcPts val="0"/>
              </a:spcAft>
              <a:buNone/>
            </a:pPr>
            <a:r>
              <a:rPr lang="it-IT" sz="1100">
                <a:solidFill>
                  <a:schemeClr val="dk1"/>
                </a:solidFill>
              </a:rPr>
              <a:t>Questo è ciò che si osserva con un carico molto basso, ad esempio </a:t>
            </a:r>
            <a:r>
              <a:rPr b="1" lang="it-IT" sz="1100">
                <a:solidFill>
                  <a:schemeClr val="dk1"/>
                </a:solidFill>
              </a:rPr>
              <a:t>10 Ω</a:t>
            </a:r>
            <a:r>
              <a:rPr lang="it-IT" sz="1100">
                <a:solidFill>
                  <a:schemeClr val="dk1"/>
                </a:solidFill>
              </a:rPr>
              <a:t>: la risposta non resta più stabile, ma dopo una certa frequenza tende ad abbassarsi. Il carico diventa troppo “pesante” per l’operazionale reale.</a:t>
            </a:r>
            <a:endParaRPr sz="1100">
              <a:solidFill>
                <a:schemeClr val="dk1"/>
              </a:solidFill>
            </a:endParaRPr>
          </a:p>
          <a:p>
            <a:pPr indent="0" lvl="0" marL="0" rtl="0" algn="l">
              <a:lnSpc>
                <a:spcPct val="115000"/>
              </a:lnSpc>
              <a:spcBef>
                <a:spcPts val="1200"/>
              </a:spcBef>
              <a:spcAft>
                <a:spcPts val="1200"/>
              </a:spcAft>
              <a:buNone/>
            </a:pPr>
            <a:r>
              <a:rPr lang="it-IT" sz="1100">
                <a:solidFill>
                  <a:schemeClr val="dk1"/>
                </a:solidFill>
              </a:rPr>
              <a:t>In sintesi, nel filtro attivo ideale il carico non influenzava Vout​; nel caso reale questo è vero solo finché </a:t>
            </a:r>
            <a:r>
              <a:rPr b="1" lang="it-IT" sz="1100">
                <a:solidFill>
                  <a:schemeClr val="dk1"/>
                </a:solidFill>
              </a:rPr>
              <a:t>R_Load</a:t>
            </a:r>
            <a:r>
              <a:rPr lang="it-IT" sz="1100">
                <a:solidFill>
                  <a:schemeClr val="dk1"/>
                </a:solidFill>
              </a:rPr>
              <a:t> rimane sopra un valore minimo. Le alte resistenze di ingresso proteggono la rete </a:t>
            </a:r>
            <a:r>
              <a:rPr b="1" lang="it-IT" sz="1100">
                <a:solidFill>
                  <a:schemeClr val="dk1"/>
                </a:solidFill>
              </a:rPr>
              <a:t>RC</a:t>
            </a:r>
            <a:r>
              <a:rPr lang="it-IT" sz="1100">
                <a:solidFill>
                  <a:schemeClr val="dk1"/>
                </a:solidFill>
              </a:rPr>
              <a:t>, ma la resistenza di uscita reale limita la capacità dell’OP07 di pilotare carichi troppo bassi.</a:t>
            </a:r>
            <a:endParaRPr sz="1100">
              <a:solidFill>
                <a:schemeClr val="dk1"/>
              </a:solidFill>
            </a:endParaRPr>
          </a:p>
        </p:txBody>
      </p:sp>
    </p:spTree>
  </p:cSld>
  <p:clrMapOvr>
    <a:masterClrMapping/>
  </p:clrMapOvr>
</p:sld>
</file>

<file path=ppt/slides/slide9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6" name="Shape 1066"/>
        <p:cNvGrpSpPr/>
        <p:nvPr/>
      </p:nvGrpSpPr>
      <p:grpSpPr>
        <a:xfrm>
          <a:off x="0" y="0"/>
          <a:ext cx="0" cy="0"/>
          <a:chOff x="0" y="0"/>
          <a:chExt cx="0" cy="0"/>
        </a:xfrm>
      </p:grpSpPr>
      <p:pic>
        <p:nvPicPr>
          <p:cNvPr id="1067" name="Google Shape;1067;p111"/>
          <p:cNvPicPr preferRelativeResize="0"/>
          <p:nvPr/>
        </p:nvPicPr>
        <p:blipFill rotWithShape="1">
          <a:blip r:embed="rId3">
            <a:alphaModFix/>
          </a:blip>
          <a:srcRect b="0" l="0" r="0" t="0"/>
          <a:stretch/>
        </p:blipFill>
        <p:spPr>
          <a:xfrm>
            <a:off x="2694723" y="2932877"/>
            <a:ext cx="5978325" cy="2929951"/>
          </a:xfrm>
          <a:prstGeom prst="rect">
            <a:avLst/>
          </a:prstGeom>
          <a:noFill/>
          <a:ln>
            <a:noFill/>
          </a:ln>
        </p:spPr>
      </p:pic>
      <p:pic>
        <p:nvPicPr>
          <p:cNvPr id="1068" name="Google Shape;1068;p111"/>
          <p:cNvPicPr preferRelativeResize="0"/>
          <p:nvPr/>
        </p:nvPicPr>
        <p:blipFill rotWithShape="1">
          <a:blip r:embed="rId4">
            <a:alphaModFix/>
          </a:blip>
          <a:srcRect b="0" l="0" r="0" t="0"/>
          <a:stretch/>
        </p:blipFill>
        <p:spPr>
          <a:xfrm>
            <a:off x="3457001" y="770149"/>
            <a:ext cx="4687701" cy="1815325"/>
          </a:xfrm>
          <a:prstGeom prst="rect">
            <a:avLst/>
          </a:prstGeom>
          <a:noFill/>
          <a:ln>
            <a:noFill/>
          </a:ln>
        </p:spPr>
      </p:pic>
    </p:spTree>
  </p:cSld>
  <p:clrMapOvr>
    <a:masterClrMapping/>
  </p:clrMapOvr>
</p:sld>
</file>

<file path=ppt/slides/slide9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3" name="Shape 1073"/>
        <p:cNvGrpSpPr/>
        <p:nvPr/>
      </p:nvGrpSpPr>
      <p:grpSpPr>
        <a:xfrm>
          <a:off x="0" y="0"/>
          <a:ext cx="0" cy="0"/>
          <a:chOff x="0" y="0"/>
          <a:chExt cx="0" cy="0"/>
        </a:xfrm>
      </p:grpSpPr>
      <p:sp>
        <p:nvSpPr>
          <p:cNvPr id="1074" name="Google Shape;1074;p112"/>
          <p:cNvSpPr txBox="1"/>
          <p:nvPr/>
        </p:nvSpPr>
        <p:spPr>
          <a:xfrm>
            <a:off x="1108050" y="1293725"/>
            <a:ext cx="9138000" cy="7356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lang="it-IT" sz="1200"/>
              <a:t>si osserva che la variazione di Rs​ produce lo stesso effetto già visto nel modello ideale: cambia la frequenza di taglio del filtro.</a:t>
            </a:r>
            <a:endParaRPr sz="1200"/>
          </a:p>
          <a:p>
            <a:pPr indent="0" lvl="0" marL="0" rtl="0" algn="l">
              <a:lnSpc>
                <a:spcPct val="115000"/>
              </a:lnSpc>
              <a:spcBef>
                <a:spcPts val="1200"/>
              </a:spcBef>
              <a:spcAft>
                <a:spcPts val="1200"/>
              </a:spcAft>
              <a:buNone/>
            </a:pPr>
            <a:r>
              <a:rPr lang="it-IT" sz="1200"/>
              <a:t>La frequenza di taglio dipende infatti dalla rete di ingresso formata da Rs​ e dal condensatore:</a:t>
            </a:r>
            <a:endParaRPr sz="1200"/>
          </a:p>
        </p:txBody>
      </p:sp>
      <p:sp>
        <p:nvSpPr>
          <p:cNvPr id="1075" name="Google Shape;1075;p112"/>
          <p:cNvSpPr txBox="1"/>
          <p:nvPr/>
        </p:nvSpPr>
        <p:spPr>
          <a:xfrm>
            <a:off x="1355275" y="756125"/>
            <a:ext cx="7758300" cy="569400"/>
          </a:xfrm>
          <a:prstGeom prst="rect">
            <a:avLst/>
          </a:prstGeom>
          <a:noFill/>
          <a:ln>
            <a:noFill/>
          </a:ln>
        </p:spPr>
        <p:txBody>
          <a:bodyPr anchorCtr="0" anchor="t" bIns="91425" lIns="91425" spcFirstLastPara="1" rIns="91425" wrap="square" tIns="91425">
            <a:spAutoFit/>
          </a:bodyPr>
          <a:lstStyle/>
          <a:p>
            <a:pPr indent="0" lvl="0" marL="0" marR="0" rtl="0" algn="l">
              <a:spcBef>
                <a:spcPts val="0"/>
              </a:spcBef>
              <a:spcAft>
                <a:spcPts val="0"/>
              </a:spcAft>
              <a:buClr>
                <a:srgbClr val="073763"/>
              </a:buClr>
              <a:buSzPts val="2500"/>
              <a:buFont typeface="Libre Franklin SemiBold"/>
              <a:buNone/>
            </a:pPr>
            <a:r>
              <a:rPr lang="it-IT" sz="2500">
                <a:solidFill>
                  <a:srgbClr val="073763"/>
                </a:solidFill>
                <a:latin typeface="Libre Franklin SemiBold"/>
                <a:ea typeface="Libre Franklin SemiBold"/>
                <a:cs typeface="Libre Franklin SemiBold"/>
                <a:sym typeface="Libre Franklin SemiBold"/>
              </a:rPr>
              <a:t>Cambio Rs</a:t>
            </a:r>
            <a:endParaRPr sz="2500">
              <a:solidFill>
                <a:srgbClr val="073763"/>
              </a:solidFill>
              <a:latin typeface="Libre Franklin SemiBold"/>
              <a:ea typeface="Libre Franklin SemiBold"/>
              <a:cs typeface="Libre Franklin SemiBold"/>
              <a:sym typeface="Libre Franklin SemiBold"/>
            </a:endParaRPr>
          </a:p>
        </p:txBody>
      </p:sp>
      <p:pic>
        <p:nvPicPr>
          <p:cNvPr id="1076" name="Google Shape;1076;p112"/>
          <p:cNvPicPr preferRelativeResize="0"/>
          <p:nvPr/>
        </p:nvPicPr>
        <p:blipFill>
          <a:blip r:embed="rId3">
            <a:alphaModFix/>
          </a:blip>
          <a:stretch>
            <a:fillRect/>
          </a:stretch>
        </p:blipFill>
        <p:spPr>
          <a:xfrm>
            <a:off x="7196075" y="1708550"/>
            <a:ext cx="1219200" cy="581025"/>
          </a:xfrm>
          <a:prstGeom prst="rect">
            <a:avLst/>
          </a:prstGeom>
          <a:noFill/>
          <a:ln>
            <a:noFill/>
          </a:ln>
        </p:spPr>
      </p:pic>
      <p:sp>
        <p:nvSpPr>
          <p:cNvPr id="1077" name="Google Shape;1077;p112"/>
          <p:cNvSpPr txBox="1"/>
          <p:nvPr/>
        </p:nvSpPr>
        <p:spPr>
          <a:xfrm>
            <a:off x="1263800" y="2371850"/>
            <a:ext cx="7874100" cy="8973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lang="it-IT" sz="1100"/>
              <a:t>Quindi, se Rs​ diminuisce, diminuisce anche il prodotto Rs​*C e la frequenza di taglio aumenta. Al contrario, se Rs​ aumenta, la frequenza di taglio si sposta verso frequenze più basse.</a:t>
            </a:r>
            <a:endParaRPr sz="1100"/>
          </a:p>
          <a:p>
            <a:pPr indent="0" lvl="0" marL="0" rtl="0" algn="l">
              <a:lnSpc>
                <a:spcPct val="115000"/>
              </a:lnSpc>
              <a:spcBef>
                <a:spcPts val="1200"/>
              </a:spcBef>
              <a:spcAft>
                <a:spcPts val="1200"/>
              </a:spcAft>
              <a:buNone/>
            </a:pPr>
            <a:r>
              <a:rPr lang="it-IT" sz="1100"/>
              <a:t>Nel confronto mostrato, passando da:</a:t>
            </a:r>
            <a:endParaRPr sz="1100"/>
          </a:p>
        </p:txBody>
      </p:sp>
      <p:pic>
        <p:nvPicPr>
          <p:cNvPr id="1078" name="Google Shape;1078;p112"/>
          <p:cNvPicPr preferRelativeResize="0"/>
          <p:nvPr/>
        </p:nvPicPr>
        <p:blipFill>
          <a:blip r:embed="rId4">
            <a:alphaModFix/>
          </a:blip>
          <a:stretch>
            <a:fillRect/>
          </a:stretch>
        </p:blipFill>
        <p:spPr>
          <a:xfrm>
            <a:off x="4440900" y="2972325"/>
            <a:ext cx="1123950" cy="1171575"/>
          </a:xfrm>
          <a:prstGeom prst="rect">
            <a:avLst/>
          </a:prstGeom>
          <a:noFill/>
          <a:ln>
            <a:noFill/>
          </a:ln>
        </p:spPr>
      </p:pic>
      <p:sp>
        <p:nvSpPr>
          <p:cNvPr id="1079" name="Google Shape;1079;p112"/>
          <p:cNvSpPr txBox="1"/>
          <p:nvPr/>
        </p:nvSpPr>
        <p:spPr>
          <a:xfrm>
            <a:off x="958325" y="4282500"/>
            <a:ext cx="9754800" cy="16353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lang="it-IT" sz="1100"/>
              <a:t>la frequenza di taglio aumenta enormemente, perché la resistenza della rete RC diventa molto più piccola.</a:t>
            </a:r>
            <a:endParaRPr sz="1100"/>
          </a:p>
          <a:p>
            <a:pPr indent="0" lvl="0" marL="0" rtl="0" algn="l">
              <a:lnSpc>
                <a:spcPct val="115000"/>
              </a:lnSpc>
              <a:spcBef>
                <a:spcPts val="1200"/>
              </a:spcBef>
              <a:spcAft>
                <a:spcPts val="0"/>
              </a:spcAft>
              <a:buNone/>
            </a:pPr>
            <a:r>
              <a:rPr lang="it-IT" sz="1100"/>
              <a:t>Questo cambiamento non riguarda solo fc​, ma influenza anche il comportamento reale dell’operazionale. Spostando il taglio verso frequenze più alte, il filtro si avvicina maggiormente ai limiti dell’OP07, come la banda passante finita e i ritardi interni. Per questo nel grafico compaiono picchi, deformazioni e una perdita di comportamento ideale.</a:t>
            </a:r>
            <a:endParaRPr sz="1100"/>
          </a:p>
          <a:p>
            <a:pPr indent="0" lvl="0" marL="0" rtl="0" algn="l">
              <a:lnSpc>
                <a:spcPct val="115000"/>
              </a:lnSpc>
              <a:spcBef>
                <a:spcPts val="1200"/>
              </a:spcBef>
              <a:spcAft>
                <a:spcPts val="1200"/>
              </a:spcAft>
              <a:buNone/>
            </a:pPr>
            <a:r>
              <a:rPr lang="it-IT" sz="1100"/>
              <a:t>In sintesi: anche con l’opamp reale, Rs​ continua a controllare la frequenza di taglio; però, quando Rs​ diventa troppo piccola, il filtro richiede prestazioni che l’OP07 reale non riesce più a garantire perfettamente.</a:t>
            </a:r>
            <a:endParaRPr sz="1100"/>
          </a:p>
        </p:txBody>
      </p:sp>
    </p:spTree>
  </p:cSld>
  <p:clrMapOvr>
    <a:masterClrMapping/>
  </p:clrMapOvr>
</p:sld>
</file>

<file path=ppt/slides/slide9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83" name="Shape 1083"/>
        <p:cNvGrpSpPr/>
        <p:nvPr/>
      </p:nvGrpSpPr>
      <p:grpSpPr>
        <a:xfrm>
          <a:off x="0" y="0"/>
          <a:ext cx="0" cy="0"/>
          <a:chOff x="0" y="0"/>
          <a:chExt cx="0" cy="0"/>
        </a:xfrm>
      </p:grpSpPr>
      <p:pic>
        <p:nvPicPr>
          <p:cNvPr id="1084" name="Google Shape;1084;p113"/>
          <p:cNvPicPr preferRelativeResize="0"/>
          <p:nvPr/>
        </p:nvPicPr>
        <p:blipFill rotWithShape="1">
          <a:blip r:embed="rId3">
            <a:alphaModFix/>
          </a:blip>
          <a:srcRect b="0" l="0" r="0" t="0"/>
          <a:stretch/>
        </p:blipFill>
        <p:spPr>
          <a:xfrm>
            <a:off x="863675" y="1411801"/>
            <a:ext cx="4856401" cy="4208090"/>
          </a:xfrm>
          <a:prstGeom prst="rect">
            <a:avLst/>
          </a:prstGeom>
          <a:noFill/>
          <a:ln>
            <a:noFill/>
          </a:ln>
        </p:spPr>
      </p:pic>
      <p:pic>
        <p:nvPicPr>
          <p:cNvPr id="1085" name="Google Shape;1085;p113"/>
          <p:cNvPicPr preferRelativeResize="0"/>
          <p:nvPr/>
        </p:nvPicPr>
        <p:blipFill rotWithShape="1">
          <a:blip r:embed="rId4">
            <a:alphaModFix/>
          </a:blip>
          <a:srcRect b="0" l="0" r="0" t="0"/>
          <a:stretch/>
        </p:blipFill>
        <p:spPr>
          <a:xfrm>
            <a:off x="5935099" y="1802805"/>
            <a:ext cx="5525907" cy="2708213"/>
          </a:xfrm>
          <a:prstGeom prst="rect">
            <a:avLst/>
          </a:prstGeom>
          <a:noFill/>
          <a:ln>
            <a:noFill/>
          </a:ln>
        </p:spPr>
      </p:pic>
    </p:spTree>
  </p:cSld>
  <p:clrMapOvr>
    <a:masterClrMapping/>
  </p:clrMapOvr>
</p:sld>
</file>

<file path=ppt/slides/slide9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89" name="Shape 1089"/>
        <p:cNvGrpSpPr/>
        <p:nvPr/>
      </p:nvGrpSpPr>
      <p:grpSpPr>
        <a:xfrm>
          <a:off x="0" y="0"/>
          <a:ext cx="0" cy="0"/>
          <a:chOff x="0" y="0"/>
          <a:chExt cx="0" cy="0"/>
        </a:xfrm>
      </p:grpSpPr>
      <p:sp>
        <p:nvSpPr>
          <p:cNvPr id="1090" name="Google Shape;1090;p114"/>
          <p:cNvSpPr txBox="1"/>
          <p:nvPr/>
        </p:nvSpPr>
        <p:spPr>
          <a:xfrm>
            <a:off x="1355275" y="756125"/>
            <a:ext cx="7758300" cy="569400"/>
          </a:xfrm>
          <a:prstGeom prst="rect">
            <a:avLst/>
          </a:prstGeom>
          <a:noFill/>
          <a:ln>
            <a:noFill/>
          </a:ln>
        </p:spPr>
        <p:txBody>
          <a:bodyPr anchorCtr="0" anchor="t" bIns="91425" lIns="91425" spcFirstLastPara="1" rIns="91425" wrap="square" tIns="91425">
            <a:spAutoFit/>
          </a:bodyPr>
          <a:lstStyle/>
          <a:p>
            <a:pPr indent="0" lvl="0" marL="0" marR="0" rtl="0" algn="l">
              <a:spcBef>
                <a:spcPts val="0"/>
              </a:spcBef>
              <a:spcAft>
                <a:spcPts val="0"/>
              </a:spcAft>
              <a:buClr>
                <a:srgbClr val="073763"/>
              </a:buClr>
              <a:buSzPts val="2500"/>
              <a:buFont typeface="Libre Franklin SemiBold"/>
              <a:buNone/>
            </a:pPr>
            <a:r>
              <a:rPr lang="it-IT" sz="2500">
                <a:solidFill>
                  <a:srgbClr val="073763"/>
                </a:solidFill>
                <a:latin typeface="Libre Franklin SemiBold"/>
                <a:ea typeface="Libre Franklin SemiBold"/>
                <a:cs typeface="Libre Franklin SemiBold"/>
                <a:sym typeface="Libre Franklin SemiBold"/>
              </a:rPr>
              <a:t>Cambio Rf: quando influenza la frequenza di taglio</a:t>
            </a:r>
            <a:endParaRPr sz="2500">
              <a:solidFill>
                <a:srgbClr val="073763"/>
              </a:solidFill>
              <a:latin typeface="Libre Franklin SemiBold"/>
              <a:ea typeface="Libre Franklin SemiBold"/>
              <a:cs typeface="Libre Franklin SemiBold"/>
              <a:sym typeface="Libre Franklin SemiBold"/>
            </a:endParaRPr>
          </a:p>
        </p:txBody>
      </p:sp>
      <p:sp>
        <p:nvSpPr>
          <p:cNvPr id="1091" name="Google Shape;1091;p114"/>
          <p:cNvSpPr txBox="1"/>
          <p:nvPr/>
        </p:nvSpPr>
        <p:spPr>
          <a:xfrm>
            <a:off x="1485400" y="1365625"/>
            <a:ext cx="7167600" cy="6156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it-IT"/>
              <a:t>In questa analisi viene modificata la resistenza di retroazione Rf​. In condizioni ideali, cambiare Rf​ dovrebbe modificare solo il guadagno del filtro invertente:</a:t>
            </a:r>
            <a:endParaRPr/>
          </a:p>
        </p:txBody>
      </p:sp>
      <p:pic>
        <p:nvPicPr>
          <p:cNvPr id="1092" name="Google Shape;1092;p114"/>
          <p:cNvPicPr preferRelativeResize="0"/>
          <p:nvPr/>
        </p:nvPicPr>
        <p:blipFill>
          <a:blip r:embed="rId3">
            <a:alphaModFix/>
          </a:blip>
          <a:stretch>
            <a:fillRect/>
          </a:stretch>
        </p:blipFill>
        <p:spPr>
          <a:xfrm>
            <a:off x="6369525" y="1822150"/>
            <a:ext cx="1066800" cy="695325"/>
          </a:xfrm>
          <a:prstGeom prst="rect">
            <a:avLst/>
          </a:prstGeom>
          <a:noFill/>
          <a:ln>
            <a:noFill/>
          </a:ln>
        </p:spPr>
      </p:pic>
      <p:sp>
        <p:nvSpPr>
          <p:cNvPr id="1093" name="Google Shape;1093;p114"/>
          <p:cNvSpPr txBox="1"/>
          <p:nvPr/>
        </p:nvSpPr>
        <p:spPr>
          <a:xfrm>
            <a:off x="1485400" y="2485650"/>
            <a:ext cx="73293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it-IT"/>
              <a:t>mentre la frequenza di taglio dovrebbe restare fissata dalla rete di ingresso:</a:t>
            </a:r>
            <a:endParaRPr/>
          </a:p>
        </p:txBody>
      </p:sp>
      <p:pic>
        <p:nvPicPr>
          <p:cNvPr id="1094" name="Google Shape;1094;p114"/>
          <p:cNvPicPr preferRelativeResize="0"/>
          <p:nvPr/>
        </p:nvPicPr>
        <p:blipFill>
          <a:blip r:embed="rId4">
            <a:alphaModFix/>
          </a:blip>
          <a:stretch>
            <a:fillRect/>
          </a:stretch>
        </p:blipFill>
        <p:spPr>
          <a:xfrm>
            <a:off x="7801000" y="2451275"/>
            <a:ext cx="1181100" cy="647700"/>
          </a:xfrm>
          <a:prstGeom prst="rect">
            <a:avLst/>
          </a:prstGeom>
          <a:noFill/>
          <a:ln>
            <a:noFill/>
          </a:ln>
        </p:spPr>
      </p:pic>
      <p:sp>
        <p:nvSpPr>
          <p:cNvPr id="1095" name="Google Shape;1095;p114"/>
          <p:cNvSpPr txBox="1"/>
          <p:nvPr/>
        </p:nvSpPr>
        <p:spPr>
          <a:xfrm>
            <a:off x="1485400" y="3098975"/>
            <a:ext cx="8652900" cy="6156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it-IT"/>
              <a:t>Quindi, per valori moderati di Rf​, la frequenza di taglio rimane praticamente invariata: cambia l’ampiezza del segnale, ma il punto di taglio resta lo stesso.</a:t>
            </a:r>
            <a:endParaRPr/>
          </a:p>
        </p:txBody>
      </p:sp>
      <p:sp>
        <p:nvSpPr>
          <p:cNvPr id="1096" name="Google Shape;1096;p114"/>
          <p:cNvSpPr txBox="1"/>
          <p:nvPr/>
        </p:nvSpPr>
        <p:spPr>
          <a:xfrm>
            <a:off x="1485400" y="3714575"/>
            <a:ext cx="8742600" cy="8973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lang="it-IT" sz="1100">
                <a:solidFill>
                  <a:schemeClr val="dk1"/>
                </a:solidFill>
              </a:rPr>
              <a:t>Nel caso reale, però, se Rf​ diventa molto grande, la retroazione diventa meno efficace e il nodo invertente non rimane più perfettamente a </a:t>
            </a:r>
            <a:r>
              <a:rPr b="1" lang="it-IT" sz="1100">
                <a:solidFill>
                  <a:schemeClr val="dk1"/>
                </a:solidFill>
              </a:rPr>
              <a:t>massa virtuale</a:t>
            </a:r>
            <a:r>
              <a:rPr lang="it-IT" sz="1100">
                <a:solidFill>
                  <a:schemeClr val="dk1"/>
                </a:solidFill>
              </a:rPr>
              <a:t>. Di conseguenza, il condensatore non vede più solo Rs​, ma una resistenza equivalente più grande.</a:t>
            </a:r>
            <a:endParaRPr sz="1100">
              <a:solidFill>
                <a:schemeClr val="dk1"/>
              </a:solidFill>
            </a:endParaRPr>
          </a:p>
          <a:p>
            <a:pPr indent="0" lvl="0" marL="0" rtl="0" algn="l">
              <a:lnSpc>
                <a:spcPct val="115000"/>
              </a:lnSpc>
              <a:spcBef>
                <a:spcPts val="1200"/>
              </a:spcBef>
              <a:spcAft>
                <a:spcPts val="1200"/>
              </a:spcAft>
              <a:buNone/>
            </a:pPr>
            <a:r>
              <a:rPr lang="it-IT" sz="1100">
                <a:solidFill>
                  <a:schemeClr val="dk1"/>
                </a:solidFill>
              </a:rPr>
              <a:t>La relazione approssimata diventa:</a:t>
            </a:r>
            <a:endParaRPr sz="1100">
              <a:solidFill>
                <a:schemeClr val="dk1"/>
              </a:solidFill>
            </a:endParaRPr>
          </a:p>
        </p:txBody>
      </p:sp>
      <p:pic>
        <p:nvPicPr>
          <p:cNvPr id="1097" name="Google Shape;1097;p114"/>
          <p:cNvPicPr preferRelativeResize="0"/>
          <p:nvPr/>
        </p:nvPicPr>
        <p:blipFill>
          <a:blip r:embed="rId5">
            <a:alphaModFix/>
          </a:blip>
          <a:stretch>
            <a:fillRect/>
          </a:stretch>
        </p:blipFill>
        <p:spPr>
          <a:xfrm>
            <a:off x="3949750" y="4273150"/>
            <a:ext cx="1516675" cy="510975"/>
          </a:xfrm>
          <a:prstGeom prst="rect">
            <a:avLst/>
          </a:prstGeom>
          <a:noFill/>
          <a:ln>
            <a:noFill/>
          </a:ln>
        </p:spPr>
      </p:pic>
      <p:sp>
        <p:nvSpPr>
          <p:cNvPr id="1098" name="Google Shape;1098;p114"/>
          <p:cNvSpPr txBox="1"/>
          <p:nvPr/>
        </p:nvSpPr>
        <p:spPr>
          <a:xfrm>
            <a:off x="5791850" y="4296075"/>
            <a:ext cx="4969200" cy="3693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1200"/>
              </a:spcAft>
              <a:buNone/>
            </a:pPr>
            <a:r>
              <a:rPr lang="it-IT" sz="1200"/>
              <a:t>dove A è il guadagno ad anello aperto dell’operazionale.</a:t>
            </a:r>
            <a:endParaRPr sz="1200"/>
          </a:p>
        </p:txBody>
      </p:sp>
      <p:sp>
        <p:nvSpPr>
          <p:cNvPr id="1099" name="Google Shape;1099;p114"/>
          <p:cNvSpPr txBox="1"/>
          <p:nvPr/>
        </p:nvSpPr>
        <p:spPr>
          <a:xfrm>
            <a:off x="1485400" y="4832325"/>
            <a:ext cx="5861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it-IT" sz="1200"/>
              <a:t>A questo punto la costante di tempo non è più solo:</a:t>
            </a:r>
            <a:endParaRPr sz="1200"/>
          </a:p>
        </p:txBody>
      </p:sp>
      <p:pic>
        <p:nvPicPr>
          <p:cNvPr id="1100" name="Google Shape;1100;p114"/>
          <p:cNvPicPr preferRelativeResize="0"/>
          <p:nvPr/>
        </p:nvPicPr>
        <p:blipFill>
          <a:blip r:embed="rId6">
            <a:alphaModFix/>
          </a:blip>
          <a:stretch>
            <a:fillRect/>
          </a:stretch>
        </p:blipFill>
        <p:spPr>
          <a:xfrm>
            <a:off x="4925075" y="4868875"/>
            <a:ext cx="866775" cy="361950"/>
          </a:xfrm>
          <a:prstGeom prst="rect">
            <a:avLst/>
          </a:prstGeom>
          <a:noFill/>
          <a:ln>
            <a:noFill/>
          </a:ln>
        </p:spPr>
      </p:pic>
      <p:sp>
        <p:nvSpPr>
          <p:cNvPr id="1101" name="Google Shape;1101;p114"/>
          <p:cNvSpPr txBox="1"/>
          <p:nvPr/>
        </p:nvSpPr>
        <p:spPr>
          <a:xfrm>
            <a:off x="5982100" y="4849750"/>
            <a:ext cx="3000000" cy="3693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1200"/>
              </a:spcAft>
              <a:buNone/>
            </a:pPr>
            <a:r>
              <a:rPr lang="it-IT" sz="1200"/>
              <a:t>ma diventa:</a:t>
            </a:r>
            <a:endParaRPr sz="1200"/>
          </a:p>
        </p:txBody>
      </p:sp>
      <p:pic>
        <p:nvPicPr>
          <p:cNvPr id="1102" name="Google Shape;1102;p114"/>
          <p:cNvPicPr preferRelativeResize="0"/>
          <p:nvPr/>
        </p:nvPicPr>
        <p:blipFill>
          <a:blip r:embed="rId7">
            <a:alphaModFix/>
          </a:blip>
          <a:stretch>
            <a:fillRect/>
          </a:stretch>
        </p:blipFill>
        <p:spPr>
          <a:xfrm>
            <a:off x="7028375" y="4774088"/>
            <a:ext cx="981075" cy="485775"/>
          </a:xfrm>
          <a:prstGeom prst="rect">
            <a:avLst/>
          </a:prstGeom>
          <a:noFill/>
          <a:ln>
            <a:noFill/>
          </a:ln>
        </p:spPr>
      </p:pic>
      <p:sp>
        <p:nvSpPr>
          <p:cNvPr id="1103" name="Google Shape;1103;p114"/>
          <p:cNvSpPr txBox="1"/>
          <p:nvPr/>
        </p:nvSpPr>
        <p:spPr>
          <a:xfrm>
            <a:off x="1425525" y="5422075"/>
            <a:ext cx="38733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it-IT" sz="1200"/>
              <a:t>e quindi la frequenza di taglio diventa:</a:t>
            </a:r>
            <a:endParaRPr sz="1200"/>
          </a:p>
        </p:txBody>
      </p:sp>
      <p:pic>
        <p:nvPicPr>
          <p:cNvPr id="1104" name="Google Shape;1104;p114"/>
          <p:cNvPicPr preferRelativeResize="0"/>
          <p:nvPr/>
        </p:nvPicPr>
        <p:blipFill>
          <a:blip r:embed="rId8">
            <a:alphaModFix/>
          </a:blip>
          <a:stretch>
            <a:fillRect/>
          </a:stretch>
        </p:blipFill>
        <p:spPr>
          <a:xfrm>
            <a:off x="4123450" y="5315575"/>
            <a:ext cx="1219200" cy="600075"/>
          </a:xfrm>
          <a:prstGeom prst="rect">
            <a:avLst/>
          </a:prstGeom>
          <a:noFill/>
          <a:ln>
            <a:noFill/>
          </a:ln>
        </p:spPr>
      </p:pic>
      <p:pic>
        <p:nvPicPr>
          <p:cNvPr id="1105" name="Google Shape;1105;p114"/>
          <p:cNvPicPr preferRelativeResize="0"/>
          <p:nvPr/>
        </p:nvPicPr>
        <p:blipFill>
          <a:blip r:embed="rId9">
            <a:alphaModFix/>
          </a:blip>
          <a:stretch>
            <a:fillRect/>
          </a:stretch>
        </p:blipFill>
        <p:spPr>
          <a:xfrm>
            <a:off x="8085218" y="4699343"/>
            <a:ext cx="3479547" cy="1277750"/>
          </a:xfrm>
          <a:prstGeom prst="rect">
            <a:avLst/>
          </a:prstGeom>
          <a:noFill/>
          <a:ln>
            <a:noFill/>
          </a:ln>
        </p:spPr>
      </p:pic>
    </p:spTree>
  </p:cSld>
  <p:clrMapOvr>
    <a:masterClrMapping/>
  </p:clrMapOvr>
</p:sld>
</file>

<file path=ppt/slides/slide9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10" name="Shape 1110"/>
        <p:cNvGrpSpPr/>
        <p:nvPr/>
      </p:nvGrpSpPr>
      <p:grpSpPr>
        <a:xfrm>
          <a:off x="0" y="0"/>
          <a:ext cx="0" cy="0"/>
          <a:chOff x="0" y="0"/>
          <a:chExt cx="0" cy="0"/>
        </a:xfrm>
      </p:grpSpPr>
      <p:pic>
        <p:nvPicPr>
          <p:cNvPr id="1111" name="Google Shape;1111;p115"/>
          <p:cNvPicPr preferRelativeResize="0"/>
          <p:nvPr/>
        </p:nvPicPr>
        <p:blipFill rotWithShape="1">
          <a:blip r:embed="rId3">
            <a:alphaModFix/>
          </a:blip>
          <a:srcRect b="0" l="0" r="0" t="0"/>
          <a:stretch/>
        </p:blipFill>
        <p:spPr>
          <a:xfrm>
            <a:off x="5614049" y="1771819"/>
            <a:ext cx="5992347" cy="2936812"/>
          </a:xfrm>
          <a:prstGeom prst="rect">
            <a:avLst/>
          </a:prstGeom>
          <a:noFill/>
          <a:ln>
            <a:noFill/>
          </a:ln>
        </p:spPr>
      </p:pic>
      <p:pic>
        <p:nvPicPr>
          <p:cNvPr id="1112" name="Google Shape;1112;p115"/>
          <p:cNvPicPr preferRelativeResize="0"/>
          <p:nvPr/>
        </p:nvPicPr>
        <p:blipFill rotWithShape="1">
          <a:blip r:embed="rId4">
            <a:alphaModFix/>
          </a:blip>
          <a:srcRect b="0" l="0" r="0" t="0"/>
          <a:stretch/>
        </p:blipFill>
        <p:spPr>
          <a:xfrm>
            <a:off x="900640" y="1712670"/>
            <a:ext cx="4496463" cy="3677919"/>
          </a:xfrm>
          <a:prstGeom prst="rect">
            <a:avLst/>
          </a:prstGeom>
          <a:noFill/>
          <a:ln>
            <a:noFill/>
          </a:ln>
        </p:spPr>
      </p:pic>
      <p:sp>
        <p:nvSpPr>
          <p:cNvPr id="1113" name="Google Shape;1113;p115"/>
          <p:cNvSpPr txBox="1"/>
          <p:nvPr/>
        </p:nvSpPr>
        <p:spPr>
          <a:xfrm>
            <a:off x="1681050" y="776650"/>
            <a:ext cx="5851800" cy="5871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it-IT" sz="2400">
                <a:solidFill>
                  <a:srgbClr val="262626"/>
                </a:solidFill>
                <a:latin typeface="Garamond"/>
                <a:ea typeface="Garamond"/>
                <a:cs typeface="Garamond"/>
                <a:sym typeface="Garamond"/>
              </a:rPr>
              <a:t>non influenza</a:t>
            </a:r>
            <a:endParaRPr sz="2400">
              <a:solidFill>
                <a:srgbClr val="262626"/>
              </a:solidFill>
              <a:latin typeface="Garamond"/>
              <a:ea typeface="Garamond"/>
              <a:cs typeface="Garamond"/>
              <a:sym typeface="Garamond"/>
            </a:endParaRPr>
          </a:p>
        </p:txBody>
      </p:sp>
    </p:spTree>
  </p:cSld>
  <p:clrMapOvr>
    <a:masterClrMapping/>
  </p:clrMapOvr>
</p:sld>
</file>

<file path=ppt/slides/slide9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17" name="Shape 1117"/>
        <p:cNvGrpSpPr/>
        <p:nvPr/>
      </p:nvGrpSpPr>
      <p:grpSpPr>
        <a:xfrm>
          <a:off x="0" y="0"/>
          <a:ext cx="0" cy="0"/>
          <a:chOff x="0" y="0"/>
          <a:chExt cx="0" cy="0"/>
        </a:xfrm>
      </p:grpSpPr>
      <p:pic>
        <p:nvPicPr>
          <p:cNvPr id="1118" name="Google Shape;1118;p116"/>
          <p:cNvPicPr preferRelativeResize="0"/>
          <p:nvPr/>
        </p:nvPicPr>
        <p:blipFill rotWithShape="1">
          <a:blip r:embed="rId3">
            <a:alphaModFix/>
          </a:blip>
          <a:srcRect b="0" l="0" r="0" t="0"/>
          <a:stretch/>
        </p:blipFill>
        <p:spPr>
          <a:xfrm>
            <a:off x="1075751" y="2513600"/>
            <a:ext cx="5459748" cy="2675801"/>
          </a:xfrm>
          <a:prstGeom prst="rect">
            <a:avLst/>
          </a:prstGeom>
          <a:noFill/>
          <a:ln>
            <a:noFill/>
          </a:ln>
        </p:spPr>
      </p:pic>
      <p:pic>
        <p:nvPicPr>
          <p:cNvPr id="1119" name="Google Shape;1119;p116"/>
          <p:cNvPicPr preferRelativeResize="0"/>
          <p:nvPr/>
        </p:nvPicPr>
        <p:blipFill rotWithShape="1">
          <a:blip r:embed="rId4">
            <a:alphaModFix/>
          </a:blip>
          <a:srcRect b="0" l="0" r="0" t="0"/>
          <a:stretch/>
        </p:blipFill>
        <p:spPr>
          <a:xfrm>
            <a:off x="6760174" y="1927475"/>
            <a:ext cx="3743475" cy="3583850"/>
          </a:xfrm>
          <a:prstGeom prst="rect">
            <a:avLst/>
          </a:prstGeom>
          <a:noFill/>
          <a:ln>
            <a:noFill/>
          </a:ln>
        </p:spPr>
      </p:pic>
      <p:sp>
        <p:nvSpPr>
          <p:cNvPr id="1120" name="Google Shape;1120;p116"/>
          <p:cNvSpPr txBox="1"/>
          <p:nvPr/>
        </p:nvSpPr>
        <p:spPr>
          <a:xfrm>
            <a:off x="1681050" y="776650"/>
            <a:ext cx="5851800" cy="5871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it-IT" sz="2400">
                <a:solidFill>
                  <a:srgbClr val="262626"/>
                </a:solidFill>
                <a:latin typeface="Garamond"/>
                <a:ea typeface="Garamond"/>
                <a:cs typeface="Garamond"/>
                <a:sym typeface="Garamond"/>
              </a:rPr>
              <a:t>influenza</a:t>
            </a:r>
            <a:endParaRPr sz="2400">
              <a:solidFill>
                <a:srgbClr val="262626"/>
              </a:solidFill>
              <a:latin typeface="Garamond"/>
              <a:ea typeface="Garamond"/>
              <a:cs typeface="Garamond"/>
              <a:sym typeface="Garamond"/>
            </a:endParaRPr>
          </a:p>
        </p:txBody>
      </p:sp>
    </p:spTree>
  </p:cSld>
  <p:clrMapOvr>
    <a:masterClrMapping/>
  </p:clrMapOvr>
</p:sld>
</file>

<file path=ppt/slides/slide9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5" name="Shape 1125"/>
        <p:cNvGrpSpPr/>
        <p:nvPr/>
      </p:nvGrpSpPr>
      <p:grpSpPr>
        <a:xfrm>
          <a:off x="0" y="0"/>
          <a:ext cx="0" cy="0"/>
          <a:chOff x="0" y="0"/>
          <a:chExt cx="0" cy="0"/>
        </a:xfrm>
      </p:grpSpPr>
      <p:sp>
        <p:nvSpPr>
          <p:cNvPr id="1126" name="Google Shape;1126;p117"/>
          <p:cNvSpPr txBox="1"/>
          <p:nvPr/>
        </p:nvSpPr>
        <p:spPr>
          <a:xfrm>
            <a:off x="1355275" y="756125"/>
            <a:ext cx="7758300" cy="569400"/>
          </a:xfrm>
          <a:prstGeom prst="rect">
            <a:avLst/>
          </a:prstGeom>
          <a:noFill/>
          <a:ln>
            <a:noFill/>
          </a:ln>
        </p:spPr>
        <p:txBody>
          <a:bodyPr anchorCtr="0" anchor="t" bIns="91425" lIns="91425" spcFirstLastPara="1" rIns="91425" wrap="square" tIns="91425">
            <a:spAutoFit/>
          </a:bodyPr>
          <a:lstStyle/>
          <a:p>
            <a:pPr indent="0" lvl="0" marL="0" marR="0" rtl="0" algn="l">
              <a:spcBef>
                <a:spcPts val="0"/>
              </a:spcBef>
              <a:spcAft>
                <a:spcPts val="0"/>
              </a:spcAft>
              <a:buClr>
                <a:srgbClr val="073763"/>
              </a:buClr>
              <a:buSzPts val="2500"/>
              <a:buFont typeface="Libre Franklin SemiBold"/>
              <a:buNone/>
            </a:pPr>
            <a:r>
              <a:rPr lang="it-IT" sz="2500">
                <a:solidFill>
                  <a:srgbClr val="073763"/>
                </a:solidFill>
                <a:latin typeface="Libre Franklin SemiBold"/>
                <a:ea typeface="Libre Franklin SemiBold"/>
                <a:cs typeface="Libre Franklin SemiBold"/>
                <a:sym typeface="Libre Franklin SemiBold"/>
              </a:rPr>
              <a:t>Risposta al gradino del filtro Hp attivo reale</a:t>
            </a:r>
            <a:endParaRPr sz="2500">
              <a:solidFill>
                <a:srgbClr val="073763"/>
              </a:solidFill>
              <a:latin typeface="Libre Franklin SemiBold"/>
              <a:ea typeface="Libre Franklin SemiBold"/>
              <a:cs typeface="Libre Franklin SemiBold"/>
              <a:sym typeface="Libre Franklin SemiBold"/>
            </a:endParaRPr>
          </a:p>
        </p:txBody>
      </p:sp>
      <p:sp>
        <p:nvSpPr>
          <p:cNvPr id="1127" name="Google Shape;1127;p117"/>
          <p:cNvSpPr txBox="1"/>
          <p:nvPr/>
        </p:nvSpPr>
        <p:spPr>
          <a:xfrm>
            <a:off x="1355275" y="1325525"/>
            <a:ext cx="8275500" cy="692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it-IT" sz="1100">
                <a:solidFill>
                  <a:schemeClr val="dk1"/>
                </a:solidFill>
              </a:rPr>
              <a:t>All’inizio analizziamo il filtro nella configurazione “standard”, con valori di </a:t>
            </a:r>
            <a:r>
              <a:rPr b="1" lang="it-IT" sz="1100">
                <a:solidFill>
                  <a:schemeClr val="dk1"/>
                </a:solidFill>
              </a:rPr>
              <a:t>Rs​</a:t>
            </a:r>
            <a:r>
              <a:rPr lang="it-IT" sz="1100">
                <a:solidFill>
                  <a:schemeClr val="dk1"/>
                </a:solidFill>
              </a:rPr>
              <a:t> e </a:t>
            </a:r>
            <a:r>
              <a:rPr b="1" lang="it-IT" sz="1100">
                <a:solidFill>
                  <a:schemeClr val="dk1"/>
                </a:solidFill>
              </a:rPr>
              <a:t>Rf​</a:t>
            </a:r>
            <a:r>
              <a:rPr lang="it-IT" sz="1100">
                <a:solidFill>
                  <a:schemeClr val="dk1"/>
                </a:solidFill>
              </a:rPr>
              <a:t> tali da mantenere il comportamento molto vicino a quello ideale. In questa condizione, la risposta al gradino è quella attesa: il condensatore si carica e si scarica con andamento esponenziale, e la costante di tempo è approssimativamente:</a:t>
            </a:r>
            <a:endParaRPr/>
          </a:p>
        </p:txBody>
      </p:sp>
      <p:pic>
        <p:nvPicPr>
          <p:cNvPr id="1128" name="Google Shape;1128;p117"/>
          <p:cNvPicPr preferRelativeResize="0"/>
          <p:nvPr/>
        </p:nvPicPr>
        <p:blipFill>
          <a:blip r:embed="rId3">
            <a:alphaModFix/>
          </a:blip>
          <a:stretch>
            <a:fillRect/>
          </a:stretch>
        </p:blipFill>
        <p:spPr>
          <a:xfrm>
            <a:off x="3470600" y="1961000"/>
            <a:ext cx="838200" cy="428625"/>
          </a:xfrm>
          <a:prstGeom prst="rect">
            <a:avLst/>
          </a:prstGeom>
          <a:noFill/>
          <a:ln>
            <a:noFill/>
          </a:ln>
        </p:spPr>
      </p:pic>
      <p:sp>
        <p:nvSpPr>
          <p:cNvPr id="1129" name="Google Shape;1129;p117"/>
          <p:cNvSpPr txBox="1"/>
          <p:nvPr/>
        </p:nvSpPr>
        <p:spPr>
          <a:xfrm>
            <a:off x="1305700" y="2341900"/>
            <a:ext cx="87246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it-IT" sz="1200"/>
              <a:t>Perciò il grafico mostra una carica e una scarica regolari, molto simili a quelle già viste nel caso ideale.</a:t>
            </a:r>
            <a:endParaRPr sz="1200"/>
          </a:p>
        </p:txBody>
      </p:sp>
      <p:pic>
        <p:nvPicPr>
          <p:cNvPr id="1130" name="Google Shape;1130;p117"/>
          <p:cNvPicPr preferRelativeResize="0"/>
          <p:nvPr/>
        </p:nvPicPr>
        <p:blipFill rotWithShape="1">
          <a:blip r:embed="rId4">
            <a:alphaModFix/>
          </a:blip>
          <a:srcRect b="0" l="0" r="0" t="0"/>
          <a:stretch/>
        </p:blipFill>
        <p:spPr>
          <a:xfrm>
            <a:off x="861843" y="3212014"/>
            <a:ext cx="3779707" cy="2243375"/>
          </a:xfrm>
          <a:prstGeom prst="rect">
            <a:avLst/>
          </a:prstGeom>
          <a:noFill/>
          <a:ln>
            <a:noFill/>
          </a:ln>
        </p:spPr>
      </p:pic>
      <p:pic>
        <p:nvPicPr>
          <p:cNvPr id="1131" name="Google Shape;1131;p117"/>
          <p:cNvPicPr preferRelativeResize="0"/>
          <p:nvPr/>
        </p:nvPicPr>
        <p:blipFill rotWithShape="1">
          <a:blip r:embed="rId5">
            <a:alphaModFix/>
          </a:blip>
          <a:srcRect b="0" l="0" r="0" t="0"/>
          <a:stretch/>
        </p:blipFill>
        <p:spPr>
          <a:xfrm>
            <a:off x="4818645" y="3379739"/>
            <a:ext cx="6563361" cy="1515947"/>
          </a:xfrm>
          <a:prstGeom prst="rect">
            <a:avLst/>
          </a:prstGeom>
          <a:noFill/>
          <a:ln>
            <a:noFill/>
          </a:ln>
        </p:spPr>
      </p:pic>
    </p:spTree>
  </p:cSld>
  <p:clrMapOvr>
    <a:masterClrMapping/>
  </p:clrMapOvr>
</p:sld>
</file>

<file path=ppt/slides/slide9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35" name="Shape 1135"/>
        <p:cNvGrpSpPr/>
        <p:nvPr/>
      </p:nvGrpSpPr>
      <p:grpSpPr>
        <a:xfrm>
          <a:off x="0" y="0"/>
          <a:ext cx="0" cy="0"/>
          <a:chOff x="0" y="0"/>
          <a:chExt cx="0" cy="0"/>
        </a:xfrm>
      </p:grpSpPr>
      <p:sp>
        <p:nvSpPr>
          <p:cNvPr id="1136" name="Google Shape;1136;p118"/>
          <p:cNvSpPr txBox="1"/>
          <p:nvPr/>
        </p:nvSpPr>
        <p:spPr>
          <a:xfrm>
            <a:off x="1209875" y="1006225"/>
            <a:ext cx="30000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it-IT"/>
              <a:t>Effetto dell’aumento di Rf</a:t>
            </a:r>
            <a:endParaRPr b="1"/>
          </a:p>
        </p:txBody>
      </p:sp>
      <p:sp>
        <p:nvSpPr>
          <p:cNvPr id="1137" name="Google Shape;1137;p118"/>
          <p:cNvSpPr txBox="1"/>
          <p:nvPr/>
        </p:nvSpPr>
        <p:spPr>
          <a:xfrm>
            <a:off x="1233850" y="1431500"/>
            <a:ext cx="7718400" cy="10920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lang="it-IT" sz="1100">
                <a:solidFill>
                  <a:schemeClr val="dk1"/>
                </a:solidFill>
              </a:rPr>
              <a:t>Quando però aumentiamo molto </a:t>
            </a:r>
            <a:r>
              <a:rPr b="1" lang="it-IT" sz="1100">
                <a:solidFill>
                  <a:schemeClr val="dk1"/>
                </a:solidFill>
              </a:rPr>
              <a:t>Rf​</a:t>
            </a:r>
            <a:r>
              <a:rPr lang="it-IT" sz="1100">
                <a:solidFill>
                  <a:schemeClr val="dk1"/>
                </a:solidFill>
              </a:rPr>
              <a:t>, il comportamento cambia. Nel filtro reale, infatti, la retroazione non è più abbastanza forte da mantenere il nodo invertente perfettamente a </a:t>
            </a:r>
            <a:r>
              <a:rPr b="1" lang="it-IT" sz="1100">
                <a:solidFill>
                  <a:schemeClr val="dk1"/>
                </a:solidFill>
              </a:rPr>
              <a:t>massa virtuale</a:t>
            </a:r>
            <a:r>
              <a:rPr lang="it-IT" sz="1100">
                <a:solidFill>
                  <a:schemeClr val="dk1"/>
                </a:solidFill>
              </a:rPr>
              <a:t>. Di conseguenza, il condensatore non “vede” più soltanto </a:t>
            </a:r>
            <a:r>
              <a:rPr b="1" lang="it-IT" sz="1100">
                <a:solidFill>
                  <a:schemeClr val="dk1"/>
                </a:solidFill>
              </a:rPr>
              <a:t>Rs​</a:t>
            </a:r>
            <a:r>
              <a:rPr lang="it-IT" sz="1100">
                <a:solidFill>
                  <a:schemeClr val="dk1"/>
                </a:solidFill>
              </a:rPr>
              <a:t>, ma una resistenza equivalente maggiore.</a:t>
            </a:r>
            <a:endParaRPr sz="1100">
              <a:solidFill>
                <a:schemeClr val="dk1"/>
              </a:solidFill>
            </a:endParaRPr>
          </a:p>
          <a:p>
            <a:pPr indent="0" lvl="0" marL="0" rtl="0" algn="l">
              <a:lnSpc>
                <a:spcPct val="115000"/>
              </a:lnSpc>
              <a:spcBef>
                <a:spcPts val="1200"/>
              </a:spcBef>
              <a:spcAft>
                <a:spcPts val="1200"/>
              </a:spcAft>
              <a:buNone/>
            </a:pPr>
            <a:r>
              <a:rPr lang="it-IT" sz="1100">
                <a:solidFill>
                  <a:schemeClr val="dk1"/>
                </a:solidFill>
              </a:rPr>
              <a:t>In prima approssimazione:</a:t>
            </a:r>
            <a:endParaRPr sz="1100">
              <a:solidFill>
                <a:schemeClr val="dk1"/>
              </a:solidFill>
            </a:endParaRPr>
          </a:p>
        </p:txBody>
      </p:sp>
      <p:pic>
        <p:nvPicPr>
          <p:cNvPr id="1138" name="Google Shape;1138;p118"/>
          <p:cNvPicPr preferRelativeResize="0"/>
          <p:nvPr/>
        </p:nvPicPr>
        <p:blipFill>
          <a:blip r:embed="rId3">
            <a:alphaModFix/>
          </a:blip>
          <a:stretch>
            <a:fillRect/>
          </a:stretch>
        </p:blipFill>
        <p:spPr>
          <a:xfrm>
            <a:off x="3398700" y="2106900"/>
            <a:ext cx="1638300" cy="628650"/>
          </a:xfrm>
          <a:prstGeom prst="rect">
            <a:avLst/>
          </a:prstGeom>
          <a:noFill/>
          <a:ln>
            <a:noFill/>
          </a:ln>
        </p:spPr>
      </p:pic>
      <p:sp>
        <p:nvSpPr>
          <p:cNvPr id="1139" name="Google Shape;1139;p118"/>
          <p:cNvSpPr txBox="1"/>
          <p:nvPr/>
        </p:nvSpPr>
        <p:spPr>
          <a:xfrm>
            <a:off x="1233850" y="2689300"/>
            <a:ext cx="7161600" cy="7026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lang="it-IT" sz="1100">
                <a:solidFill>
                  <a:schemeClr val="dk1"/>
                </a:solidFill>
              </a:rPr>
              <a:t>dove </a:t>
            </a:r>
            <a:r>
              <a:rPr b="1" lang="it-IT" sz="1100">
                <a:solidFill>
                  <a:schemeClr val="dk1"/>
                </a:solidFill>
              </a:rPr>
              <a:t>A</a:t>
            </a:r>
            <a:r>
              <a:rPr lang="it-IT" sz="1100">
                <a:solidFill>
                  <a:schemeClr val="dk1"/>
                </a:solidFill>
              </a:rPr>
              <a:t> è il guadagno ad anello aperto dell’operazionale.</a:t>
            </a:r>
            <a:endParaRPr sz="1100">
              <a:solidFill>
                <a:schemeClr val="dk1"/>
              </a:solidFill>
            </a:endParaRPr>
          </a:p>
          <a:p>
            <a:pPr indent="0" lvl="0" marL="0" rtl="0" algn="l">
              <a:lnSpc>
                <a:spcPct val="115000"/>
              </a:lnSpc>
              <a:spcBef>
                <a:spcPts val="1200"/>
              </a:spcBef>
              <a:spcAft>
                <a:spcPts val="1200"/>
              </a:spcAft>
              <a:buNone/>
            </a:pPr>
            <a:r>
              <a:rPr lang="it-IT" sz="1100">
                <a:solidFill>
                  <a:schemeClr val="dk1"/>
                </a:solidFill>
              </a:rPr>
              <a:t>La costante di tempo diventa quindi:</a:t>
            </a:r>
            <a:endParaRPr sz="1100">
              <a:solidFill>
                <a:schemeClr val="dk1"/>
              </a:solidFill>
            </a:endParaRPr>
          </a:p>
        </p:txBody>
      </p:sp>
      <p:pic>
        <p:nvPicPr>
          <p:cNvPr id="1140" name="Google Shape;1140;p118"/>
          <p:cNvPicPr preferRelativeResize="0"/>
          <p:nvPr/>
        </p:nvPicPr>
        <p:blipFill>
          <a:blip r:embed="rId4">
            <a:alphaModFix/>
          </a:blip>
          <a:stretch>
            <a:fillRect/>
          </a:stretch>
        </p:blipFill>
        <p:spPr>
          <a:xfrm>
            <a:off x="3764075" y="3107050"/>
            <a:ext cx="791950" cy="964450"/>
          </a:xfrm>
          <a:prstGeom prst="rect">
            <a:avLst/>
          </a:prstGeom>
          <a:noFill/>
          <a:ln>
            <a:noFill/>
          </a:ln>
        </p:spPr>
      </p:pic>
      <p:sp>
        <p:nvSpPr>
          <p:cNvPr id="1141" name="Google Shape;1141;p118"/>
          <p:cNvSpPr txBox="1"/>
          <p:nvPr/>
        </p:nvSpPr>
        <p:spPr>
          <a:xfrm>
            <a:off x="1209875" y="4216625"/>
            <a:ext cx="8604900" cy="12813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400"/>
              </a:spcBef>
              <a:spcAft>
                <a:spcPts val="0"/>
              </a:spcAft>
              <a:buNone/>
            </a:pPr>
            <a:r>
              <a:rPr b="1" lang="it-IT" sz="1300">
                <a:solidFill>
                  <a:schemeClr val="dk1"/>
                </a:solidFill>
              </a:rPr>
              <a:t>Conseguenza sul grafico</a:t>
            </a:r>
            <a:endParaRPr b="1" sz="1300">
              <a:solidFill>
                <a:schemeClr val="dk1"/>
              </a:solidFill>
            </a:endParaRPr>
          </a:p>
          <a:p>
            <a:pPr indent="0" lvl="0" marL="0" rtl="0" algn="l">
              <a:lnSpc>
                <a:spcPct val="115000"/>
              </a:lnSpc>
              <a:spcBef>
                <a:spcPts val="1200"/>
              </a:spcBef>
              <a:spcAft>
                <a:spcPts val="0"/>
              </a:spcAft>
              <a:buNone/>
            </a:pPr>
            <a:r>
              <a:rPr lang="it-IT" sz="1100">
                <a:solidFill>
                  <a:schemeClr val="dk1"/>
                </a:solidFill>
              </a:rPr>
              <a:t>Se </a:t>
            </a:r>
            <a:r>
              <a:rPr b="1" lang="it-IT" sz="1100">
                <a:solidFill>
                  <a:schemeClr val="dk1"/>
                </a:solidFill>
              </a:rPr>
              <a:t>Rf​</a:t>
            </a:r>
            <a:r>
              <a:rPr lang="it-IT" sz="1100">
                <a:solidFill>
                  <a:schemeClr val="dk1"/>
                </a:solidFill>
              </a:rPr>
              <a:t> aumenta molto, aumenta anche </a:t>
            </a:r>
            <a:r>
              <a:rPr b="1" lang="it-IT" sz="1100">
                <a:solidFill>
                  <a:schemeClr val="dk1"/>
                </a:solidFill>
              </a:rPr>
              <a:t>Req​</a:t>
            </a:r>
            <a:r>
              <a:rPr lang="it-IT" sz="1100">
                <a:solidFill>
                  <a:schemeClr val="dk1"/>
                </a:solidFill>
              </a:rPr>
              <a:t> e quindi aumenta </a:t>
            </a:r>
            <a:r>
              <a:rPr b="1" lang="it-IT" sz="1100">
                <a:solidFill>
                  <a:schemeClr val="dk1"/>
                </a:solidFill>
              </a:rPr>
              <a:t>τ</a:t>
            </a:r>
            <a:r>
              <a:rPr lang="it-IT" sz="1100">
                <a:solidFill>
                  <a:schemeClr val="dk1"/>
                </a:solidFill>
              </a:rPr>
              <a:t>. Questo significa che la carica e la scarica del condensatore diventano </a:t>
            </a:r>
            <a:r>
              <a:rPr b="1" lang="it-IT" sz="1100">
                <a:solidFill>
                  <a:schemeClr val="dk1"/>
                </a:solidFill>
              </a:rPr>
              <a:t>più lente</a:t>
            </a:r>
            <a:r>
              <a:rPr lang="it-IT" sz="1100">
                <a:solidFill>
                  <a:schemeClr val="dk1"/>
                </a:solidFill>
              </a:rPr>
              <a:t>: nel grafico i fronti esponenziali si allungano e il transitorio dura di più.</a:t>
            </a:r>
            <a:endParaRPr sz="1100">
              <a:solidFill>
                <a:schemeClr val="dk1"/>
              </a:solidFill>
            </a:endParaRPr>
          </a:p>
          <a:p>
            <a:pPr indent="0" lvl="0" marL="0" rtl="0" algn="l">
              <a:lnSpc>
                <a:spcPct val="115000"/>
              </a:lnSpc>
              <a:spcBef>
                <a:spcPts val="1200"/>
              </a:spcBef>
              <a:spcAft>
                <a:spcPts val="1200"/>
              </a:spcAft>
              <a:buNone/>
            </a:pPr>
            <a:r>
              <a:rPr lang="it-IT" sz="1100">
                <a:solidFill>
                  <a:schemeClr val="dk1"/>
                </a:solidFill>
              </a:rPr>
              <a:t>Viceversa, finché </a:t>
            </a:r>
            <a:r>
              <a:rPr b="1" lang="it-IT" sz="1100">
                <a:solidFill>
                  <a:schemeClr val="dk1"/>
                </a:solidFill>
              </a:rPr>
              <a:t>Rf​</a:t>
            </a:r>
            <a:r>
              <a:rPr lang="it-IT" sz="1100">
                <a:solidFill>
                  <a:schemeClr val="dk1"/>
                </a:solidFill>
              </a:rPr>
              <a:t> resta su valori moderati, il contributo aggiuntivo è trascurabile e la risposta rimane quasi identica a quella standard.</a:t>
            </a:r>
            <a:endParaRPr sz="1100">
              <a:solidFill>
                <a:schemeClr val="dk1"/>
              </a:solidFill>
            </a:endParaRPr>
          </a:p>
        </p:txBody>
      </p:sp>
    </p:spTree>
  </p:cSld>
  <p:clrMapOvr>
    <a:masterClrMapping/>
  </p:clrMapOvr>
</p:sld>
</file>

<file path=ppt/slides/slide9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5" name="Shape 1145"/>
        <p:cNvGrpSpPr/>
        <p:nvPr/>
      </p:nvGrpSpPr>
      <p:grpSpPr>
        <a:xfrm>
          <a:off x="0" y="0"/>
          <a:ext cx="0" cy="0"/>
          <a:chOff x="0" y="0"/>
          <a:chExt cx="0" cy="0"/>
        </a:xfrm>
      </p:grpSpPr>
      <p:pic>
        <p:nvPicPr>
          <p:cNvPr id="1146" name="Google Shape;1146;p119"/>
          <p:cNvPicPr preferRelativeResize="0"/>
          <p:nvPr/>
        </p:nvPicPr>
        <p:blipFill rotWithShape="1">
          <a:blip r:embed="rId3">
            <a:alphaModFix/>
          </a:blip>
          <a:srcRect b="0" l="0" r="0" t="0"/>
          <a:stretch/>
        </p:blipFill>
        <p:spPr>
          <a:xfrm>
            <a:off x="1309548" y="728725"/>
            <a:ext cx="6917151" cy="3390050"/>
          </a:xfrm>
          <a:prstGeom prst="rect">
            <a:avLst/>
          </a:prstGeom>
          <a:noFill/>
          <a:ln>
            <a:noFill/>
          </a:ln>
        </p:spPr>
      </p:pic>
      <p:pic>
        <p:nvPicPr>
          <p:cNvPr id="1147" name="Google Shape;1147;p119"/>
          <p:cNvPicPr preferRelativeResize="0"/>
          <p:nvPr/>
        </p:nvPicPr>
        <p:blipFill rotWithShape="1">
          <a:blip r:embed="rId4">
            <a:alphaModFix/>
          </a:blip>
          <a:srcRect b="0" l="0" r="0" t="0"/>
          <a:stretch/>
        </p:blipFill>
        <p:spPr>
          <a:xfrm>
            <a:off x="8475292" y="2923781"/>
            <a:ext cx="3251963" cy="1361577"/>
          </a:xfrm>
          <a:prstGeom prst="rect">
            <a:avLst/>
          </a:prstGeom>
          <a:noFill/>
          <a:ln>
            <a:noFill/>
          </a:ln>
        </p:spPr>
      </p:pic>
      <p:pic>
        <p:nvPicPr>
          <p:cNvPr id="1148" name="Google Shape;1148;p119"/>
          <p:cNvPicPr preferRelativeResize="0"/>
          <p:nvPr/>
        </p:nvPicPr>
        <p:blipFill rotWithShape="1">
          <a:blip r:embed="rId5">
            <a:alphaModFix/>
          </a:blip>
          <a:srcRect b="0" l="0" r="0" t="0"/>
          <a:stretch/>
        </p:blipFill>
        <p:spPr>
          <a:xfrm>
            <a:off x="2888560" y="4470444"/>
            <a:ext cx="3520587" cy="1312431"/>
          </a:xfrm>
          <a:prstGeom prst="rect">
            <a:avLst/>
          </a:prstGeom>
          <a:noFill/>
          <a:ln>
            <a:noFill/>
          </a:ln>
        </p:spPr>
      </p:pic>
      <p:pic>
        <p:nvPicPr>
          <p:cNvPr id="1149" name="Google Shape;1149;p119"/>
          <p:cNvPicPr preferRelativeResize="0"/>
          <p:nvPr/>
        </p:nvPicPr>
        <p:blipFill rotWithShape="1">
          <a:blip r:embed="rId6">
            <a:alphaModFix/>
          </a:blip>
          <a:srcRect b="0" l="0" r="0" t="0"/>
          <a:stretch/>
        </p:blipFill>
        <p:spPr>
          <a:xfrm>
            <a:off x="6492800" y="4470450"/>
            <a:ext cx="3259553" cy="1361575"/>
          </a:xfrm>
          <a:prstGeom prst="rect">
            <a:avLst/>
          </a:prstGeom>
          <a:noFill/>
          <a:ln>
            <a:noFill/>
          </a:ln>
        </p:spPr>
      </p:pic>
      <p:pic>
        <p:nvPicPr>
          <p:cNvPr id="1150" name="Google Shape;1150;p119"/>
          <p:cNvPicPr preferRelativeResize="0"/>
          <p:nvPr/>
        </p:nvPicPr>
        <p:blipFill rotWithShape="1">
          <a:blip r:embed="rId7">
            <a:alphaModFix/>
          </a:blip>
          <a:srcRect b="0" l="0" r="0" t="0"/>
          <a:stretch/>
        </p:blipFill>
        <p:spPr>
          <a:xfrm>
            <a:off x="601522" y="4337375"/>
            <a:ext cx="2235500" cy="1756475"/>
          </a:xfrm>
          <a:prstGeom prst="rect">
            <a:avLst/>
          </a:prstGeom>
          <a:noFill/>
          <a:ln>
            <a:noFill/>
          </a:ln>
        </p:spPr>
      </p:pic>
    </p:spTree>
  </p:cSld>
  <p:clrMapOvr>
    <a:masterClrMapping/>
  </p:clrMapOvr>
</p:sld>
</file>

<file path=ppt/slides/slide9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5" name="Shape 1155"/>
        <p:cNvGrpSpPr/>
        <p:nvPr/>
      </p:nvGrpSpPr>
      <p:grpSpPr>
        <a:xfrm>
          <a:off x="0" y="0"/>
          <a:ext cx="0" cy="0"/>
          <a:chOff x="0" y="0"/>
          <a:chExt cx="0" cy="0"/>
        </a:xfrm>
      </p:grpSpPr>
      <p:sp>
        <p:nvSpPr>
          <p:cNvPr id="1156" name="Google Shape;1156;p120"/>
          <p:cNvSpPr txBox="1"/>
          <p:nvPr/>
        </p:nvSpPr>
        <p:spPr>
          <a:xfrm>
            <a:off x="1048150" y="676800"/>
            <a:ext cx="9323700" cy="12813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400"/>
              </a:spcBef>
              <a:spcAft>
                <a:spcPts val="0"/>
              </a:spcAft>
              <a:buNone/>
            </a:pPr>
            <a:r>
              <a:rPr b="1" lang="it-IT" sz="1300">
                <a:solidFill>
                  <a:schemeClr val="dk1"/>
                </a:solidFill>
              </a:rPr>
              <a:t>Limitazione di Vout​ nella risposta al gradino</a:t>
            </a:r>
            <a:endParaRPr b="1" sz="1300">
              <a:solidFill>
                <a:schemeClr val="dk1"/>
              </a:solidFill>
            </a:endParaRPr>
          </a:p>
          <a:p>
            <a:pPr indent="0" lvl="0" marL="0" rtl="0" algn="l">
              <a:lnSpc>
                <a:spcPct val="115000"/>
              </a:lnSpc>
              <a:spcBef>
                <a:spcPts val="1200"/>
              </a:spcBef>
              <a:spcAft>
                <a:spcPts val="0"/>
              </a:spcAft>
              <a:buNone/>
            </a:pPr>
            <a:r>
              <a:rPr lang="it-IT" sz="1100">
                <a:solidFill>
                  <a:schemeClr val="dk1"/>
                </a:solidFill>
              </a:rPr>
              <a:t>In questa slide osserviamo la risposta al gradino del </a:t>
            </a:r>
            <a:r>
              <a:rPr b="1" lang="it-IT" sz="1100">
                <a:solidFill>
                  <a:schemeClr val="dk1"/>
                </a:solidFill>
              </a:rPr>
              <a:t>filtro HP attivo reale</a:t>
            </a:r>
            <a:r>
              <a:rPr lang="it-IT" sz="1100">
                <a:solidFill>
                  <a:schemeClr val="dk1"/>
                </a:solidFill>
              </a:rPr>
              <a:t> mettendo in evidenza non più il nodo intermedio della rete RC, ma direttamente la </a:t>
            </a:r>
            <a:r>
              <a:rPr b="1" lang="it-IT" sz="1100">
                <a:solidFill>
                  <a:schemeClr val="dk1"/>
                </a:solidFill>
              </a:rPr>
              <a:t>tensione di uscita Vout​</a:t>
            </a:r>
            <a:r>
              <a:rPr lang="it-IT" sz="1100">
                <a:solidFill>
                  <a:schemeClr val="dk1"/>
                </a:solidFill>
              </a:rPr>
              <a:t> dell’operazionale.</a:t>
            </a:r>
            <a:endParaRPr sz="1100">
              <a:solidFill>
                <a:schemeClr val="dk1"/>
              </a:solidFill>
            </a:endParaRPr>
          </a:p>
          <a:p>
            <a:pPr indent="0" lvl="0" marL="0" rtl="0" algn="l">
              <a:lnSpc>
                <a:spcPct val="115000"/>
              </a:lnSpc>
              <a:spcBef>
                <a:spcPts val="1200"/>
              </a:spcBef>
              <a:spcAft>
                <a:spcPts val="1200"/>
              </a:spcAft>
              <a:buNone/>
            </a:pPr>
            <a:r>
              <a:rPr lang="it-IT" sz="1100">
                <a:solidFill>
                  <a:schemeClr val="dk1"/>
                </a:solidFill>
              </a:rPr>
              <a:t>Nel caso teorico, l’uscita dovrebbe seguire il segnale filtrato e amplificarlo secondo il guadagno della configurazione invertente:</a:t>
            </a:r>
            <a:endParaRPr sz="1100">
              <a:solidFill>
                <a:schemeClr val="dk1"/>
              </a:solidFill>
            </a:endParaRPr>
          </a:p>
        </p:txBody>
      </p:sp>
      <p:pic>
        <p:nvPicPr>
          <p:cNvPr id="1157" name="Google Shape;1157;p120"/>
          <p:cNvPicPr preferRelativeResize="0"/>
          <p:nvPr/>
        </p:nvPicPr>
        <p:blipFill>
          <a:blip r:embed="rId3">
            <a:alphaModFix/>
          </a:blip>
          <a:stretch>
            <a:fillRect/>
          </a:stretch>
        </p:blipFill>
        <p:spPr>
          <a:xfrm>
            <a:off x="3632275" y="2068575"/>
            <a:ext cx="1726325" cy="1658350"/>
          </a:xfrm>
          <a:prstGeom prst="rect">
            <a:avLst/>
          </a:prstGeom>
          <a:noFill/>
          <a:ln>
            <a:noFill/>
          </a:ln>
        </p:spPr>
      </p:pic>
      <p:sp>
        <p:nvSpPr>
          <p:cNvPr id="1158" name="Google Shape;1158;p120"/>
          <p:cNvSpPr txBox="1"/>
          <p:nvPr/>
        </p:nvSpPr>
        <p:spPr>
          <a:xfrm>
            <a:off x="5916375" y="3145225"/>
            <a:ext cx="5060400" cy="5817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1200"/>
              </a:spcAft>
              <a:buNone/>
            </a:pPr>
            <a:r>
              <a:rPr lang="it-IT" sz="1200"/>
              <a:t>Questo significa che il transitorio generato dalla rete RC viene invertito e amplificato di un fattore 10.</a:t>
            </a:r>
            <a:endParaRPr sz="1200"/>
          </a:p>
        </p:txBody>
      </p:sp>
      <p:sp>
        <p:nvSpPr>
          <p:cNvPr id="1159" name="Google Shape;1159;p120"/>
          <p:cNvSpPr txBox="1"/>
          <p:nvPr/>
        </p:nvSpPr>
        <p:spPr>
          <a:xfrm>
            <a:off x="904425" y="3887200"/>
            <a:ext cx="9228000" cy="7380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400"/>
              </a:spcBef>
              <a:spcAft>
                <a:spcPts val="0"/>
              </a:spcAft>
              <a:buNone/>
            </a:pPr>
            <a:r>
              <a:rPr b="1" lang="it-IT" sz="1300">
                <a:solidFill>
                  <a:schemeClr val="dk1"/>
                </a:solidFill>
              </a:rPr>
              <a:t>Perché l’uscita si “taglia”</a:t>
            </a:r>
            <a:endParaRPr b="1" sz="1300">
              <a:solidFill>
                <a:schemeClr val="dk1"/>
              </a:solidFill>
            </a:endParaRPr>
          </a:p>
          <a:p>
            <a:pPr indent="0" lvl="0" marL="0" rtl="0" algn="l">
              <a:lnSpc>
                <a:spcPct val="115000"/>
              </a:lnSpc>
              <a:spcBef>
                <a:spcPts val="1200"/>
              </a:spcBef>
              <a:spcAft>
                <a:spcPts val="1200"/>
              </a:spcAft>
              <a:buNone/>
            </a:pPr>
            <a:r>
              <a:rPr lang="it-IT" sz="1100">
                <a:solidFill>
                  <a:schemeClr val="dk1"/>
                </a:solidFill>
              </a:rPr>
              <a:t>Nel circuito reale, però, l’operazionale </a:t>
            </a:r>
            <a:r>
              <a:rPr b="1" lang="it-IT" sz="1100">
                <a:solidFill>
                  <a:schemeClr val="dk1"/>
                </a:solidFill>
              </a:rPr>
              <a:t>non può fornire in uscita una tensione arbitrariamente grande</a:t>
            </a:r>
            <a:r>
              <a:rPr lang="it-IT" sz="1100">
                <a:solidFill>
                  <a:schemeClr val="dk1"/>
                </a:solidFill>
              </a:rPr>
              <a:t>. L’OP07 è alimentato tra:</a:t>
            </a:r>
            <a:endParaRPr sz="1100">
              <a:solidFill>
                <a:schemeClr val="dk1"/>
              </a:solidFill>
            </a:endParaRPr>
          </a:p>
        </p:txBody>
      </p:sp>
      <p:pic>
        <p:nvPicPr>
          <p:cNvPr id="1160" name="Google Shape;1160;p120"/>
          <p:cNvPicPr preferRelativeResize="0"/>
          <p:nvPr/>
        </p:nvPicPr>
        <p:blipFill>
          <a:blip r:embed="rId4">
            <a:alphaModFix/>
          </a:blip>
          <a:stretch>
            <a:fillRect/>
          </a:stretch>
        </p:blipFill>
        <p:spPr>
          <a:xfrm>
            <a:off x="8603625" y="4187050"/>
            <a:ext cx="1619250" cy="438150"/>
          </a:xfrm>
          <a:prstGeom prst="rect">
            <a:avLst/>
          </a:prstGeom>
          <a:noFill/>
          <a:ln>
            <a:noFill/>
          </a:ln>
        </p:spPr>
      </p:pic>
    </p:spTree>
  </p:cSld>
  <p:clrMapOvr>
    <a:masterClrMapping/>
  </p:clrMapOvr>
</p:sld>
</file>

<file path=ppt/slides/slide10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65" name="Shape 1165"/>
        <p:cNvGrpSpPr/>
        <p:nvPr/>
      </p:nvGrpSpPr>
      <p:grpSpPr>
        <a:xfrm>
          <a:off x="0" y="0"/>
          <a:ext cx="0" cy="0"/>
          <a:chOff x="0" y="0"/>
          <a:chExt cx="0" cy="0"/>
        </a:xfrm>
      </p:grpSpPr>
      <p:sp>
        <p:nvSpPr>
          <p:cNvPr id="1166" name="Google Shape;1166;p121"/>
          <p:cNvSpPr txBox="1"/>
          <p:nvPr/>
        </p:nvSpPr>
        <p:spPr>
          <a:xfrm>
            <a:off x="946350" y="862500"/>
            <a:ext cx="9473400" cy="20451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lang="it-IT" sz="1100">
                <a:solidFill>
                  <a:schemeClr val="dk1"/>
                </a:solidFill>
              </a:rPr>
              <a:t>quindi Vout​ non può superare questi limiti di alimentazione. Se il segnale amplificato richiede teoricamente un valore superiore a tali soglie, l’uscita non riesce più a seguirlo e va in </a:t>
            </a:r>
            <a:r>
              <a:rPr b="1" lang="it-IT" sz="1100">
                <a:solidFill>
                  <a:schemeClr val="dk1"/>
                </a:solidFill>
              </a:rPr>
              <a:t>saturazione</a:t>
            </a:r>
            <a:r>
              <a:rPr lang="it-IT" sz="1100">
                <a:solidFill>
                  <a:schemeClr val="dk1"/>
                </a:solidFill>
              </a:rPr>
              <a:t>.</a:t>
            </a:r>
            <a:endParaRPr sz="1100">
              <a:solidFill>
                <a:schemeClr val="dk1"/>
              </a:solidFill>
            </a:endParaRPr>
          </a:p>
          <a:p>
            <a:pPr indent="0" lvl="0" marL="0" rtl="0" algn="l">
              <a:lnSpc>
                <a:spcPct val="115000"/>
              </a:lnSpc>
              <a:spcBef>
                <a:spcPts val="1200"/>
              </a:spcBef>
              <a:spcAft>
                <a:spcPts val="0"/>
              </a:spcAft>
              <a:buNone/>
            </a:pPr>
            <a:r>
              <a:rPr lang="it-IT" sz="1100">
                <a:solidFill>
                  <a:schemeClr val="dk1"/>
                </a:solidFill>
              </a:rPr>
              <a:t>Di conseguenza, il picco della risposta al gradino non continua a crescere come previsto teoricamente, ma viene </a:t>
            </a:r>
            <a:r>
              <a:rPr b="1" lang="it-IT" sz="1100">
                <a:solidFill>
                  <a:schemeClr val="dk1"/>
                </a:solidFill>
              </a:rPr>
              <a:t>tagliato</a:t>
            </a:r>
            <a:r>
              <a:rPr lang="it-IT" sz="1100">
                <a:solidFill>
                  <a:schemeClr val="dk1"/>
                </a:solidFill>
              </a:rPr>
              <a:t> ai limiti imposti dall’alimentazione. Questo fenomeno è il </a:t>
            </a:r>
            <a:r>
              <a:rPr b="1" lang="it-IT" sz="1100">
                <a:solidFill>
                  <a:schemeClr val="dk1"/>
                </a:solidFill>
              </a:rPr>
              <a:t>clipping</a:t>
            </a:r>
            <a:r>
              <a:rPr lang="it-IT" sz="1100">
                <a:solidFill>
                  <a:schemeClr val="dk1"/>
                </a:solidFill>
              </a:rPr>
              <a:t>.</a:t>
            </a:r>
            <a:endParaRPr sz="1100">
              <a:solidFill>
                <a:schemeClr val="dk1"/>
              </a:solidFill>
            </a:endParaRPr>
          </a:p>
          <a:p>
            <a:pPr indent="0" lvl="0" marL="0" rtl="0" algn="l">
              <a:lnSpc>
                <a:spcPct val="115000"/>
              </a:lnSpc>
              <a:spcBef>
                <a:spcPts val="1400"/>
              </a:spcBef>
              <a:spcAft>
                <a:spcPts val="0"/>
              </a:spcAft>
              <a:buNone/>
            </a:pPr>
            <a:r>
              <a:rPr b="1" lang="it-IT" sz="1300">
                <a:solidFill>
                  <a:schemeClr val="dk1"/>
                </a:solidFill>
              </a:rPr>
              <a:t>Cosa si osserva nel grafico</a:t>
            </a:r>
            <a:endParaRPr b="1" sz="1300">
              <a:solidFill>
                <a:schemeClr val="dk1"/>
              </a:solidFill>
            </a:endParaRPr>
          </a:p>
          <a:p>
            <a:pPr indent="0" lvl="0" marL="0" rtl="0" algn="l">
              <a:lnSpc>
                <a:spcPct val="115000"/>
              </a:lnSpc>
              <a:spcBef>
                <a:spcPts val="1200"/>
              </a:spcBef>
              <a:spcAft>
                <a:spcPts val="1200"/>
              </a:spcAft>
              <a:buNone/>
            </a:pPr>
            <a:r>
              <a:rPr lang="it-IT" sz="1100">
                <a:solidFill>
                  <a:schemeClr val="dk1"/>
                </a:solidFill>
              </a:rPr>
              <a:t>Nel grafico si vede che il segnale in uscita segue inizialmente il comportamento atteso del filtro passa-alto attivo, ma quando il guadagno richiesto porta Vout​ oltre i limiti fisici dell’opamp, la forma d’onda si arresta in corrispondenza di circa:</a:t>
            </a:r>
            <a:endParaRPr sz="1100">
              <a:solidFill>
                <a:schemeClr val="dk1"/>
              </a:solidFill>
            </a:endParaRPr>
          </a:p>
        </p:txBody>
      </p:sp>
      <p:pic>
        <p:nvPicPr>
          <p:cNvPr id="1167" name="Google Shape;1167;p121"/>
          <p:cNvPicPr preferRelativeResize="0"/>
          <p:nvPr/>
        </p:nvPicPr>
        <p:blipFill>
          <a:blip r:embed="rId3">
            <a:alphaModFix/>
          </a:blip>
          <a:stretch>
            <a:fillRect/>
          </a:stretch>
        </p:blipFill>
        <p:spPr>
          <a:xfrm>
            <a:off x="5698700" y="2718600"/>
            <a:ext cx="1390650" cy="742950"/>
          </a:xfrm>
          <a:prstGeom prst="rect">
            <a:avLst/>
          </a:prstGeom>
          <a:noFill/>
          <a:ln>
            <a:noFill/>
          </a:ln>
        </p:spPr>
      </p:pic>
      <p:sp>
        <p:nvSpPr>
          <p:cNvPr id="1168" name="Google Shape;1168;p121"/>
          <p:cNvSpPr txBox="1"/>
          <p:nvPr/>
        </p:nvSpPr>
        <p:spPr>
          <a:xfrm>
            <a:off x="1251825" y="3629650"/>
            <a:ext cx="8628900" cy="18504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lang="it-IT" sz="1100">
                <a:solidFill>
                  <a:schemeClr val="dk1"/>
                </a:solidFill>
              </a:rPr>
              <a:t>Per questo motivo il transitorio risulta “schiacciato” ai valori estremi e non mantiene più fedelmente l’andamento teorico.</a:t>
            </a:r>
            <a:endParaRPr sz="1100">
              <a:solidFill>
                <a:schemeClr val="dk1"/>
              </a:solidFill>
            </a:endParaRPr>
          </a:p>
          <a:p>
            <a:pPr indent="0" lvl="0" marL="0" rtl="0" algn="l">
              <a:lnSpc>
                <a:spcPct val="115000"/>
              </a:lnSpc>
              <a:spcBef>
                <a:spcPts val="1200"/>
              </a:spcBef>
              <a:spcAft>
                <a:spcPts val="0"/>
              </a:spcAft>
              <a:buNone/>
            </a:pPr>
            <a:r>
              <a:t/>
            </a:r>
            <a:endParaRPr sz="1100">
              <a:solidFill>
                <a:schemeClr val="dk1"/>
              </a:solidFill>
            </a:endParaRPr>
          </a:p>
          <a:p>
            <a:pPr indent="0" lvl="0" marL="0" rtl="0" algn="l">
              <a:lnSpc>
                <a:spcPct val="115000"/>
              </a:lnSpc>
              <a:spcBef>
                <a:spcPts val="1400"/>
              </a:spcBef>
              <a:spcAft>
                <a:spcPts val="0"/>
              </a:spcAft>
              <a:buNone/>
            </a:pPr>
            <a:r>
              <a:rPr b="1" lang="it-IT" sz="1300">
                <a:solidFill>
                  <a:schemeClr val="dk1"/>
                </a:solidFill>
              </a:rPr>
              <a:t>Conclusione</a:t>
            </a:r>
            <a:endParaRPr b="1" sz="1300">
              <a:solidFill>
                <a:schemeClr val="dk1"/>
              </a:solidFill>
            </a:endParaRPr>
          </a:p>
          <a:p>
            <a:pPr indent="0" lvl="0" marL="0" rtl="0" algn="l">
              <a:lnSpc>
                <a:spcPct val="115000"/>
              </a:lnSpc>
              <a:spcBef>
                <a:spcPts val="1200"/>
              </a:spcBef>
              <a:spcAft>
                <a:spcPts val="1200"/>
              </a:spcAft>
              <a:buNone/>
            </a:pPr>
            <a:r>
              <a:rPr lang="it-IT" sz="1100">
                <a:solidFill>
                  <a:schemeClr val="dk1"/>
                </a:solidFill>
              </a:rPr>
              <a:t>Questa analisi mostra che, nella risposta al gradino del filtro HP attivo reale, il comportamento del segnale non dipende solo dalla rete RC e dal guadagno, ma anche dai </a:t>
            </a:r>
            <a:r>
              <a:rPr b="1" lang="it-IT" sz="1100">
                <a:solidFill>
                  <a:schemeClr val="dk1"/>
                </a:solidFill>
              </a:rPr>
              <a:t>limiti di alimentazione</a:t>
            </a:r>
            <a:r>
              <a:rPr lang="it-IT" sz="1100">
                <a:solidFill>
                  <a:schemeClr val="dk1"/>
                </a:solidFill>
              </a:rPr>
              <a:t> dell’operazionale. Quando il guadagno è elevato, Vout​ può raggiungere rapidamente i rail di alimentazione e l’uscita viene quindi </a:t>
            </a:r>
            <a:r>
              <a:rPr b="1" lang="it-IT" sz="1100">
                <a:solidFill>
                  <a:schemeClr val="dk1"/>
                </a:solidFill>
              </a:rPr>
              <a:t>tagliata per saturazione</a:t>
            </a:r>
            <a:r>
              <a:rPr lang="it-IT" sz="1100">
                <a:solidFill>
                  <a:schemeClr val="dk1"/>
                </a:solidFill>
              </a:rPr>
              <a:t>.</a:t>
            </a:r>
            <a:endParaRPr sz="1100">
              <a:solidFill>
                <a:schemeClr val="dk1"/>
              </a:solidFill>
            </a:endParaRPr>
          </a:p>
        </p:txBody>
      </p:sp>
    </p:spTree>
  </p:cSld>
  <p:clrMapOvr>
    <a:masterClrMapping/>
  </p:clrMapOvr>
</p:sld>
</file>

<file path=ppt/slides/slide10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72" name="Shape 1172"/>
        <p:cNvGrpSpPr/>
        <p:nvPr/>
      </p:nvGrpSpPr>
      <p:grpSpPr>
        <a:xfrm>
          <a:off x="0" y="0"/>
          <a:ext cx="0" cy="0"/>
          <a:chOff x="0" y="0"/>
          <a:chExt cx="0" cy="0"/>
        </a:xfrm>
      </p:grpSpPr>
      <p:pic>
        <p:nvPicPr>
          <p:cNvPr id="1173" name="Google Shape;1173;p122"/>
          <p:cNvPicPr preferRelativeResize="0"/>
          <p:nvPr/>
        </p:nvPicPr>
        <p:blipFill rotWithShape="1">
          <a:blip r:embed="rId3">
            <a:alphaModFix/>
          </a:blip>
          <a:srcRect b="0" l="0" r="0" t="0"/>
          <a:stretch/>
        </p:blipFill>
        <p:spPr>
          <a:xfrm>
            <a:off x="1011839" y="1155565"/>
            <a:ext cx="5029203" cy="2464780"/>
          </a:xfrm>
          <a:prstGeom prst="rect">
            <a:avLst/>
          </a:prstGeom>
          <a:noFill/>
          <a:ln>
            <a:noFill/>
          </a:ln>
        </p:spPr>
      </p:pic>
      <p:pic>
        <p:nvPicPr>
          <p:cNvPr id="1174" name="Google Shape;1174;p122"/>
          <p:cNvPicPr preferRelativeResize="0"/>
          <p:nvPr/>
        </p:nvPicPr>
        <p:blipFill rotWithShape="1">
          <a:blip r:embed="rId4">
            <a:alphaModFix/>
          </a:blip>
          <a:srcRect b="0" l="0" r="0" t="0"/>
          <a:stretch/>
        </p:blipFill>
        <p:spPr>
          <a:xfrm>
            <a:off x="6206723" y="1155583"/>
            <a:ext cx="5124712" cy="2273417"/>
          </a:xfrm>
          <a:prstGeom prst="rect">
            <a:avLst/>
          </a:prstGeom>
          <a:noFill/>
          <a:ln>
            <a:noFill/>
          </a:ln>
        </p:spPr>
      </p:pic>
      <p:pic>
        <p:nvPicPr>
          <p:cNvPr id="1175" name="Google Shape;1175;p122"/>
          <p:cNvPicPr preferRelativeResize="0"/>
          <p:nvPr/>
        </p:nvPicPr>
        <p:blipFill rotWithShape="1">
          <a:blip r:embed="rId5">
            <a:alphaModFix/>
          </a:blip>
          <a:srcRect b="0" l="0" r="0" t="0"/>
          <a:stretch/>
        </p:blipFill>
        <p:spPr>
          <a:xfrm>
            <a:off x="4093368" y="3750109"/>
            <a:ext cx="6115363" cy="2171812"/>
          </a:xfrm>
          <a:prstGeom prst="rect">
            <a:avLst/>
          </a:prstGeom>
          <a:noFill/>
          <a:ln>
            <a:noFill/>
          </a:ln>
        </p:spPr>
      </p:pic>
    </p:spTree>
  </p:cSld>
  <p:clrMapOvr>
    <a:masterClrMapping/>
  </p:clrMapOvr>
</p:sld>
</file>

<file path=ppt/slides/slide10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79" name="Shape 1179"/>
        <p:cNvGrpSpPr/>
        <p:nvPr/>
      </p:nvGrpSpPr>
      <p:grpSpPr>
        <a:xfrm>
          <a:off x="0" y="0"/>
          <a:ext cx="0" cy="0"/>
          <a:chOff x="0" y="0"/>
          <a:chExt cx="0" cy="0"/>
        </a:xfrm>
      </p:grpSpPr>
      <p:pic>
        <p:nvPicPr>
          <p:cNvPr id="1180" name="Google Shape;1180;p123"/>
          <p:cNvPicPr preferRelativeResize="0"/>
          <p:nvPr/>
        </p:nvPicPr>
        <p:blipFill rotWithShape="1">
          <a:blip r:embed="rId3">
            <a:alphaModFix/>
          </a:blip>
          <a:srcRect b="0" l="0" r="0" t="0"/>
          <a:stretch/>
        </p:blipFill>
        <p:spPr>
          <a:xfrm>
            <a:off x="1687067" y="1503034"/>
            <a:ext cx="9021574" cy="4421417"/>
          </a:xfrm>
          <a:prstGeom prst="rect">
            <a:avLst/>
          </a:prstGeom>
          <a:noFill/>
          <a:ln>
            <a:noFill/>
          </a:ln>
        </p:spPr>
      </p:pic>
      <p:sp>
        <p:nvSpPr>
          <p:cNvPr id="1181" name="Google Shape;1181;p123"/>
          <p:cNvSpPr txBox="1"/>
          <p:nvPr/>
        </p:nvSpPr>
        <p:spPr>
          <a:xfrm>
            <a:off x="1404345" y="709280"/>
            <a:ext cx="81279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it-IT" sz="1800">
                <a:solidFill>
                  <a:schemeClr val="dk1"/>
                </a:solidFill>
                <a:latin typeface="Open Sans"/>
                <a:ea typeface="Open Sans"/>
                <a:cs typeface="Open Sans"/>
                <a:sym typeface="Open Sans"/>
              </a:rPr>
              <a:t>Analisi con parassiti </a:t>
            </a:r>
            <a:br>
              <a:rPr lang="it-IT" sz="1800">
                <a:solidFill>
                  <a:schemeClr val="dk1"/>
                </a:solidFill>
                <a:latin typeface="Open Sans"/>
                <a:ea typeface="Open Sans"/>
                <a:cs typeface="Open Sans"/>
                <a:sym typeface="Open Sans"/>
              </a:rPr>
            </a:br>
            <a:r>
              <a:rPr lang="it-IT" sz="1800">
                <a:solidFill>
                  <a:schemeClr val="dk1"/>
                </a:solidFill>
                <a:latin typeface="Open Sans"/>
                <a:ea typeface="Open Sans"/>
                <a:cs typeface="Open Sans"/>
                <a:sym typeface="Open Sans"/>
              </a:rPr>
              <a:t>con freq di 10k non persiste nessun effetto risonanza</a:t>
            </a:r>
            <a:endParaRPr/>
          </a:p>
        </p:txBody>
      </p:sp>
    </p:spTree>
  </p:cSld>
  <p:clrMapOvr>
    <a:masterClrMapping/>
  </p:clrMapOvr>
</p:sld>
</file>

<file path=ppt/slides/slide10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6" name="Shape 1186"/>
        <p:cNvGrpSpPr/>
        <p:nvPr/>
      </p:nvGrpSpPr>
      <p:grpSpPr>
        <a:xfrm>
          <a:off x="0" y="0"/>
          <a:ext cx="0" cy="0"/>
          <a:chOff x="0" y="0"/>
          <a:chExt cx="0" cy="0"/>
        </a:xfrm>
      </p:grpSpPr>
      <p:sp>
        <p:nvSpPr>
          <p:cNvPr id="1187" name="Google Shape;1187;p124"/>
          <p:cNvSpPr txBox="1"/>
          <p:nvPr/>
        </p:nvSpPr>
        <p:spPr>
          <a:xfrm>
            <a:off x="1355275" y="756125"/>
            <a:ext cx="7758300" cy="954300"/>
          </a:xfrm>
          <a:prstGeom prst="rect">
            <a:avLst/>
          </a:prstGeom>
          <a:noFill/>
          <a:ln>
            <a:noFill/>
          </a:ln>
        </p:spPr>
        <p:txBody>
          <a:bodyPr anchorCtr="0" anchor="t" bIns="91425" lIns="91425" spcFirstLastPara="1" rIns="91425" wrap="square" tIns="91425">
            <a:spAutoFit/>
          </a:bodyPr>
          <a:lstStyle/>
          <a:p>
            <a:pPr indent="0" lvl="0" marL="0" marR="0" rtl="0" algn="l">
              <a:spcBef>
                <a:spcPts val="0"/>
              </a:spcBef>
              <a:spcAft>
                <a:spcPts val="0"/>
              </a:spcAft>
              <a:buClr>
                <a:srgbClr val="073763"/>
              </a:buClr>
              <a:buSzPts val="2500"/>
              <a:buFont typeface="Libre Franklin SemiBold"/>
              <a:buNone/>
            </a:pPr>
            <a:r>
              <a:rPr lang="it-IT" sz="2500">
                <a:solidFill>
                  <a:srgbClr val="073763"/>
                </a:solidFill>
                <a:latin typeface="Libre Franklin SemiBold"/>
                <a:ea typeface="Libre Franklin SemiBold"/>
                <a:cs typeface="Libre Franklin SemiBold"/>
                <a:sym typeface="Libre Franklin SemiBold"/>
              </a:rPr>
              <a:t>Analisi con parassiti del condensatore nella risposta al gradino</a:t>
            </a:r>
            <a:endParaRPr sz="2500">
              <a:solidFill>
                <a:srgbClr val="073763"/>
              </a:solidFill>
              <a:latin typeface="Libre Franklin SemiBold"/>
              <a:ea typeface="Libre Franklin SemiBold"/>
              <a:cs typeface="Libre Franklin SemiBold"/>
              <a:sym typeface="Libre Franklin SemiBold"/>
            </a:endParaRPr>
          </a:p>
        </p:txBody>
      </p:sp>
      <p:sp>
        <p:nvSpPr>
          <p:cNvPr id="1188" name="Google Shape;1188;p124"/>
          <p:cNvSpPr txBox="1"/>
          <p:nvPr/>
        </p:nvSpPr>
        <p:spPr>
          <a:xfrm>
            <a:off x="1089800" y="1856750"/>
            <a:ext cx="10144200" cy="27423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lang="it-IT" sz="1100">
                <a:solidFill>
                  <a:schemeClr val="dk1"/>
                </a:solidFill>
              </a:rPr>
              <a:t>Per prima cosa osserviamo il comportamento del filtro con i parassiti del condensatore a una frequenza di </a:t>
            </a:r>
            <a:r>
              <a:rPr b="1" lang="it-IT" sz="1100">
                <a:solidFill>
                  <a:schemeClr val="dk1"/>
                </a:solidFill>
              </a:rPr>
              <a:t>10 kHz</a:t>
            </a:r>
            <a:r>
              <a:rPr lang="it-IT" sz="1100">
                <a:solidFill>
                  <a:schemeClr val="dk1"/>
                </a:solidFill>
              </a:rPr>
              <a:t>. In questa condizione la risposta rimane praticamente regolare: non compaiono oscillazioni evidenti e il circuito si comporta quasi come nel caso senza parassiti.</a:t>
            </a:r>
            <a:endParaRPr sz="1100">
              <a:solidFill>
                <a:schemeClr val="dk1"/>
              </a:solidFill>
            </a:endParaRPr>
          </a:p>
          <a:p>
            <a:pPr indent="0" lvl="0" marL="0" rtl="0" algn="l">
              <a:lnSpc>
                <a:spcPct val="115000"/>
              </a:lnSpc>
              <a:spcBef>
                <a:spcPts val="1200"/>
              </a:spcBef>
              <a:spcAft>
                <a:spcPts val="0"/>
              </a:spcAft>
              <a:buNone/>
            </a:pPr>
            <a:r>
              <a:rPr lang="it-IT" sz="1100">
                <a:solidFill>
                  <a:schemeClr val="dk1"/>
                </a:solidFill>
              </a:rPr>
              <a:t>Questo accade perché </a:t>
            </a:r>
            <a:r>
              <a:rPr b="1" lang="it-IT" sz="1100">
                <a:solidFill>
                  <a:schemeClr val="dk1"/>
                </a:solidFill>
              </a:rPr>
              <a:t>10 kHz</a:t>
            </a:r>
            <a:r>
              <a:rPr lang="it-IT" sz="1100">
                <a:solidFill>
                  <a:schemeClr val="dk1"/>
                </a:solidFill>
              </a:rPr>
              <a:t> è una frequenza ancora molto lontana dalla zona in cui i parassiti del condensatore diventano dominanti. La capacità continua quindi a comportarsi quasi come un componente ideale e la risposta del filtro resta stabile.</a:t>
            </a:r>
            <a:endParaRPr sz="1100">
              <a:solidFill>
                <a:schemeClr val="dk1"/>
              </a:solidFill>
            </a:endParaRPr>
          </a:p>
          <a:p>
            <a:pPr indent="0" lvl="0" marL="0" rtl="0" algn="l">
              <a:lnSpc>
                <a:spcPct val="115000"/>
              </a:lnSpc>
              <a:spcBef>
                <a:spcPts val="1200"/>
              </a:spcBef>
              <a:spcAft>
                <a:spcPts val="0"/>
              </a:spcAft>
              <a:buNone/>
            </a:pPr>
            <a:r>
              <a:t/>
            </a:r>
            <a:endParaRPr sz="1100">
              <a:solidFill>
                <a:schemeClr val="dk1"/>
              </a:solidFill>
            </a:endParaRPr>
          </a:p>
          <a:p>
            <a:pPr indent="0" lvl="0" marL="0" rtl="0" algn="l">
              <a:lnSpc>
                <a:spcPct val="115000"/>
              </a:lnSpc>
              <a:spcBef>
                <a:spcPts val="1400"/>
              </a:spcBef>
              <a:spcAft>
                <a:spcPts val="0"/>
              </a:spcAft>
              <a:buNone/>
            </a:pPr>
            <a:r>
              <a:rPr b="1" lang="it-IT" sz="1300">
                <a:solidFill>
                  <a:schemeClr val="dk1"/>
                </a:solidFill>
              </a:rPr>
              <a:t>Passaggio alle alte frequenze</a:t>
            </a:r>
            <a:endParaRPr b="1" sz="1300">
              <a:solidFill>
                <a:schemeClr val="dk1"/>
              </a:solidFill>
            </a:endParaRPr>
          </a:p>
          <a:p>
            <a:pPr indent="0" lvl="0" marL="0" rtl="0" algn="l">
              <a:lnSpc>
                <a:spcPct val="115000"/>
              </a:lnSpc>
              <a:spcBef>
                <a:spcPts val="1200"/>
              </a:spcBef>
              <a:spcAft>
                <a:spcPts val="0"/>
              </a:spcAft>
              <a:buNone/>
            </a:pPr>
            <a:r>
              <a:rPr lang="it-IT" sz="1100">
                <a:solidFill>
                  <a:schemeClr val="dk1"/>
                </a:solidFill>
              </a:rPr>
              <a:t>Successivamente aumentiamo la frequenza fino a circa </a:t>
            </a:r>
            <a:r>
              <a:rPr b="1" lang="it-IT" sz="1100">
                <a:solidFill>
                  <a:schemeClr val="dk1"/>
                </a:solidFill>
              </a:rPr>
              <a:t>10 MHz</a:t>
            </a:r>
            <a:r>
              <a:rPr lang="it-IT" sz="1100">
                <a:solidFill>
                  <a:schemeClr val="dk1"/>
                </a:solidFill>
              </a:rPr>
              <a:t>. In questa zona il comportamento cambia in modo evidente: il circuito non riesce più a rispondere come nel caso ideale e compaiono effetti anomali sui fronti del segnale.</a:t>
            </a:r>
            <a:endParaRPr sz="1100">
              <a:solidFill>
                <a:schemeClr val="dk1"/>
              </a:solidFill>
            </a:endParaRPr>
          </a:p>
          <a:p>
            <a:pPr indent="0" lvl="0" marL="0" rtl="0" algn="l">
              <a:lnSpc>
                <a:spcPct val="115000"/>
              </a:lnSpc>
              <a:spcBef>
                <a:spcPts val="1200"/>
              </a:spcBef>
              <a:spcAft>
                <a:spcPts val="1200"/>
              </a:spcAft>
              <a:buNone/>
            </a:pPr>
            <a:r>
              <a:rPr lang="it-IT" sz="1100">
                <a:solidFill>
                  <a:schemeClr val="dk1"/>
                </a:solidFill>
              </a:rPr>
              <a:t>Il motivo è che questa frequenza è molto vicina alla frequenza di risonanza del condensatore reale. Considerando:</a:t>
            </a:r>
            <a:endParaRPr sz="1100">
              <a:solidFill>
                <a:schemeClr val="dk1"/>
              </a:solidFill>
            </a:endParaRPr>
          </a:p>
        </p:txBody>
      </p:sp>
      <p:pic>
        <p:nvPicPr>
          <p:cNvPr id="1189" name="Google Shape;1189;p124"/>
          <p:cNvPicPr preferRelativeResize="0"/>
          <p:nvPr/>
        </p:nvPicPr>
        <p:blipFill>
          <a:blip r:embed="rId3">
            <a:alphaModFix/>
          </a:blip>
          <a:stretch>
            <a:fillRect/>
          </a:stretch>
        </p:blipFill>
        <p:spPr>
          <a:xfrm>
            <a:off x="7878875" y="4127648"/>
            <a:ext cx="1202875" cy="1844402"/>
          </a:xfrm>
          <a:prstGeom prst="rect">
            <a:avLst/>
          </a:prstGeom>
          <a:noFill/>
          <a:ln>
            <a:noFill/>
          </a:ln>
        </p:spPr>
      </p:pic>
      <p:sp>
        <p:nvSpPr>
          <p:cNvPr id="1190" name="Google Shape;1190;p124"/>
          <p:cNvSpPr txBox="1"/>
          <p:nvPr/>
        </p:nvSpPr>
        <p:spPr>
          <a:xfrm>
            <a:off x="1089800" y="5672075"/>
            <a:ext cx="6412800" cy="3540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it-IT" sz="1100">
                <a:solidFill>
                  <a:schemeClr val="dk1"/>
                </a:solidFill>
              </a:rPr>
              <a:t>Quindi, lavorando intorno a </a:t>
            </a:r>
            <a:r>
              <a:rPr b="1" lang="it-IT" sz="1100">
                <a:solidFill>
                  <a:schemeClr val="dk1"/>
                </a:solidFill>
              </a:rPr>
              <a:t>10 MHz</a:t>
            </a:r>
            <a:r>
              <a:rPr lang="it-IT" sz="1100">
                <a:solidFill>
                  <a:schemeClr val="dk1"/>
                </a:solidFill>
              </a:rPr>
              <a:t>, siamo praticamente nella zona di autorisonanza del condensatore.</a:t>
            </a:r>
            <a:endParaRPr/>
          </a:p>
        </p:txBody>
      </p:sp>
    </p:spTree>
  </p:cSld>
  <p:clrMapOvr>
    <a:masterClrMapping/>
  </p:clrMapOvr>
</p:sld>
</file>

<file path=ppt/slides/slide10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95" name="Shape 1195"/>
        <p:cNvGrpSpPr/>
        <p:nvPr/>
      </p:nvGrpSpPr>
      <p:grpSpPr>
        <a:xfrm>
          <a:off x="0" y="0"/>
          <a:ext cx="0" cy="0"/>
          <a:chOff x="0" y="0"/>
          <a:chExt cx="0" cy="0"/>
        </a:xfrm>
      </p:grpSpPr>
      <p:sp>
        <p:nvSpPr>
          <p:cNvPr id="1196" name="Google Shape;1196;p125"/>
          <p:cNvSpPr txBox="1"/>
          <p:nvPr/>
        </p:nvSpPr>
        <p:spPr>
          <a:xfrm>
            <a:off x="796625" y="778625"/>
            <a:ext cx="10222200" cy="14760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400"/>
              </a:spcBef>
              <a:spcAft>
                <a:spcPts val="0"/>
              </a:spcAft>
              <a:buNone/>
            </a:pPr>
            <a:r>
              <a:rPr b="1" lang="it-IT" sz="1300">
                <a:solidFill>
                  <a:schemeClr val="dk1"/>
                </a:solidFill>
              </a:rPr>
              <a:t>Effetto dei parassiti sui fronti</a:t>
            </a:r>
            <a:endParaRPr b="1" sz="1300">
              <a:solidFill>
                <a:schemeClr val="dk1"/>
              </a:solidFill>
            </a:endParaRPr>
          </a:p>
          <a:p>
            <a:pPr indent="0" lvl="0" marL="0" rtl="0" algn="l">
              <a:lnSpc>
                <a:spcPct val="115000"/>
              </a:lnSpc>
              <a:spcBef>
                <a:spcPts val="1200"/>
              </a:spcBef>
              <a:spcAft>
                <a:spcPts val="0"/>
              </a:spcAft>
              <a:buNone/>
            </a:pPr>
            <a:r>
              <a:rPr lang="it-IT" sz="1100">
                <a:solidFill>
                  <a:schemeClr val="dk1"/>
                </a:solidFill>
              </a:rPr>
              <a:t>A queste frequenze, ogni fronte del segnale eccita i parassiti del condensatore. La presenza dell’induttanza serie </a:t>
            </a:r>
            <a:r>
              <a:rPr b="1" lang="it-IT" sz="1100">
                <a:solidFill>
                  <a:schemeClr val="dk1"/>
                </a:solidFill>
              </a:rPr>
              <a:t>ESL</a:t>
            </a:r>
            <a:r>
              <a:rPr lang="it-IT" sz="1100">
                <a:solidFill>
                  <a:schemeClr val="dk1"/>
                </a:solidFill>
              </a:rPr>
              <a:t> fa sì che il condensatore reale non si comporti più come una sola capacità, ma come un sistema risonante.</a:t>
            </a:r>
            <a:endParaRPr sz="1100">
              <a:solidFill>
                <a:schemeClr val="dk1"/>
              </a:solidFill>
            </a:endParaRPr>
          </a:p>
          <a:p>
            <a:pPr indent="0" lvl="0" marL="0" rtl="0" algn="l">
              <a:lnSpc>
                <a:spcPct val="115000"/>
              </a:lnSpc>
              <a:spcBef>
                <a:spcPts val="1200"/>
              </a:spcBef>
              <a:spcAft>
                <a:spcPts val="1200"/>
              </a:spcAft>
              <a:buNone/>
            </a:pPr>
            <a:r>
              <a:rPr lang="it-IT" sz="1100">
                <a:solidFill>
                  <a:schemeClr val="dk1"/>
                </a:solidFill>
              </a:rPr>
              <a:t>Per questo motivo, quando il segnale passa da basso ad alto oppure da alto a basso, sulla tensione del condensatore con parassiti compaiono picchi e oscillazioni ad alta frequenza. Questo fenomeno è il </a:t>
            </a:r>
            <a:r>
              <a:rPr b="1" lang="it-IT" sz="1100">
                <a:solidFill>
                  <a:schemeClr val="dk1"/>
                </a:solidFill>
              </a:rPr>
              <a:t>ringing</a:t>
            </a:r>
            <a:r>
              <a:rPr lang="it-IT" sz="1100">
                <a:solidFill>
                  <a:schemeClr val="dk1"/>
                </a:solidFill>
              </a:rPr>
              <a:t>, cioè una risposta oscillatoria generata dalla risonanza tra </a:t>
            </a:r>
            <a:r>
              <a:rPr b="1" lang="it-IT" sz="1100">
                <a:solidFill>
                  <a:schemeClr val="dk1"/>
                </a:solidFill>
              </a:rPr>
              <a:t>C</a:t>
            </a:r>
            <a:r>
              <a:rPr lang="it-IT" sz="1100">
                <a:solidFill>
                  <a:schemeClr val="dk1"/>
                </a:solidFill>
              </a:rPr>
              <a:t> ed </a:t>
            </a:r>
            <a:r>
              <a:rPr b="1" lang="it-IT" sz="1100">
                <a:solidFill>
                  <a:schemeClr val="dk1"/>
                </a:solidFill>
              </a:rPr>
              <a:t>ESL</a:t>
            </a:r>
            <a:r>
              <a:rPr lang="it-IT" sz="1100">
                <a:solidFill>
                  <a:schemeClr val="dk1"/>
                </a:solidFill>
              </a:rPr>
              <a:t>.</a:t>
            </a:r>
            <a:endParaRPr sz="1100">
              <a:solidFill>
                <a:schemeClr val="dk1"/>
              </a:solidFill>
            </a:endParaRPr>
          </a:p>
        </p:txBody>
      </p:sp>
      <p:sp>
        <p:nvSpPr>
          <p:cNvPr id="1197" name="Google Shape;1197;p125"/>
          <p:cNvSpPr txBox="1"/>
          <p:nvPr/>
        </p:nvSpPr>
        <p:spPr>
          <a:xfrm>
            <a:off x="874450" y="2431750"/>
            <a:ext cx="10102500" cy="9327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400"/>
              </a:spcBef>
              <a:spcAft>
                <a:spcPts val="0"/>
              </a:spcAft>
              <a:buNone/>
            </a:pPr>
            <a:r>
              <a:rPr b="1" lang="it-IT" sz="1300">
                <a:solidFill>
                  <a:schemeClr val="dk1"/>
                </a:solidFill>
              </a:rPr>
              <a:t>Confronto con il caso senza parassiti</a:t>
            </a:r>
            <a:endParaRPr b="1" sz="1300">
              <a:solidFill>
                <a:schemeClr val="dk1"/>
              </a:solidFill>
            </a:endParaRPr>
          </a:p>
          <a:p>
            <a:pPr indent="0" lvl="0" marL="0" rtl="0" algn="l">
              <a:lnSpc>
                <a:spcPct val="115000"/>
              </a:lnSpc>
              <a:spcBef>
                <a:spcPts val="1200"/>
              </a:spcBef>
              <a:spcAft>
                <a:spcPts val="1200"/>
              </a:spcAft>
              <a:buNone/>
            </a:pPr>
            <a:r>
              <a:rPr lang="it-IT" sz="1100">
                <a:solidFill>
                  <a:schemeClr val="dk1"/>
                </a:solidFill>
              </a:rPr>
              <a:t>Anche nel caso senza parassiti, a una frequenza così alta il condensatore non riesce a caricarsi e scaricarsi completamente. Il periodo del segnale è troppo breve rispetto alla costante di tempo del filtro:</a:t>
            </a:r>
            <a:endParaRPr sz="1100">
              <a:solidFill>
                <a:schemeClr val="dk1"/>
              </a:solidFill>
            </a:endParaRPr>
          </a:p>
        </p:txBody>
      </p:sp>
      <p:pic>
        <p:nvPicPr>
          <p:cNvPr id="1198" name="Google Shape;1198;p125"/>
          <p:cNvPicPr preferRelativeResize="0"/>
          <p:nvPr/>
        </p:nvPicPr>
        <p:blipFill>
          <a:blip r:embed="rId3">
            <a:alphaModFix/>
          </a:blip>
          <a:stretch>
            <a:fillRect/>
          </a:stretch>
        </p:blipFill>
        <p:spPr>
          <a:xfrm>
            <a:off x="2877625" y="3117425"/>
            <a:ext cx="1067475" cy="1735550"/>
          </a:xfrm>
          <a:prstGeom prst="rect">
            <a:avLst/>
          </a:prstGeom>
          <a:noFill/>
          <a:ln>
            <a:noFill/>
          </a:ln>
        </p:spPr>
      </p:pic>
      <p:sp>
        <p:nvSpPr>
          <p:cNvPr id="1199" name="Google Shape;1199;p125"/>
          <p:cNvSpPr txBox="1"/>
          <p:nvPr/>
        </p:nvSpPr>
        <p:spPr>
          <a:xfrm>
            <a:off x="874450" y="5013225"/>
            <a:ext cx="4609800" cy="3540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it-IT" sz="1100">
                <a:solidFill>
                  <a:schemeClr val="dk1"/>
                </a:solidFill>
              </a:rPr>
              <a:t>A </a:t>
            </a:r>
            <a:r>
              <a:rPr b="1" lang="it-IT" sz="1100">
                <a:solidFill>
                  <a:schemeClr val="dk1"/>
                </a:solidFill>
              </a:rPr>
              <a:t>10 MHz</a:t>
            </a:r>
            <a:r>
              <a:rPr lang="it-IT" sz="1100">
                <a:solidFill>
                  <a:schemeClr val="dk1"/>
                </a:solidFill>
              </a:rPr>
              <a:t>, invece, il periodo è:</a:t>
            </a:r>
            <a:endParaRPr/>
          </a:p>
        </p:txBody>
      </p:sp>
      <p:pic>
        <p:nvPicPr>
          <p:cNvPr id="1200" name="Google Shape;1200;p125"/>
          <p:cNvPicPr preferRelativeResize="0"/>
          <p:nvPr/>
        </p:nvPicPr>
        <p:blipFill rotWithShape="1">
          <a:blip r:embed="rId4">
            <a:alphaModFix/>
          </a:blip>
          <a:srcRect b="71533" l="0" r="0" t="0"/>
          <a:stretch/>
        </p:blipFill>
        <p:spPr>
          <a:xfrm>
            <a:off x="3151000" y="5013216"/>
            <a:ext cx="1956075" cy="561300"/>
          </a:xfrm>
          <a:prstGeom prst="rect">
            <a:avLst/>
          </a:prstGeom>
          <a:noFill/>
          <a:ln>
            <a:noFill/>
          </a:ln>
        </p:spPr>
      </p:pic>
      <p:pic>
        <p:nvPicPr>
          <p:cNvPr id="1201" name="Google Shape;1201;p125"/>
          <p:cNvPicPr preferRelativeResize="0"/>
          <p:nvPr/>
        </p:nvPicPr>
        <p:blipFill rotWithShape="1">
          <a:blip r:embed="rId4">
            <a:alphaModFix/>
          </a:blip>
          <a:srcRect b="31235" l="0" r="0" t="37545"/>
          <a:stretch/>
        </p:blipFill>
        <p:spPr>
          <a:xfrm>
            <a:off x="5484250" y="4911398"/>
            <a:ext cx="1956075" cy="615600"/>
          </a:xfrm>
          <a:prstGeom prst="rect">
            <a:avLst/>
          </a:prstGeom>
          <a:noFill/>
          <a:ln>
            <a:noFill/>
          </a:ln>
        </p:spPr>
      </p:pic>
      <p:sp>
        <p:nvSpPr>
          <p:cNvPr id="1202" name="Google Shape;1202;p125"/>
          <p:cNvSpPr txBox="1"/>
          <p:nvPr/>
        </p:nvSpPr>
        <p:spPr>
          <a:xfrm>
            <a:off x="1143900" y="5574513"/>
            <a:ext cx="8700900" cy="554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it-IT" sz="1200"/>
              <a:t>il condensatore non ha il tempo fisico per raggiungere il valore finale. Per questo la sua tensione rimane molto limitata e non riesce nemmeno a sviluppare una carica/scarica completa.</a:t>
            </a:r>
            <a:endParaRPr sz="1200"/>
          </a:p>
        </p:txBody>
      </p:sp>
      <p:pic>
        <p:nvPicPr>
          <p:cNvPr id="1203" name="Google Shape;1203;p125"/>
          <p:cNvPicPr preferRelativeResize="0"/>
          <p:nvPr/>
        </p:nvPicPr>
        <p:blipFill rotWithShape="1">
          <a:blip r:embed="rId4">
            <a:alphaModFix/>
          </a:blip>
          <a:srcRect b="0" l="0" r="0" t="76496"/>
          <a:stretch/>
        </p:blipFill>
        <p:spPr>
          <a:xfrm>
            <a:off x="7888725" y="4911422"/>
            <a:ext cx="1956075" cy="463450"/>
          </a:xfrm>
          <a:prstGeom prst="rect">
            <a:avLst/>
          </a:prstGeom>
          <a:noFill/>
          <a:ln>
            <a:noFill/>
          </a:ln>
        </p:spPr>
      </p:pic>
    </p:spTree>
  </p:cSld>
  <p:clrMapOvr>
    <a:masterClrMapping/>
  </p:clrMapOvr>
</p:sld>
</file>

<file path=ppt/slides/slide10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08" name="Shape 1208"/>
        <p:cNvGrpSpPr/>
        <p:nvPr/>
      </p:nvGrpSpPr>
      <p:grpSpPr>
        <a:xfrm>
          <a:off x="0" y="0"/>
          <a:ext cx="0" cy="0"/>
          <a:chOff x="0" y="0"/>
          <a:chExt cx="0" cy="0"/>
        </a:xfrm>
      </p:grpSpPr>
      <p:sp>
        <p:nvSpPr>
          <p:cNvPr id="1209" name="Google Shape;1209;p126"/>
          <p:cNvSpPr txBox="1"/>
          <p:nvPr/>
        </p:nvSpPr>
        <p:spPr>
          <a:xfrm>
            <a:off x="934375" y="729050"/>
            <a:ext cx="8419200" cy="14760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400"/>
              </a:spcBef>
              <a:spcAft>
                <a:spcPts val="0"/>
              </a:spcAft>
              <a:buNone/>
            </a:pPr>
            <a:r>
              <a:rPr b="1" lang="it-IT" sz="1300">
                <a:solidFill>
                  <a:schemeClr val="dk1"/>
                </a:solidFill>
              </a:rPr>
              <a:t>Conclusione</a:t>
            </a:r>
            <a:endParaRPr b="1" sz="1300">
              <a:solidFill>
                <a:schemeClr val="dk1"/>
              </a:solidFill>
            </a:endParaRPr>
          </a:p>
          <a:p>
            <a:pPr indent="0" lvl="0" marL="0" rtl="0" algn="l">
              <a:lnSpc>
                <a:spcPct val="115000"/>
              </a:lnSpc>
              <a:spcBef>
                <a:spcPts val="1200"/>
              </a:spcBef>
              <a:spcAft>
                <a:spcPts val="0"/>
              </a:spcAft>
              <a:buNone/>
            </a:pPr>
            <a:r>
              <a:rPr lang="it-IT" sz="1100">
                <a:solidFill>
                  <a:schemeClr val="dk1"/>
                </a:solidFill>
              </a:rPr>
              <a:t>Lo studio mostra quindi due comportamenti distinti. A </a:t>
            </a:r>
            <a:r>
              <a:rPr b="1" lang="it-IT" sz="1100">
                <a:solidFill>
                  <a:schemeClr val="dk1"/>
                </a:solidFill>
              </a:rPr>
              <a:t>10 kHz</a:t>
            </a:r>
            <a:r>
              <a:rPr lang="it-IT" sz="1100">
                <a:solidFill>
                  <a:schemeClr val="dk1"/>
                </a:solidFill>
              </a:rPr>
              <a:t> i parassiti sono trascurabili e il filtro risponde in modo quasi ideale. A circa </a:t>
            </a:r>
            <a:r>
              <a:rPr b="1" lang="it-IT" sz="1100">
                <a:solidFill>
                  <a:schemeClr val="dk1"/>
                </a:solidFill>
              </a:rPr>
              <a:t>10 MHz</a:t>
            </a:r>
            <a:r>
              <a:rPr lang="it-IT" sz="1100">
                <a:solidFill>
                  <a:schemeClr val="dk1"/>
                </a:solidFill>
              </a:rPr>
              <a:t>, invece, siamo vicini alla risonanza del condensatore reale, quindi i parassiti diventano dominanti e compaiono oscillazioni sui fronti.</a:t>
            </a:r>
            <a:endParaRPr sz="1100">
              <a:solidFill>
                <a:schemeClr val="dk1"/>
              </a:solidFill>
            </a:endParaRPr>
          </a:p>
          <a:p>
            <a:pPr indent="0" lvl="0" marL="0" rtl="0" algn="l">
              <a:lnSpc>
                <a:spcPct val="115000"/>
              </a:lnSpc>
              <a:spcBef>
                <a:spcPts val="1200"/>
              </a:spcBef>
              <a:spcAft>
                <a:spcPts val="1200"/>
              </a:spcAft>
              <a:buNone/>
            </a:pPr>
            <a:r>
              <a:rPr lang="it-IT" sz="1100">
                <a:solidFill>
                  <a:schemeClr val="dk1"/>
                </a:solidFill>
              </a:rPr>
              <a:t>In sintesi, alle basse frequenze il condensatore lavora come previsto; alle altissime frequenze, invece, la combinazione tra </a:t>
            </a:r>
            <a:r>
              <a:rPr b="1" lang="it-IT" sz="1100">
                <a:solidFill>
                  <a:schemeClr val="dk1"/>
                </a:solidFill>
              </a:rPr>
              <a:t>ESL</a:t>
            </a:r>
            <a:r>
              <a:rPr lang="it-IT" sz="1100">
                <a:solidFill>
                  <a:schemeClr val="dk1"/>
                </a:solidFill>
              </a:rPr>
              <a:t>, </a:t>
            </a:r>
            <a:r>
              <a:rPr b="1" lang="it-IT" sz="1100">
                <a:solidFill>
                  <a:schemeClr val="dk1"/>
                </a:solidFill>
              </a:rPr>
              <a:t>ESR</a:t>
            </a:r>
            <a:r>
              <a:rPr lang="it-IT" sz="1100">
                <a:solidFill>
                  <a:schemeClr val="dk1"/>
                </a:solidFill>
              </a:rPr>
              <a:t> e capacità nominale modifica la risposta e rende visibili gli effetti reali del componente.</a:t>
            </a:r>
            <a:endParaRPr sz="1100">
              <a:solidFill>
                <a:schemeClr val="dk1"/>
              </a:solidFill>
            </a:endParaRPr>
          </a:p>
        </p:txBody>
      </p:sp>
    </p:spTree>
  </p:cSld>
  <p:clrMapOvr>
    <a:masterClrMapping/>
  </p:clrMapOvr>
</p:sld>
</file>

<file path=ppt/slides/slide10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13" name="Shape 1213"/>
        <p:cNvGrpSpPr/>
        <p:nvPr/>
      </p:nvGrpSpPr>
      <p:grpSpPr>
        <a:xfrm>
          <a:off x="0" y="0"/>
          <a:ext cx="0" cy="0"/>
          <a:chOff x="0" y="0"/>
          <a:chExt cx="0" cy="0"/>
        </a:xfrm>
      </p:grpSpPr>
      <p:pic>
        <p:nvPicPr>
          <p:cNvPr id="1214" name="Google Shape;1214;p127"/>
          <p:cNvPicPr preferRelativeResize="0"/>
          <p:nvPr/>
        </p:nvPicPr>
        <p:blipFill rotWithShape="1">
          <a:blip r:embed="rId3">
            <a:alphaModFix/>
          </a:blip>
          <a:srcRect b="0" l="0" r="0" t="0"/>
          <a:stretch/>
        </p:blipFill>
        <p:spPr>
          <a:xfrm>
            <a:off x="1269005" y="4951801"/>
            <a:ext cx="2035225" cy="1267450"/>
          </a:xfrm>
          <a:prstGeom prst="rect">
            <a:avLst/>
          </a:prstGeom>
          <a:noFill/>
          <a:ln>
            <a:noFill/>
          </a:ln>
        </p:spPr>
      </p:pic>
      <p:pic>
        <p:nvPicPr>
          <p:cNvPr id="1215" name="Google Shape;1215;p127"/>
          <p:cNvPicPr preferRelativeResize="0"/>
          <p:nvPr/>
        </p:nvPicPr>
        <p:blipFill rotWithShape="1">
          <a:blip r:embed="rId4">
            <a:alphaModFix/>
          </a:blip>
          <a:srcRect b="0" l="0" r="0" t="0"/>
          <a:stretch/>
        </p:blipFill>
        <p:spPr>
          <a:xfrm>
            <a:off x="6089846" y="3620771"/>
            <a:ext cx="5423747" cy="2658146"/>
          </a:xfrm>
          <a:prstGeom prst="rect">
            <a:avLst/>
          </a:prstGeom>
          <a:noFill/>
          <a:ln>
            <a:noFill/>
          </a:ln>
        </p:spPr>
      </p:pic>
      <p:pic>
        <p:nvPicPr>
          <p:cNvPr id="1216" name="Google Shape;1216;p127"/>
          <p:cNvPicPr preferRelativeResize="0"/>
          <p:nvPr/>
        </p:nvPicPr>
        <p:blipFill rotWithShape="1">
          <a:blip r:embed="rId5">
            <a:alphaModFix/>
          </a:blip>
          <a:srcRect b="0" l="0" r="0" t="0"/>
          <a:stretch/>
        </p:blipFill>
        <p:spPr>
          <a:xfrm>
            <a:off x="6159183" y="838822"/>
            <a:ext cx="5285067" cy="2590177"/>
          </a:xfrm>
          <a:prstGeom prst="rect">
            <a:avLst/>
          </a:prstGeom>
          <a:noFill/>
          <a:ln>
            <a:noFill/>
          </a:ln>
        </p:spPr>
      </p:pic>
      <p:pic>
        <p:nvPicPr>
          <p:cNvPr id="1217" name="Google Shape;1217;p127"/>
          <p:cNvPicPr preferRelativeResize="0"/>
          <p:nvPr/>
        </p:nvPicPr>
        <p:blipFill rotWithShape="1">
          <a:blip r:embed="rId6">
            <a:alphaModFix/>
          </a:blip>
          <a:srcRect b="0" l="0" r="0" t="0"/>
          <a:stretch/>
        </p:blipFill>
        <p:spPr>
          <a:xfrm>
            <a:off x="1268999" y="1593751"/>
            <a:ext cx="3730250" cy="1426000"/>
          </a:xfrm>
          <a:prstGeom prst="rect">
            <a:avLst/>
          </a:prstGeom>
          <a:noFill/>
          <a:ln>
            <a:noFill/>
          </a:ln>
        </p:spPr>
      </p:pic>
      <p:pic>
        <p:nvPicPr>
          <p:cNvPr id="1218" name="Google Shape;1218;p127"/>
          <p:cNvPicPr preferRelativeResize="0"/>
          <p:nvPr/>
        </p:nvPicPr>
        <p:blipFill rotWithShape="1">
          <a:blip r:embed="rId7">
            <a:alphaModFix/>
          </a:blip>
          <a:srcRect b="0" l="0" r="0" t="0"/>
          <a:stretch/>
        </p:blipFill>
        <p:spPr>
          <a:xfrm>
            <a:off x="1268989" y="3183426"/>
            <a:ext cx="4050975" cy="1632325"/>
          </a:xfrm>
          <a:prstGeom prst="rect">
            <a:avLst/>
          </a:prstGeom>
          <a:noFill/>
          <a:ln>
            <a:noFill/>
          </a:ln>
        </p:spPr>
      </p:pic>
    </p:spTree>
  </p:cSld>
  <p:clrMapOvr>
    <a:masterClrMapping/>
  </p:clrMapOvr>
</p:sld>
</file>

<file path=ppt/slides/slide10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23" name="Shape 1223"/>
        <p:cNvGrpSpPr/>
        <p:nvPr/>
      </p:nvGrpSpPr>
      <p:grpSpPr>
        <a:xfrm>
          <a:off x="0" y="0"/>
          <a:ext cx="0" cy="0"/>
          <a:chOff x="0" y="0"/>
          <a:chExt cx="0" cy="0"/>
        </a:xfrm>
      </p:grpSpPr>
      <p:sp>
        <p:nvSpPr>
          <p:cNvPr id="1224" name="Google Shape;1224;p128"/>
          <p:cNvSpPr txBox="1"/>
          <p:nvPr/>
        </p:nvSpPr>
        <p:spPr>
          <a:xfrm>
            <a:off x="830550" y="760650"/>
            <a:ext cx="10655100" cy="37107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400"/>
              </a:spcBef>
              <a:spcAft>
                <a:spcPts val="0"/>
              </a:spcAft>
              <a:buNone/>
            </a:pPr>
            <a:r>
              <a:rPr b="1" lang="it-IT" sz="1300">
                <a:solidFill>
                  <a:schemeClr val="dk1"/>
                </a:solidFill>
              </a:rPr>
              <a:t>Confronto iniziale: parassiti in serie o parassiti interni al condensatore</a:t>
            </a:r>
            <a:endParaRPr b="1" sz="1300">
              <a:solidFill>
                <a:schemeClr val="dk1"/>
              </a:solidFill>
            </a:endParaRPr>
          </a:p>
          <a:p>
            <a:pPr indent="0" lvl="0" marL="0" rtl="0" algn="l">
              <a:lnSpc>
                <a:spcPct val="115000"/>
              </a:lnSpc>
              <a:spcBef>
                <a:spcPts val="1200"/>
              </a:spcBef>
              <a:spcAft>
                <a:spcPts val="0"/>
              </a:spcAft>
              <a:buNone/>
            </a:pPr>
            <a:r>
              <a:rPr lang="it-IT" sz="1100">
                <a:solidFill>
                  <a:schemeClr val="dk1"/>
                </a:solidFill>
              </a:rPr>
              <a:t>Nel primo confronto si osserva che il comportamento del filtro è praticamente lo stesso sia modellando i parassiti </a:t>
            </a:r>
            <a:r>
              <a:rPr b="1" lang="it-IT" sz="1100">
                <a:solidFill>
                  <a:schemeClr val="dk1"/>
                </a:solidFill>
              </a:rPr>
              <a:t>esplicitamente in serie</a:t>
            </a:r>
            <a:r>
              <a:rPr lang="it-IT" sz="1100">
                <a:solidFill>
                  <a:schemeClr val="dk1"/>
                </a:solidFill>
              </a:rPr>
              <a:t> al condensatore, sia usando direttamente il modello di </a:t>
            </a:r>
            <a:r>
              <a:rPr b="1" lang="it-IT" sz="1100">
                <a:solidFill>
                  <a:schemeClr val="dk1"/>
                </a:solidFill>
              </a:rPr>
              <a:t>condensatore reale con parassiti interni</a:t>
            </a:r>
            <a:r>
              <a:rPr lang="it-IT" sz="1100">
                <a:solidFill>
                  <a:schemeClr val="dk1"/>
                </a:solidFill>
              </a:rPr>
              <a:t>.</a:t>
            </a:r>
            <a:br>
              <a:rPr lang="it-IT" sz="1100">
                <a:solidFill>
                  <a:schemeClr val="dk1"/>
                </a:solidFill>
              </a:rPr>
            </a:br>
            <a:r>
              <a:rPr lang="it-IT" sz="1100">
                <a:solidFill>
                  <a:schemeClr val="dk1"/>
                </a:solidFill>
              </a:rPr>
              <a:t> Questo accade perché, dal punto di vista elettrico, i due modelli descrivono la stessa realtà fisica: il condensatore reale non è ideale, ma porta con sé una </a:t>
            </a:r>
            <a:r>
              <a:rPr b="1" lang="it-IT" sz="1100">
                <a:solidFill>
                  <a:schemeClr val="dk1"/>
                </a:solidFill>
              </a:rPr>
              <a:t>resistenza serie equivalente</a:t>
            </a:r>
            <a:r>
              <a:rPr lang="it-IT" sz="1100">
                <a:solidFill>
                  <a:schemeClr val="dk1"/>
                </a:solidFill>
              </a:rPr>
              <a:t> ESR e un’</a:t>
            </a:r>
            <a:r>
              <a:rPr b="1" lang="it-IT" sz="1100">
                <a:solidFill>
                  <a:schemeClr val="dk1"/>
                </a:solidFill>
              </a:rPr>
              <a:t>induttanza serie equivalente</a:t>
            </a:r>
            <a:r>
              <a:rPr lang="it-IT" sz="1100">
                <a:solidFill>
                  <a:schemeClr val="dk1"/>
                </a:solidFill>
              </a:rPr>
              <a:t> ESL.</a:t>
            </a:r>
            <a:endParaRPr sz="1100">
              <a:solidFill>
                <a:schemeClr val="dk1"/>
              </a:solidFill>
            </a:endParaRPr>
          </a:p>
          <a:p>
            <a:pPr indent="0" lvl="0" marL="0" rtl="0" algn="l">
              <a:lnSpc>
                <a:spcPct val="115000"/>
              </a:lnSpc>
              <a:spcBef>
                <a:spcPts val="1200"/>
              </a:spcBef>
              <a:spcAft>
                <a:spcPts val="0"/>
              </a:spcAft>
              <a:buNone/>
            </a:pPr>
            <a:r>
              <a:rPr lang="it-IT" sz="1100">
                <a:solidFill>
                  <a:schemeClr val="dk1"/>
                </a:solidFill>
              </a:rPr>
              <a:t>Per questo motivo la risposta in frequenza risulta sovrapponibile: in entrambi i casi il filtro non è più un passa-alto “puro”, ma un circuito il cui comportamento alle alte frequenze viene modificato dai parassiti del condensatore.</a:t>
            </a:r>
            <a:endParaRPr sz="1100">
              <a:solidFill>
                <a:schemeClr val="dk1"/>
              </a:solidFill>
            </a:endParaRPr>
          </a:p>
          <a:p>
            <a:pPr indent="0" lvl="0" marL="0" rtl="0" algn="l">
              <a:lnSpc>
                <a:spcPct val="115000"/>
              </a:lnSpc>
              <a:spcBef>
                <a:spcPts val="1200"/>
              </a:spcBef>
              <a:spcAft>
                <a:spcPts val="0"/>
              </a:spcAft>
              <a:buNone/>
            </a:pPr>
            <a:r>
              <a:t/>
            </a:r>
            <a:endParaRPr sz="1100">
              <a:solidFill>
                <a:schemeClr val="dk1"/>
              </a:solidFill>
            </a:endParaRPr>
          </a:p>
          <a:p>
            <a:pPr indent="0" lvl="0" marL="0" rtl="0" algn="l">
              <a:lnSpc>
                <a:spcPct val="115000"/>
              </a:lnSpc>
              <a:spcBef>
                <a:spcPts val="1400"/>
              </a:spcBef>
              <a:spcAft>
                <a:spcPts val="0"/>
              </a:spcAft>
              <a:buNone/>
            </a:pPr>
            <a:r>
              <a:rPr b="1" lang="it-IT" sz="1300">
                <a:solidFill>
                  <a:schemeClr val="dk1"/>
                </a:solidFill>
              </a:rPr>
              <a:t>Confronto più interessante: senza parassiti vs con parassiti</a:t>
            </a:r>
            <a:endParaRPr b="1" sz="1300">
              <a:solidFill>
                <a:schemeClr val="dk1"/>
              </a:solidFill>
            </a:endParaRPr>
          </a:p>
          <a:p>
            <a:pPr indent="0" lvl="0" marL="0" rtl="0" algn="l">
              <a:lnSpc>
                <a:spcPct val="115000"/>
              </a:lnSpc>
              <a:spcBef>
                <a:spcPts val="1200"/>
              </a:spcBef>
              <a:spcAft>
                <a:spcPts val="0"/>
              </a:spcAft>
              <a:buNone/>
            </a:pPr>
            <a:r>
              <a:rPr lang="it-IT" sz="1100">
                <a:solidFill>
                  <a:schemeClr val="dk1"/>
                </a:solidFill>
              </a:rPr>
              <a:t>Nel secondo grafico il confronto importante è tra il caso </a:t>
            </a:r>
            <a:r>
              <a:rPr b="1" lang="it-IT" sz="1100">
                <a:solidFill>
                  <a:schemeClr val="dk1"/>
                </a:solidFill>
              </a:rPr>
              <a:t>senza parassiti</a:t>
            </a:r>
            <a:r>
              <a:rPr lang="it-IT" sz="1100">
                <a:solidFill>
                  <a:schemeClr val="dk1"/>
                </a:solidFill>
              </a:rPr>
              <a:t> e quello </a:t>
            </a:r>
            <a:r>
              <a:rPr b="1" lang="it-IT" sz="1100">
                <a:solidFill>
                  <a:schemeClr val="dk1"/>
                </a:solidFill>
              </a:rPr>
              <a:t>con parassiti</a:t>
            </a:r>
            <a:r>
              <a:rPr lang="it-IT" sz="1100">
                <a:solidFill>
                  <a:schemeClr val="dk1"/>
                </a:solidFill>
              </a:rPr>
              <a:t>.</a:t>
            </a:r>
            <a:br>
              <a:rPr lang="it-IT" sz="1100">
                <a:solidFill>
                  <a:schemeClr val="dk1"/>
                </a:solidFill>
              </a:rPr>
            </a:br>
            <a:r>
              <a:rPr lang="it-IT" sz="1100">
                <a:solidFill>
                  <a:schemeClr val="dk1"/>
                </a:solidFill>
              </a:rPr>
              <a:t> All’inizio il comportamento è simile: il filtro passa-alto sale come atteso e raggiunge la banda passante. La differenza vera compare invece nella parte finale, evidenziata dal </a:t>
            </a:r>
            <a:r>
              <a:rPr b="1" lang="it-IT" sz="1100">
                <a:solidFill>
                  <a:schemeClr val="dk1"/>
                </a:solidFill>
              </a:rPr>
              <a:t>cerchio rosso</a:t>
            </a:r>
            <a:r>
              <a:rPr lang="it-IT" sz="1100">
                <a:solidFill>
                  <a:schemeClr val="dk1"/>
                </a:solidFill>
              </a:rPr>
              <a:t>, cioè alle frequenze molto elevate.</a:t>
            </a:r>
            <a:endParaRPr sz="1100">
              <a:solidFill>
                <a:schemeClr val="dk1"/>
              </a:solidFill>
            </a:endParaRPr>
          </a:p>
          <a:p>
            <a:pPr indent="0" lvl="0" marL="0" rtl="0" algn="l">
              <a:lnSpc>
                <a:spcPct val="115000"/>
              </a:lnSpc>
              <a:spcBef>
                <a:spcPts val="1200"/>
              </a:spcBef>
              <a:spcAft>
                <a:spcPts val="1200"/>
              </a:spcAft>
              <a:buNone/>
            </a:pPr>
            <a:r>
              <a:rPr lang="it-IT" sz="1100">
                <a:solidFill>
                  <a:schemeClr val="dk1"/>
                </a:solidFill>
              </a:rPr>
              <a:t>Nel caso </a:t>
            </a:r>
            <a:r>
              <a:rPr b="1" lang="it-IT" sz="1100">
                <a:solidFill>
                  <a:schemeClr val="dk1"/>
                </a:solidFill>
              </a:rPr>
              <a:t>senza parassiti</a:t>
            </a:r>
            <a:r>
              <a:rPr lang="it-IT" sz="1100">
                <a:solidFill>
                  <a:schemeClr val="dk1"/>
                </a:solidFill>
              </a:rPr>
              <a:t>, il condensatore è ideale: la sua impedenza continua a diminuire all’aumentare della frequenza,</a:t>
            </a:r>
            <a:endParaRPr sz="1100">
              <a:solidFill>
                <a:schemeClr val="dk1"/>
              </a:solidFill>
            </a:endParaRPr>
          </a:p>
        </p:txBody>
      </p:sp>
      <p:pic>
        <p:nvPicPr>
          <p:cNvPr id="1225" name="Google Shape;1225;p128"/>
          <p:cNvPicPr preferRelativeResize="0"/>
          <p:nvPr/>
        </p:nvPicPr>
        <p:blipFill>
          <a:blip r:embed="rId3">
            <a:alphaModFix/>
          </a:blip>
          <a:stretch>
            <a:fillRect/>
          </a:stretch>
        </p:blipFill>
        <p:spPr>
          <a:xfrm>
            <a:off x="7872875" y="3958925"/>
            <a:ext cx="1057275" cy="647700"/>
          </a:xfrm>
          <a:prstGeom prst="rect">
            <a:avLst/>
          </a:prstGeom>
          <a:noFill/>
          <a:ln>
            <a:noFill/>
          </a:ln>
        </p:spPr>
      </p:pic>
      <p:sp>
        <p:nvSpPr>
          <p:cNvPr id="1226" name="Google Shape;1226;p128"/>
          <p:cNvSpPr txBox="1"/>
          <p:nvPr/>
        </p:nvSpPr>
        <p:spPr>
          <a:xfrm>
            <a:off x="830550" y="4552025"/>
            <a:ext cx="8736600" cy="8973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lang="it-IT" sz="1100">
                <a:solidFill>
                  <a:schemeClr val="dk1"/>
                </a:solidFill>
              </a:rPr>
              <a:t>quindi il filtro continua a comportarsi come un normale </a:t>
            </a:r>
            <a:r>
              <a:rPr b="1" lang="it-IT" sz="1100">
                <a:solidFill>
                  <a:schemeClr val="dk1"/>
                </a:solidFill>
              </a:rPr>
              <a:t>passa-alto</a:t>
            </a:r>
            <a:r>
              <a:rPr lang="it-IT" sz="1100">
                <a:solidFill>
                  <a:schemeClr val="dk1"/>
                </a:solidFill>
              </a:rPr>
              <a:t>, mantenendo il guadagno fino a quando i limiti dell’operazionale reale iniziano a dominare.</a:t>
            </a:r>
            <a:endParaRPr sz="1100">
              <a:solidFill>
                <a:schemeClr val="dk1"/>
              </a:solidFill>
            </a:endParaRPr>
          </a:p>
          <a:p>
            <a:pPr indent="0" lvl="0" marL="0" rtl="0" algn="l">
              <a:lnSpc>
                <a:spcPct val="115000"/>
              </a:lnSpc>
              <a:spcBef>
                <a:spcPts val="1200"/>
              </a:spcBef>
              <a:spcAft>
                <a:spcPts val="1200"/>
              </a:spcAft>
              <a:buNone/>
            </a:pPr>
            <a:r>
              <a:t/>
            </a:r>
            <a:endParaRPr sz="1100">
              <a:solidFill>
                <a:schemeClr val="dk1"/>
              </a:solidFill>
            </a:endParaRPr>
          </a:p>
        </p:txBody>
      </p:sp>
    </p:spTree>
  </p:cSld>
  <p:clrMapOvr>
    <a:masterClrMapping/>
  </p:clrMapOvr>
</p:sld>
</file>

<file path=ppt/slides/slide10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1" name="Shape 1231"/>
        <p:cNvGrpSpPr/>
        <p:nvPr/>
      </p:nvGrpSpPr>
      <p:grpSpPr>
        <a:xfrm>
          <a:off x="0" y="0"/>
          <a:ext cx="0" cy="0"/>
          <a:chOff x="0" y="0"/>
          <a:chExt cx="0" cy="0"/>
        </a:xfrm>
      </p:grpSpPr>
      <p:sp>
        <p:nvSpPr>
          <p:cNvPr id="1232" name="Google Shape;1232;p129"/>
          <p:cNvSpPr txBox="1"/>
          <p:nvPr/>
        </p:nvSpPr>
        <p:spPr>
          <a:xfrm>
            <a:off x="988275" y="778625"/>
            <a:ext cx="10120200" cy="9327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400"/>
              </a:spcBef>
              <a:spcAft>
                <a:spcPts val="0"/>
              </a:spcAft>
              <a:buNone/>
            </a:pPr>
            <a:r>
              <a:rPr b="1" lang="it-IT" sz="1300">
                <a:solidFill>
                  <a:schemeClr val="dk1"/>
                </a:solidFill>
              </a:rPr>
              <a:t>Perché con i parassiti il comportamento finale cambia</a:t>
            </a:r>
            <a:endParaRPr b="1" sz="1300">
              <a:solidFill>
                <a:schemeClr val="dk1"/>
              </a:solidFill>
            </a:endParaRPr>
          </a:p>
          <a:p>
            <a:pPr indent="0" lvl="0" marL="0" rtl="0" algn="l">
              <a:lnSpc>
                <a:spcPct val="115000"/>
              </a:lnSpc>
              <a:spcBef>
                <a:spcPts val="1200"/>
              </a:spcBef>
              <a:spcAft>
                <a:spcPts val="1200"/>
              </a:spcAft>
              <a:buNone/>
            </a:pPr>
            <a:r>
              <a:rPr lang="it-IT" sz="1100">
                <a:solidFill>
                  <a:schemeClr val="dk1"/>
                </a:solidFill>
              </a:rPr>
              <a:t>Quando invece si introducono i parassiti, il condensatore non si comporta più come una capacità pura.</a:t>
            </a:r>
            <a:br>
              <a:rPr lang="it-IT" sz="1100">
                <a:solidFill>
                  <a:schemeClr val="dk1"/>
                </a:solidFill>
              </a:rPr>
            </a:br>
            <a:r>
              <a:rPr lang="it-IT" sz="1100">
                <a:solidFill>
                  <a:schemeClr val="dk1"/>
                </a:solidFill>
              </a:rPr>
              <a:t> Il modello reale diventa infatti:</a:t>
            </a:r>
            <a:endParaRPr/>
          </a:p>
        </p:txBody>
      </p:sp>
      <p:pic>
        <p:nvPicPr>
          <p:cNvPr id="1233" name="Google Shape;1233;p129"/>
          <p:cNvPicPr preferRelativeResize="0"/>
          <p:nvPr/>
        </p:nvPicPr>
        <p:blipFill>
          <a:blip r:embed="rId3">
            <a:alphaModFix/>
          </a:blip>
          <a:stretch>
            <a:fillRect/>
          </a:stretch>
        </p:blipFill>
        <p:spPr>
          <a:xfrm>
            <a:off x="3231025" y="1552250"/>
            <a:ext cx="2505075" cy="533400"/>
          </a:xfrm>
          <a:prstGeom prst="rect">
            <a:avLst/>
          </a:prstGeom>
          <a:noFill/>
          <a:ln>
            <a:noFill/>
          </a:ln>
        </p:spPr>
      </p:pic>
      <p:sp>
        <p:nvSpPr>
          <p:cNvPr id="1234" name="Google Shape;1234;p129"/>
          <p:cNvSpPr txBox="1"/>
          <p:nvPr/>
        </p:nvSpPr>
        <p:spPr>
          <a:xfrm>
            <a:off x="853200" y="2144250"/>
            <a:ext cx="10485600" cy="12459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lang="it-IT" sz="1100">
                <a:solidFill>
                  <a:schemeClr val="dk1"/>
                </a:solidFill>
              </a:rPr>
              <a:t>Questo significa che, aumentando la frequenza, entrano in gioco due fenomeni:</a:t>
            </a:r>
            <a:endParaRPr sz="1100">
              <a:solidFill>
                <a:schemeClr val="dk1"/>
              </a:solidFill>
            </a:endParaRPr>
          </a:p>
          <a:p>
            <a:pPr indent="-298450" lvl="0" marL="457200" rtl="0" algn="l">
              <a:lnSpc>
                <a:spcPct val="115000"/>
              </a:lnSpc>
              <a:spcBef>
                <a:spcPts val="1200"/>
              </a:spcBef>
              <a:spcAft>
                <a:spcPts val="0"/>
              </a:spcAft>
              <a:buClr>
                <a:schemeClr val="dk1"/>
              </a:buClr>
              <a:buSzPts val="1100"/>
              <a:buAutoNum type="arabicPeriod"/>
            </a:pPr>
            <a:r>
              <a:rPr b="1" lang="it-IT" sz="1100">
                <a:solidFill>
                  <a:schemeClr val="dk1"/>
                </a:solidFill>
              </a:rPr>
              <a:t>alla frequenza di risonanza</a:t>
            </a:r>
            <a:r>
              <a:rPr lang="it-IT" sz="1100">
                <a:solidFill>
                  <a:schemeClr val="dk1"/>
                </a:solidFill>
              </a:rPr>
              <a:t> la parte capacitiva e quella induttiva si compensano;</a:t>
            </a:r>
            <a:endParaRPr sz="1100">
              <a:solidFill>
                <a:schemeClr val="dk1"/>
              </a:solidFill>
            </a:endParaRPr>
          </a:p>
          <a:p>
            <a:pPr indent="-298450" lvl="0" marL="457200" rtl="0" algn="l">
              <a:lnSpc>
                <a:spcPct val="115000"/>
              </a:lnSpc>
              <a:spcBef>
                <a:spcPts val="0"/>
              </a:spcBef>
              <a:spcAft>
                <a:spcPts val="0"/>
              </a:spcAft>
              <a:buClr>
                <a:schemeClr val="dk1"/>
              </a:buClr>
              <a:buSzPts val="1100"/>
              <a:buAutoNum type="arabicPeriod"/>
            </a:pPr>
            <a:r>
              <a:rPr b="1" lang="it-IT" sz="1100">
                <a:solidFill>
                  <a:schemeClr val="dk1"/>
                </a:solidFill>
              </a:rPr>
              <a:t>oltre la risonanza</a:t>
            </a:r>
            <a:r>
              <a:rPr lang="it-IT" sz="1100">
                <a:solidFill>
                  <a:schemeClr val="dk1"/>
                </a:solidFill>
              </a:rPr>
              <a:t> domina l’induttanza parassita ESLESLESL.</a:t>
            </a:r>
            <a:endParaRPr sz="1100">
              <a:solidFill>
                <a:schemeClr val="dk1"/>
              </a:solidFill>
            </a:endParaRPr>
          </a:p>
          <a:p>
            <a:pPr indent="0" lvl="0" marL="0" rtl="0" algn="l">
              <a:lnSpc>
                <a:spcPct val="115000"/>
              </a:lnSpc>
              <a:spcBef>
                <a:spcPts val="1200"/>
              </a:spcBef>
              <a:spcAft>
                <a:spcPts val="1200"/>
              </a:spcAft>
              <a:buNone/>
            </a:pPr>
            <a:r>
              <a:rPr lang="it-IT" sz="1100">
                <a:solidFill>
                  <a:schemeClr val="dk1"/>
                </a:solidFill>
              </a:rPr>
              <a:t>La frequenza di autorisonanza del condensatore vale circa:</a:t>
            </a:r>
            <a:endParaRPr sz="1100">
              <a:solidFill>
                <a:schemeClr val="dk1"/>
              </a:solidFill>
            </a:endParaRPr>
          </a:p>
        </p:txBody>
      </p:sp>
      <p:pic>
        <p:nvPicPr>
          <p:cNvPr id="1235" name="Google Shape;1235;p129"/>
          <p:cNvPicPr preferRelativeResize="0"/>
          <p:nvPr/>
        </p:nvPicPr>
        <p:blipFill>
          <a:blip r:embed="rId4">
            <a:alphaModFix/>
          </a:blip>
          <a:stretch>
            <a:fillRect/>
          </a:stretch>
        </p:blipFill>
        <p:spPr>
          <a:xfrm>
            <a:off x="4626575" y="3051425"/>
            <a:ext cx="1109525" cy="587883"/>
          </a:xfrm>
          <a:prstGeom prst="rect">
            <a:avLst/>
          </a:prstGeom>
          <a:noFill/>
          <a:ln>
            <a:noFill/>
          </a:ln>
        </p:spPr>
      </p:pic>
      <p:sp>
        <p:nvSpPr>
          <p:cNvPr id="1236" name="Google Shape;1236;p129"/>
          <p:cNvSpPr txBox="1"/>
          <p:nvPr/>
        </p:nvSpPr>
        <p:spPr>
          <a:xfrm>
            <a:off x="916400" y="3605700"/>
            <a:ext cx="11201400" cy="7434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1200"/>
              </a:spcAft>
              <a:buNone/>
            </a:pPr>
            <a:r>
              <a:rPr lang="it-IT" sz="1100">
                <a:solidFill>
                  <a:schemeClr val="dk1"/>
                </a:solidFill>
              </a:rPr>
              <a:t>Sotto fr​, il componente si comporta ancora da condensatore.</a:t>
            </a:r>
            <a:br>
              <a:rPr lang="it-IT" sz="1100">
                <a:solidFill>
                  <a:schemeClr val="dk1"/>
                </a:solidFill>
              </a:rPr>
            </a:br>
            <a:r>
              <a:rPr lang="it-IT" sz="1100">
                <a:solidFill>
                  <a:schemeClr val="dk1"/>
                </a:solidFill>
              </a:rPr>
              <a:t> Intorno a fr​, l’impedenza diventa minima.</a:t>
            </a:r>
            <a:br>
              <a:rPr lang="it-IT" sz="1100">
                <a:solidFill>
                  <a:schemeClr val="dk1"/>
                </a:solidFill>
              </a:rPr>
            </a:br>
            <a:r>
              <a:rPr lang="it-IT" sz="1100">
                <a:solidFill>
                  <a:schemeClr val="dk1"/>
                </a:solidFill>
              </a:rPr>
              <a:t> Sopra fr​, invece, il condensatore reale comincia a comportarsi </a:t>
            </a:r>
            <a:r>
              <a:rPr b="1" lang="it-IT" sz="1100">
                <a:solidFill>
                  <a:schemeClr val="dk1"/>
                </a:solidFill>
              </a:rPr>
              <a:t>come un’induttanza</a:t>
            </a:r>
            <a:r>
              <a:rPr lang="it-IT" sz="1100">
                <a:solidFill>
                  <a:schemeClr val="dk1"/>
                </a:solidFill>
              </a:rPr>
              <a:t>.</a:t>
            </a:r>
            <a:endParaRPr sz="1100">
              <a:solidFill>
                <a:schemeClr val="dk1"/>
              </a:solidFill>
            </a:endParaRPr>
          </a:p>
        </p:txBody>
      </p:sp>
    </p:spTree>
  </p:cSld>
  <p:clrMapOvr>
    <a:masterClrMapping/>
  </p:clrMapOvr>
</p:sld>
</file>

<file path=ppt/slides/slide10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1" name="Shape 1241"/>
        <p:cNvGrpSpPr/>
        <p:nvPr/>
      </p:nvGrpSpPr>
      <p:grpSpPr>
        <a:xfrm>
          <a:off x="0" y="0"/>
          <a:ext cx="0" cy="0"/>
          <a:chOff x="0" y="0"/>
          <a:chExt cx="0" cy="0"/>
        </a:xfrm>
      </p:grpSpPr>
      <p:sp>
        <p:nvSpPr>
          <p:cNvPr id="1242" name="Google Shape;1242;p130"/>
          <p:cNvSpPr txBox="1"/>
          <p:nvPr/>
        </p:nvSpPr>
        <p:spPr>
          <a:xfrm>
            <a:off x="964325" y="736700"/>
            <a:ext cx="9964500" cy="25629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400"/>
              </a:spcBef>
              <a:spcAft>
                <a:spcPts val="0"/>
              </a:spcAft>
              <a:buNone/>
            </a:pPr>
            <a:r>
              <a:rPr b="1" lang="it-IT" sz="1300">
                <a:solidFill>
                  <a:schemeClr val="dk1"/>
                </a:solidFill>
              </a:rPr>
              <a:t>Interpretazione del tratto finale nel cerchio rosso</a:t>
            </a:r>
            <a:endParaRPr b="1" sz="1300">
              <a:solidFill>
                <a:schemeClr val="dk1"/>
              </a:solidFill>
            </a:endParaRPr>
          </a:p>
          <a:p>
            <a:pPr indent="0" lvl="0" marL="0" rtl="0" algn="l">
              <a:lnSpc>
                <a:spcPct val="115000"/>
              </a:lnSpc>
              <a:spcBef>
                <a:spcPts val="1200"/>
              </a:spcBef>
              <a:spcAft>
                <a:spcPts val="0"/>
              </a:spcAft>
              <a:buNone/>
            </a:pPr>
            <a:r>
              <a:rPr lang="it-IT" sz="1100">
                <a:solidFill>
                  <a:schemeClr val="dk1"/>
                </a:solidFill>
              </a:rPr>
              <a:t>Il tratto finale diverso, cerchiato in rosso, nasce proprio da questo effetto: alle altissime frequenze il condensatore con parassiti </a:t>
            </a:r>
            <a:r>
              <a:rPr b="1" lang="it-IT" sz="1100">
                <a:solidFill>
                  <a:schemeClr val="dk1"/>
                </a:solidFill>
              </a:rPr>
              <a:t>non favorisce più il comportamento passa-alto</a:t>
            </a:r>
            <a:r>
              <a:rPr lang="it-IT" sz="1100">
                <a:solidFill>
                  <a:schemeClr val="dk1"/>
                </a:solidFill>
              </a:rPr>
              <a:t>, perché smette di essere “capacitivo” e diventa progressivamente “induttivo”.</a:t>
            </a:r>
            <a:endParaRPr sz="1100">
              <a:solidFill>
                <a:schemeClr val="dk1"/>
              </a:solidFill>
            </a:endParaRPr>
          </a:p>
          <a:p>
            <a:pPr indent="0" lvl="0" marL="0" rtl="0" algn="l">
              <a:lnSpc>
                <a:spcPct val="115000"/>
              </a:lnSpc>
              <a:spcBef>
                <a:spcPts val="1200"/>
              </a:spcBef>
              <a:spcAft>
                <a:spcPts val="0"/>
              </a:spcAft>
              <a:buNone/>
            </a:pPr>
            <a:r>
              <a:rPr lang="it-IT" sz="1100">
                <a:solidFill>
                  <a:schemeClr val="dk1"/>
                </a:solidFill>
              </a:rPr>
              <a:t>Di conseguenza il filtro:</a:t>
            </a:r>
            <a:endParaRPr sz="1100">
              <a:solidFill>
                <a:schemeClr val="dk1"/>
              </a:solidFill>
            </a:endParaRPr>
          </a:p>
          <a:p>
            <a:pPr indent="-298450" lvl="0" marL="457200" rtl="0" algn="l">
              <a:lnSpc>
                <a:spcPct val="115000"/>
              </a:lnSpc>
              <a:spcBef>
                <a:spcPts val="1200"/>
              </a:spcBef>
              <a:spcAft>
                <a:spcPts val="0"/>
              </a:spcAft>
              <a:buClr>
                <a:schemeClr val="dk1"/>
              </a:buClr>
              <a:buSzPts val="1100"/>
              <a:buChar char="●"/>
            </a:pPr>
            <a:r>
              <a:rPr lang="it-IT" sz="1100">
                <a:solidFill>
                  <a:schemeClr val="dk1"/>
                </a:solidFill>
              </a:rPr>
              <a:t>non mantiene più la banda passante ideale;</a:t>
            </a:r>
            <a:endParaRPr sz="1100">
              <a:solidFill>
                <a:schemeClr val="dk1"/>
              </a:solidFill>
            </a:endParaRPr>
          </a:p>
          <a:p>
            <a:pPr indent="-298450" lvl="0" marL="457200" rtl="0" algn="l">
              <a:lnSpc>
                <a:spcPct val="115000"/>
              </a:lnSpc>
              <a:spcBef>
                <a:spcPts val="0"/>
              </a:spcBef>
              <a:spcAft>
                <a:spcPts val="0"/>
              </a:spcAft>
              <a:buClr>
                <a:schemeClr val="dk1"/>
              </a:buClr>
              <a:buSzPts val="1100"/>
              <a:buChar char="●"/>
            </a:pPr>
            <a:r>
              <a:rPr lang="it-IT" sz="1100">
                <a:solidFill>
                  <a:schemeClr val="dk1"/>
                </a:solidFill>
              </a:rPr>
              <a:t>introduce una </a:t>
            </a:r>
            <a:r>
              <a:rPr b="1" lang="it-IT" sz="1100">
                <a:solidFill>
                  <a:schemeClr val="dk1"/>
                </a:solidFill>
              </a:rPr>
              <a:t>seconda attenuazione alle alte frequenze</a:t>
            </a:r>
            <a:r>
              <a:rPr lang="it-IT" sz="1100">
                <a:solidFill>
                  <a:schemeClr val="dk1"/>
                </a:solidFill>
              </a:rPr>
              <a:t>;</a:t>
            </a:r>
            <a:endParaRPr sz="1100">
              <a:solidFill>
                <a:schemeClr val="dk1"/>
              </a:solidFill>
            </a:endParaRPr>
          </a:p>
          <a:p>
            <a:pPr indent="-298450" lvl="0" marL="457200" rtl="0" algn="l">
              <a:lnSpc>
                <a:spcPct val="115000"/>
              </a:lnSpc>
              <a:spcBef>
                <a:spcPts val="0"/>
              </a:spcBef>
              <a:spcAft>
                <a:spcPts val="0"/>
              </a:spcAft>
              <a:buClr>
                <a:schemeClr val="dk1"/>
              </a:buClr>
              <a:buSzPts val="1100"/>
              <a:buChar char="●"/>
            </a:pPr>
            <a:r>
              <a:rPr lang="it-IT" sz="1100">
                <a:solidFill>
                  <a:schemeClr val="dk1"/>
                </a:solidFill>
              </a:rPr>
              <a:t>assume un comportamento che tende più a un </a:t>
            </a:r>
            <a:r>
              <a:rPr b="1" lang="it-IT" sz="1100">
                <a:solidFill>
                  <a:schemeClr val="dk1"/>
                </a:solidFill>
              </a:rPr>
              <a:t>passa-banda reale</a:t>
            </a:r>
            <a:r>
              <a:rPr lang="it-IT" sz="1100">
                <a:solidFill>
                  <a:schemeClr val="dk1"/>
                </a:solidFill>
              </a:rPr>
              <a:t> che a un passa-alto ideale.</a:t>
            </a:r>
            <a:endParaRPr sz="1100">
              <a:solidFill>
                <a:schemeClr val="dk1"/>
              </a:solidFill>
            </a:endParaRPr>
          </a:p>
          <a:p>
            <a:pPr indent="0" lvl="0" marL="0" rtl="0" algn="l">
              <a:lnSpc>
                <a:spcPct val="115000"/>
              </a:lnSpc>
              <a:spcBef>
                <a:spcPts val="1200"/>
              </a:spcBef>
              <a:spcAft>
                <a:spcPts val="1200"/>
              </a:spcAft>
              <a:buNone/>
            </a:pPr>
            <a:r>
              <a:rPr lang="it-IT" sz="1100">
                <a:solidFill>
                  <a:schemeClr val="dk1"/>
                </a:solidFill>
              </a:rPr>
              <a:t>In pratica, il filtro lascia passare bene una certa banda di frequenze, ma poi, molto in alto, il guadagno ricomincia a scendere. È proprio questo che spiega la differenza finale tra la curva con parassiti e quella senza parassiti.</a:t>
            </a:r>
            <a:endParaRPr sz="1100">
              <a:solidFill>
                <a:schemeClr val="dk1"/>
              </a:solidFill>
            </a:endParaRPr>
          </a:p>
        </p:txBody>
      </p:sp>
      <p:sp>
        <p:nvSpPr>
          <p:cNvPr id="1243" name="Google Shape;1243;p130"/>
          <p:cNvSpPr txBox="1"/>
          <p:nvPr/>
        </p:nvSpPr>
        <p:spPr>
          <a:xfrm>
            <a:off x="964325" y="3390075"/>
            <a:ext cx="10587600" cy="25629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400"/>
              </a:spcBef>
              <a:spcAft>
                <a:spcPts val="0"/>
              </a:spcAft>
              <a:buNone/>
            </a:pPr>
            <a:r>
              <a:rPr b="1" lang="it-IT" sz="1300">
                <a:solidFill>
                  <a:schemeClr val="dk1"/>
                </a:solidFill>
              </a:rPr>
              <a:t>Conclusione</a:t>
            </a:r>
            <a:endParaRPr b="1" sz="1300">
              <a:solidFill>
                <a:schemeClr val="dk1"/>
              </a:solidFill>
            </a:endParaRPr>
          </a:p>
          <a:p>
            <a:pPr indent="0" lvl="0" marL="0" rtl="0" algn="l">
              <a:lnSpc>
                <a:spcPct val="115000"/>
              </a:lnSpc>
              <a:spcBef>
                <a:spcPts val="1200"/>
              </a:spcBef>
              <a:spcAft>
                <a:spcPts val="0"/>
              </a:spcAft>
              <a:buNone/>
            </a:pPr>
            <a:r>
              <a:rPr lang="it-IT" sz="1100">
                <a:solidFill>
                  <a:schemeClr val="dk1"/>
                </a:solidFill>
              </a:rPr>
              <a:t>Nel nostro caso, il confronto tra condensatore </a:t>
            </a:r>
            <a:r>
              <a:rPr b="1" lang="it-IT" sz="1100">
                <a:solidFill>
                  <a:schemeClr val="dk1"/>
                </a:solidFill>
              </a:rPr>
              <a:t>ideale</a:t>
            </a:r>
            <a:r>
              <a:rPr lang="it-IT" sz="1100">
                <a:solidFill>
                  <a:schemeClr val="dk1"/>
                </a:solidFill>
              </a:rPr>
              <a:t> e condensatore </a:t>
            </a:r>
            <a:r>
              <a:rPr b="1" lang="it-IT" sz="1100">
                <a:solidFill>
                  <a:schemeClr val="dk1"/>
                </a:solidFill>
              </a:rPr>
              <a:t>con parassiti</a:t>
            </a:r>
            <a:r>
              <a:rPr lang="it-IT" sz="1100">
                <a:solidFill>
                  <a:schemeClr val="dk1"/>
                </a:solidFill>
              </a:rPr>
              <a:t> mostra che l’andamento generale del filtro resta praticamente uguale. La risposta passa-alto non viene modificata in modo significativo nella zona utile di funzionamento.</a:t>
            </a:r>
            <a:endParaRPr sz="1100">
              <a:solidFill>
                <a:schemeClr val="dk1"/>
              </a:solidFill>
            </a:endParaRPr>
          </a:p>
          <a:p>
            <a:pPr indent="0" lvl="0" marL="0" rtl="0" algn="l">
              <a:lnSpc>
                <a:spcPct val="115000"/>
              </a:lnSpc>
              <a:spcBef>
                <a:spcPts val="1200"/>
              </a:spcBef>
              <a:spcAft>
                <a:spcPts val="0"/>
              </a:spcAft>
              <a:buNone/>
            </a:pPr>
            <a:r>
              <a:rPr lang="it-IT" sz="1100">
                <a:solidFill>
                  <a:schemeClr val="dk1"/>
                </a:solidFill>
              </a:rPr>
              <a:t>La caduta principale del guadagno alle alte frequenze non è causata dai parassiti del condensatore, ma soprattutto dai limiti dell’</a:t>
            </a:r>
            <a:r>
              <a:rPr b="1" lang="it-IT" sz="1100">
                <a:solidFill>
                  <a:schemeClr val="dk1"/>
                </a:solidFill>
              </a:rPr>
              <a:t>operazionale reale OP07</a:t>
            </a:r>
            <a:r>
              <a:rPr lang="it-IT" sz="1100">
                <a:solidFill>
                  <a:schemeClr val="dk1"/>
                </a:solidFill>
              </a:rPr>
              <a:t>, che perde efficacia quando la frequenza aumenta. Questo è dovuto alla sua banda limitata e al fatto che non riesce a mantenere lo stesso guadagno a frequenze molto elevate.</a:t>
            </a:r>
            <a:endParaRPr sz="1100">
              <a:solidFill>
                <a:schemeClr val="dk1"/>
              </a:solidFill>
            </a:endParaRPr>
          </a:p>
          <a:p>
            <a:pPr indent="0" lvl="0" marL="0" rtl="0" algn="l">
              <a:lnSpc>
                <a:spcPct val="115000"/>
              </a:lnSpc>
              <a:spcBef>
                <a:spcPts val="1200"/>
              </a:spcBef>
              <a:spcAft>
                <a:spcPts val="0"/>
              </a:spcAft>
              <a:buNone/>
            </a:pPr>
            <a:r>
              <a:rPr lang="it-IT" sz="1100">
                <a:solidFill>
                  <a:schemeClr val="dk1"/>
                </a:solidFill>
              </a:rPr>
              <a:t>I parassiti del condensatore diventano visibili solo nella parte finale del grafico, cioè ad altissime frequenze. In quella zona l’</a:t>
            </a:r>
            <a:r>
              <a:rPr b="1" lang="it-IT" sz="1100">
                <a:solidFill>
                  <a:schemeClr val="dk1"/>
                </a:solidFill>
              </a:rPr>
              <a:t>ESL</a:t>
            </a:r>
            <a:r>
              <a:rPr lang="it-IT" sz="1100">
                <a:solidFill>
                  <a:schemeClr val="dk1"/>
                </a:solidFill>
              </a:rPr>
              <a:t> e l’</a:t>
            </a:r>
            <a:r>
              <a:rPr b="1" lang="it-IT" sz="1100">
                <a:solidFill>
                  <a:schemeClr val="dk1"/>
                </a:solidFill>
              </a:rPr>
              <a:t>ESR</a:t>
            </a:r>
            <a:r>
              <a:rPr lang="it-IT" sz="1100">
                <a:solidFill>
                  <a:schemeClr val="dk1"/>
                </a:solidFill>
              </a:rPr>
              <a:t> modificano leggermente la risposta, introducendo una piccola differenza rispetto al caso senza parassiti.</a:t>
            </a:r>
            <a:endParaRPr sz="1100">
              <a:solidFill>
                <a:schemeClr val="dk1"/>
              </a:solidFill>
            </a:endParaRPr>
          </a:p>
          <a:p>
            <a:pPr indent="0" lvl="0" marL="0" rtl="0" algn="l">
              <a:lnSpc>
                <a:spcPct val="115000"/>
              </a:lnSpc>
              <a:spcBef>
                <a:spcPts val="1200"/>
              </a:spcBef>
              <a:spcAft>
                <a:spcPts val="1200"/>
              </a:spcAft>
              <a:buNone/>
            </a:pPr>
            <a:r>
              <a:rPr lang="it-IT" sz="1100">
                <a:solidFill>
                  <a:schemeClr val="dk1"/>
                </a:solidFill>
              </a:rPr>
              <a:t>Quindi, in questa simulazione, l’effetto dominante rimane il limite dell’opamp reale, mentre i parassiti del condensatore producono solo una variazione minima nella parte finale della risposta. In pratica, nella banda di interesse il filtro si comporta quasi allo stesso modo con o senza parassiti.</a:t>
            </a:r>
            <a:endParaRPr sz="1100">
              <a:solidFill>
                <a:schemeClr val="dk1"/>
              </a:solidFill>
            </a:endParaRPr>
          </a:p>
        </p:txBody>
      </p:sp>
    </p:spTree>
  </p:cSld>
  <p:clrMapOvr>
    <a:masterClrMapping/>
  </p:clrMapOvr>
</p:sld>
</file>

<file path=ppt/slides/slide1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7" name="Shape 1247"/>
        <p:cNvGrpSpPr/>
        <p:nvPr/>
      </p:nvGrpSpPr>
      <p:grpSpPr>
        <a:xfrm>
          <a:off x="0" y="0"/>
          <a:ext cx="0" cy="0"/>
          <a:chOff x="0" y="0"/>
          <a:chExt cx="0" cy="0"/>
        </a:xfrm>
      </p:grpSpPr>
      <p:pic>
        <p:nvPicPr>
          <p:cNvPr id="1248" name="Google Shape;1248;p131"/>
          <p:cNvPicPr preferRelativeResize="0"/>
          <p:nvPr/>
        </p:nvPicPr>
        <p:blipFill rotWithShape="1">
          <a:blip r:embed="rId3">
            <a:alphaModFix/>
          </a:blip>
          <a:srcRect b="0" l="0" r="0" t="0"/>
          <a:stretch/>
        </p:blipFill>
        <p:spPr>
          <a:xfrm>
            <a:off x="1010297" y="735340"/>
            <a:ext cx="3330385" cy="2203629"/>
          </a:xfrm>
          <a:prstGeom prst="rect">
            <a:avLst/>
          </a:prstGeom>
          <a:noFill/>
          <a:ln>
            <a:noFill/>
          </a:ln>
        </p:spPr>
      </p:pic>
      <p:pic>
        <p:nvPicPr>
          <p:cNvPr id="1249" name="Google Shape;1249;p131"/>
          <p:cNvPicPr preferRelativeResize="0"/>
          <p:nvPr/>
        </p:nvPicPr>
        <p:blipFill rotWithShape="1">
          <a:blip r:embed="rId4">
            <a:alphaModFix/>
          </a:blip>
          <a:srcRect b="0" l="0" r="0" t="0"/>
          <a:stretch/>
        </p:blipFill>
        <p:spPr>
          <a:xfrm>
            <a:off x="889923" y="3160153"/>
            <a:ext cx="2025000" cy="2375725"/>
          </a:xfrm>
          <a:prstGeom prst="rect">
            <a:avLst/>
          </a:prstGeom>
          <a:noFill/>
          <a:ln>
            <a:noFill/>
          </a:ln>
        </p:spPr>
      </p:pic>
      <p:pic>
        <p:nvPicPr>
          <p:cNvPr id="1250" name="Google Shape;1250;p131"/>
          <p:cNvPicPr preferRelativeResize="0"/>
          <p:nvPr/>
        </p:nvPicPr>
        <p:blipFill rotWithShape="1">
          <a:blip r:embed="rId5">
            <a:alphaModFix/>
          </a:blip>
          <a:srcRect b="0" l="0" r="0" t="0"/>
          <a:stretch/>
        </p:blipFill>
        <p:spPr>
          <a:xfrm>
            <a:off x="5621000" y="1076975"/>
            <a:ext cx="4496348" cy="2203626"/>
          </a:xfrm>
          <a:prstGeom prst="rect">
            <a:avLst/>
          </a:prstGeom>
          <a:noFill/>
          <a:ln>
            <a:noFill/>
          </a:ln>
        </p:spPr>
      </p:pic>
      <p:pic>
        <p:nvPicPr>
          <p:cNvPr id="1251" name="Google Shape;1251;p131"/>
          <p:cNvPicPr preferRelativeResize="0"/>
          <p:nvPr/>
        </p:nvPicPr>
        <p:blipFill rotWithShape="1">
          <a:blip r:embed="rId6">
            <a:alphaModFix/>
          </a:blip>
          <a:srcRect b="0" l="0" r="0" t="0"/>
          <a:stretch/>
        </p:blipFill>
        <p:spPr>
          <a:xfrm>
            <a:off x="4922792" y="3400377"/>
            <a:ext cx="5840506" cy="2862397"/>
          </a:xfrm>
          <a:prstGeom prst="rect">
            <a:avLst/>
          </a:prstGeom>
          <a:noFill/>
          <a:ln>
            <a:noFill/>
          </a:ln>
        </p:spPr>
      </p:pic>
      <p:sp>
        <p:nvSpPr>
          <p:cNvPr id="1252" name="Google Shape;1252;p131"/>
          <p:cNvSpPr/>
          <p:nvPr/>
        </p:nvSpPr>
        <p:spPr>
          <a:xfrm>
            <a:off x="9485400" y="4244575"/>
            <a:ext cx="2066400" cy="1970700"/>
          </a:xfrm>
          <a:prstGeom prst="ellipse">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Garamond"/>
              <a:ea typeface="Garamond"/>
              <a:cs typeface="Garamond"/>
              <a:sym typeface="Garamond"/>
            </a:endParaRPr>
          </a:p>
        </p:txBody>
      </p:sp>
      <p:sp>
        <p:nvSpPr>
          <p:cNvPr id="1253" name="Google Shape;1253;p131"/>
          <p:cNvSpPr txBox="1"/>
          <p:nvPr/>
        </p:nvSpPr>
        <p:spPr>
          <a:xfrm>
            <a:off x="4418275" y="608925"/>
            <a:ext cx="7097400" cy="5271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it-IT" sz="2400">
                <a:solidFill>
                  <a:srgbClr val="262626"/>
                </a:solidFill>
                <a:latin typeface="Garamond"/>
                <a:ea typeface="Garamond"/>
                <a:cs typeface="Garamond"/>
                <a:sym typeface="Garamond"/>
              </a:rPr>
              <a:t>Parassiti in serie vs parassiti nel C = comportamento uguale</a:t>
            </a:r>
            <a:endParaRPr sz="2400">
              <a:solidFill>
                <a:srgbClr val="262626"/>
              </a:solidFill>
              <a:latin typeface="Garamond"/>
              <a:ea typeface="Garamond"/>
              <a:cs typeface="Garamond"/>
              <a:sym typeface="Garamond"/>
            </a:endParaRPr>
          </a:p>
        </p:txBody>
      </p:sp>
      <p:sp>
        <p:nvSpPr>
          <p:cNvPr id="1254" name="Google Shape;1254;p131"/>
          <p:cNvSpPr txBox="1"/>
          <p:nvPr/>
        </p:nvSpPr>
        <p:spPr>
          <a:xfrm>
            <a:off x="3208375" y="3453950"/>
            <a:ext cx="5570400" cy="1000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it-IT" sz="2400">
                <a:solidFill>
                  <a:srgbClr val="262626"/>
                </a:solidFill>
                <a:latin typeface="Garamond"/>
                <a:ea typeface="Garamond"/>
                <a:cs typeface="Garamond"/>
                <a:sym typeface="Garamond"/>
              </a:rPr>
              <a:t>non parassiti vs</a:t>
            </a:r>
            <a:endParaRPr sz="2400">
              <a:solidFill>
                <a:srgbClr val="262626"/>
              </a:solidFill>
              <a:latin typeface="Garamond"/>
              <a:ea typeface="Garamond"/>
              <a:cs typeface="Garamond"/>
              <a:sym typeface="Garamond"/>
            </a:endParaRPr>
          </a:p>
          <a:p>
            <a:pPr indent="0" lvl="0" marL="0" rtl="0" algn="l">
              <a:spcBef>
                <a:spcPts val="0"/>
              </a:spcBef>
              <a:spcAft>
                <a:spcPts val="0"/>
              </a:spcAft>
              <a:buNone/>
            </a:pPr>
            <a:r>
              <a:rPr lang="it-IT" sz="2400">
                <a:solidFill>
                  <a:srgbClr val="262626"/>
                </a:solidFill>
                <a:latin typeface="Garamond"/>
                <a:ea typeface="Garamond"/>
                <a:cs typeface="Garamond"/>
                <a:sym typeface="Garamond"/>
              </a:rPr>
              <a:t>con parassiti</a:t>
            </a:r>
            <a:endParaRPr sz="2400">
              <a:solidFill>
                <a:srgbClr val="262626"/>
              </a:solidFill>
              <a:latin typeface="Garamond"/>
              <a:ea typeface="Garamond"/>
              <a:cs typeface="Garamond"/>
              <a:sym typeface="Garamond"/>
            </a:endParaRPr>
          </a:p>
        </p:txBody>
      </p:sp>
    </p:spTree>
  </p:cSld>
  <p:clrMapOvr>
    <a:masterClrMapping/>
  </p:clrMapOvr>
</p:sld>
</file>

<file path=ppt/theme/theme1.xml><?xml version="1.0" encoding="utf-8"?>
<a:theme xmlns:a="http://schemas.openxmlformats.org/drawingml/2006/main" xmlns:r="http://schemas.openxmlformats.org/officeDocument/2006/relationships" name="Tema di 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rganico">
  <a:themeElements>
    <a:clrScheme name="Organico">
      <a:dk1>
        <a:srgbClr val="000000"/>
      </a:dk1>
      <a:lt1>
        <a:srgbClr val="FFFFFF"/>
      </a:lt1>
      <a:dk2>
        <a:srgbClr val="212121"/>
      </a:dk2>
      <a:lt2>
        <a:srgbClr val="DADADA"/>
      </a:lt2>
      <a:accent1>
        <a:srgbClr val="83992A"/>
      </a:accent1>
      <a:accent2>
        <a:srgbClr val="3C9770"/>
      </a:accent2>
      <a:accent3>
        <a:srgbClr val="44709D"/>
      </a:accent3>
      <a:accent4>
        <a:srgbClr val="A23C33"/>
      </a:accent4>
      <a:accent5>
        <a:srgbClr val="D97828"/>
      </a:accent5>
      <a:accent6>
        <a:srgbClr val="DEB340"/>
      </a:accent6>
      <a:hlink>
        <a:srgbClr val="A8BF4D"/>
      </a:hlink>
      <a:folHlink>
        <a:srgbClr val="B4CA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rganico">
  <a:themeElements>
    <a:clrScheme name="Organico">
      <a:dk1>
        <a:srgbClr val="000000"/>
      </a:dk1>
      <a:lt1>
        <a:srgbClr val="FFFFFF"/>
      </a:lt1>
      <a:dk2>
        <a:srgbClr val="212121"/>
      </a:dk2>
      <a:lt2>
        <a:srgbClr val="DADADA"/>
      </a:lt2>
      <a:accent1>
        <a:srgbClr val="83992A"/>
      </a:accent1>
      <a:accent2>
        <a:srgbClr val="3C9770"/>
      </a:accent2>
      <a:accent3>
        <a:srgbClr val="44709D"/>
      </a:accent3>
      <a:accent4>
        <a:srgbClr val="A23C33"/>
      </a:accent4>
      <a:accent5>
        <a:srgbClr val="D97828"/>
      </a:accent5>
      <a:accent6>
        <a:srgbClr val="DEB340"/>
      </a:accent6>
      <a:hlink>
        <a:srgbClr val="A8BF4D"/>
      </a:hlink>
      <a:folHlink>
        <a:srgbClr val="B4CA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