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96" r:id="rId4"/>
  </p:sldMasterIdLst>
  <p:notesMasterIdLst>
    <p:notesMasterId r:id="rId35"/>
  </p:notesMasterIdLst>
  <p:handoutMasterIdLst>
    <p:handoutMasterId r:id="rId36"/>
  </p:handoutMasterIdLst>
  <p:sldIdLst>
    <p:sldId id="334" r:id="rId5"/>
    <p:sldId id="335" r:id="rId6"/>
    <p:sldId id="336" r:id="rId7"/>
    <p:sldId id="337" r:id="rId8"/>
    <p:sldId id="338" r:id="rId9"/>
    <p:sldId id="339" r:id="rId10"/>
    <p:sldId id="340" r:id="rId11"/>
    <p:sldId id="348" r:id="rId12"/>
    <p:sldId id="341" r:id="rId13"/>
    <p:sldId id="342" r:id="rId14"/>
    <p:sldId id="343" r:id="rId15"/>
    <p:sldId id="344" r:id="rId16"/>
    <p:sldId id="361" r:id="rId17"/>
    <p:sldId id="345" r:id="rId18"/>
    <p:sldId id="346" r:id="rId19"/>
    <p:sldId id="350" r:id="rId20"/>
    <p:sldId id="349" r:id="rId21"/>
    <p:sldId id="351" r:id="rId22"/>
    <p:sldId id="352" r:id="rId23"/>
    <p:sldId id="353" r:id="rId24"/>
    <p:sldId id="354" r:id="rId25"/>
    <p:sldId id="356" r:id="rId26"/>
    <p:sldId id="362" r:id="rId27"/>
    <p:sldId id="355" r:id="rId28"/>
    <p:sldId id="357" r:id="rId29"/>
    <p:sldId id="358" r:id="rId30"/>
    <p:sldId id="363" r:id="rId31"/>
    <p:sldId id="364" r:id="rId32"/>
    <p:sldId id="365" r:id="rId33"/>
    <p:sldId id="360" r:id="rId34"/>
  </p:sldIdLst>
  <p:sldSz cx="12192000" cy="6858000"/>
  <p:notesSz cx="6858000" cy="9144000"/>
  <p:defaultTextStyle>
    <a:defPPr rtl="0">
      <a:defRPr lang="it-IT"/>
    </a:defPPr>
    <a:lvl1pPr marL="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92" userDrawn="1">
          <p15:clr>
            <a:srgbClr val="A4A3A4"/>
          </p15:clr>
        </p15:guide>
        <p15:guide id="2" pos="7056" userDrawn="1">
          <p15:clr>
            <a:srgbClr val="A4A3A4"/>
          </p15:clr>
        </p15:guide>
        <p15:guide id="3" orient="horz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6537" autoAdjust="0"/>
  </p:normalViewPr>
  <p:slideViewPr>
    <p:cSldViewPr snapToGrid="0">
      <p:cViewPr>
        <p:scale>
          <a:sx n="150" d="100"/>
          <a:sy n="150" d="100"/>
        </p:scale>
        <p:origin x="632" y="324"/>
      </p:cViewPr>
      <p:guideLst>
        <p:guide orient="horz" pos="1392"/>
        <p:guide pos="7056"/>
        <p:guide orient="horz" pos="3168"/>
      </p:guideLst>
    </p:cSldViewPr>
  </p:slideViewPr>
  <p:outlineViewPr>
    <p:cViewPr>
      <p:scale>
        <a:sx n="33" d="100"/>
        <a:sy n="33" d="100"/>
      </p:scale>
      <p:origin x="0" y="-1103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>
            <a:extLst>
              <a:ext uri="{FF2B5EF4-FFF2-40B4-BE49-F238E27FC236}">
                <a16:creationId xmlns:a16="http://schemas.microsoft.com/office/drawing/2014/main" id="{30E99E25-5B65-D93A-3010-8B947D67E65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DAEB28A-33CC-6CF5-1214-F2C3205F679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03E67EA5-8EFE-4CDE-A774-E9526279E6E4}" type="datetime1">
              <a:rPr lang="it-IT" smtClean="0"/>
              <a:t>25/06/2026</a:t>
            </a:fld>
            <a:endParaRPr lang="it-IT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43D63414-6160-FF79-B3F6-CD615625C84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2583E93F-BDEC-C5F7-2553-8324882C419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397C78D2-97D1-4B37-BDD1-08A09BD4CA9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691359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it-IT" sz="1200"/>
            </a:lvl1pPr>
          </a:lstStyle>
          <a:p>
            <a:pPr rtl="0"/>
            <a:fld id="{78D779EF-F8B6-4ACA-8018-CCDCFAC7DE9C}" type="datetime1">
              <a:rPr lang="it-IT" smtClean="0"/>
              <a:t>25/06/2026</a:t>
            </a:fld>
            <a:endParaRPr lang="it-IT" dirty="0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it-IT" sz="1200"/>
            </a:lvl1pPr>
          </a:lstStyle>
          <a:p>
            <a:pPr rtl="0"/>
            <a:endParaRPr lang="it-IT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it-IT" sz="1200"/>
            </a:lvl1pPr>
          </a:lstStyle>
          <a:p>
            <a:pPr rtl="0"/>
            <a:fld id="{D5939589-3E79-4C82-AA4A-FE78234FAA59}" type="slidenum">
              <a:rPr lang="it-IT" smtClean="0"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949689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it-IT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5939589-3E79-4C82-AA4A-FE78234FAA59}" type="slidenum">
              <a:rPr lang="it-IT" smtClean="0"/>
              <a:t>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801796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solo 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8161510" y="2744546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21379060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16544" y="614202"/>
            <a:ext cx="5918072" cy="2276856"/>
          </a:xfrm>
        </p:spPr>
        <p:txBody>
          <a:bodyPr lIns="0" tIns="0" rIns="0" bIns="0" rtlCol="0" anchor="b"/>
          <a:lstStyle>
            <a:lvl1pPr algn="r">
              <a:lnSpc>
                <a:spcPts val="4000"/>
              </a:lnSpc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8" name="Segnaposto numero diapositiva 7">
            <a:extLst>
              <a:ext uri="{FF2B5EF4-FFF2-40B4-BE49-F238E27FC236}">
                <a16:creationId xmlns:a16="http://schemas.microsoft.com/office/drawing/2014/main" id="{1C738AB3-8054-6E21-C34C-36AF3A31AC4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9" name="Segnaposto immagine 18">
            <a:extLst>
              <a:ext uri="{FF2B5EF4-FFF2-40B4-BE49-F238E27FC236}">
                <a16:creationId xmlns:a16="http://schemas.microsoft.com/office/drawing/2014/main" id="{34120D15-E48C-4FBE-BB95-24DB36D9F45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280160" y="2530058"/>
            <a:ext cx="3707972" cy="3707971"/>
          </a:xfrm>
          <a:custGeom>
            <a:avLst/>
            <a:gdLst>
              <a:gd name="connsiteX0" fmla="*/ 1853986 w 3707972"/>
              <a:gd name="connsiteY0" fmla="*/ 0 h 3707971"/>
              <a:gd name="connsiteX1" fmla="*/ 3707972 w 3707972"/>
              <a:gd name="connsiteY1" fmla="*/ 1853986 h 3707971"/>
              <a:gd name="connsiteX2" fmla="*/ 2043545 w 3707972"/>
              <a:gd name="connsiteY2" fmla="*/ 3698400 h 3707971"/>
              <a:gd name="connsiteX3" fmla="*/ 1854006 w 3707972"/>
              <a:gd name="connsiteY3" fmla="*/ 3707971 h 3707971"/>
              <a:gd name="connsiteX4" fmla="*/ 1853966 w 3707972"/>
              <a:gd name="connsiteY4" fmla="*/ 3707971 h 3707971"/>
              <a:gd name="connsiteX5" fmla="*/ 1664427 w 3707972"/>
              <a:gd name="connsiteY5" fmla="*/ 3698400 h 3707971"/>
              <a:gd name="connsiteX6" fmla="*/ 0 w 3707972"/>
              <a:gd name="connsiteY6" fmla="*/ 1853986 h 3707971"/>
              <a:gd name="connsiteX7" fmla="*/ 1853986 w 3707972"/>
              <a:gd name="connsiteY7" fmla="*/ 0 h 37079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707972" h="3707971">
                <a:moveTo>
                  <a:pt x="1853986" y="0"/>
                </a:moveTo>
                <a:cubicBezTo>
                  <a:pt x="2877914" y="0"/>
                  <a:pt x="3707972" y="830058"/>
                  <a:pt x="3707972" y="1853986"/>
                </a:cubicBezTo>
                <a:cubicBezTo>
                  <a:pt x="3707972" y="2813919"/>
                  <a:pt x="2978429" y="3603458"/>
                  <a:pt x="2043545" y="3698400"/>
                </a:cubicBezTo>
                <a:lnTo>
                  <a:pt x="1854006" y="3707971"/>
                </a:lnTo>
                <a:lnTo>
                  <a:pt x="1853966" y="3707971"/>
                </a:lnTo>
                <a:lnTo>
                  <a:pt x="1664427" y="3698400"/>
                </a:lnTo>
                <a:cubicBezTo>
                  <a:pt x="729543" y="3603458"/>
                  <a:pt x="0" y="2813919"/>
                  <a:pt x="0" y="1853986"/>
                </a:cubicBezTo>
                <a:cubicBezTo>
                  <a:pt x="0" y="830058"/>
                  <a:pt x="830058" y="0"/>
                  <a:pt x="1853986" y="0"/>
                </a:cubicBezTo>
                <a:close/>
              </a:path>
            </a:pathLst>
          </a:custGeom>
        </p:spPr>
        <p:txBody>
          <a:bodyPr wrap="square" tIns="914400" rtlCol="0" anchor="t">
            <a:noAutofit/>
          </a:bodyPr>
          <a:lstStyle>
            <a:lvl1pPr algn="ctr">
              <a:buNone/>
              <a:defRPr lang="it-IT" sz="1600" b="1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4FD1B85-4BEF-C1C1-5619-B82E9E44A9F8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116548" y="3161752"/>
            <a:ext cx="5918068" cy="3144965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2pPr>
            <a:lvl3pPr marL="9144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3pPr>
            <a:lvl4pPr marL="137160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4pPr>
            <a:lvl5pPr marL="1828800" indent="0" algn="r">
              <a:buNone/>
              <a:defRPr lang="it-IT" sz="180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14" name="Connettore diritto 13">
            <a:extLst>
              <a:ext uri="{FF2B5EF4-FFF2-40B4-BE49-F238E27FC236}">
                <a16:creationId xmlns:a16="http://schemas.microsoft.com/office/drawing/2014/main" id="{13AE7F8D-AE68-4A83-BAB5-3A97D473CE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lemento grafico 12">
            <a:extLst>
              <a:ext uri="{FF2B5EF4-FFF2-40B4-BE49-F238E27FC236}">
                <a16:creationId xmlns:a16="http://schemas.microsoft.com/office/drawing/2014/main" id="{EA1B6985-3E5A-40F4-9268-D4AB3BBF8C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745394" y="276027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bg1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Elemento grafico 13">
            <a:extLst>
              <a:ext uri="{FF2B5EF4-FFF2-40B4-BE49-F238E27FC236}">
                <a16:creationId xmlns:a16="http://schemas.microsoft.com/office/drawing/2014/main" id="{338BC906-9D03-4280-85E8-21A81BC21D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386614" y="2530982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bg1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7" name="Elemento grafico 15">
            <a:extLst>
              <a:ext uri="{FF2B5EF4-FFF2-40B4-BE49-F238E27FC236}">
                <a16:creationId xmlns:a16="http://schemas.microsoft.com/office/drawing/2014/main" id="{C5C06D53-C9F6-47E8-BFE1-B8193A1AED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52402" y="6031572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bg1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7" name="Segnaposto piè di pagina 6">
            <a:extLst>
              <a:ext uri="{FF2B5EF4-FFF2-40B4-BE49-F238E27FC236}">
                <a16:creationId xmlns:a16="http://schemas.microsoft.com/office/drawing/2014/main" id="{CE9872E9-2F0D-2FEB-0974-F0BBBC5E03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238999" y="6356350"/>
            <a:ext cx="3795615" cy="365125"/>
          </a:xfrm>
        </p:spPr>
        <p:txBody>
          <a:bodyPr rtlCol="0"/>
          <a:lstStyle>
            <a:lvl1pPr>
              <a:defRPr lang="it-IT">
                <a:solidFill>
                  <a:schemeClr val="bg1"/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90768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9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386775"/>
            <a:ext cx="8311102" cy="3080335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9670435">
            <a:off x="7632743" y="794953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3" name="Segnaposto immagine 14">
            <a:extLst>
              <a:ext uri="{FF2B5EF4-FFF2-40B4-BE49-F238E27FC236}">
                <a16:creationId xmlns:a16="http://schemas.microsoft.com/office/drawing/2014/main" id="{01D87F51-D69B-9038-0566-4FDC355AB6F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97587" y="411831"/>
            <a:ext cx="3521337" cy="3521344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1951239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+ sottotitolo + immagine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640080"/>
            <a:ext cx="10302240" cy="1852046"/>
          </a:xfrm>
        </p:spPr>
        <p:txBody>
          <a:bodyPr lIns="0" tIns="0" rIns="0" bIns="0" rtlCol="0" anchor="b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588447"/>
            <a:ext cx="7853678" cy="726645"/>
          </a:xfrm>
        </p:spPr>
        <p:txBody>
          <a:bodyPr lIns="0" tIns="0" rIns="0" bIns="0" rtlCol="0" anchor="t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cxnSp>
        <p:nvCxnSpPr>
          <p:cNvPr id="9" name="Connettore diritto 8">
            <a:extLst>
              <a:ext uri="{FF2B5EF4-FFF2-40B4-BE49-F238E27FC236}">
                <a16:creationId xmlns:a16="http://schemas.microsoft.com/office/drawing/2014/main" id="{8E825845-66DD-4B77-A729-CD97D156FE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3496322"/>
            <a:ext cx="0" cy="335280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7659974" y="445645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5" name="Segnaposto immagine 14">
            <a:extLst>
              <a:ext uri="{FF2B5EF4-FFF2-40B4-BE49-F238E27FC236}">
                <a16:creationId xmlns:a16="http://schemas.microsoft.com/office/drawing/2014/main" id="{5DDB7824-50BA-B12F-AD49-CA8953CA3A0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536252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</p:spTree>
    <p:extLst>
      <p:ext uri="{BB962C8B-B14F-4D97-AF65-F5344CB8AC3E}">
        <p14:creationId xmlns:p14="http://schemas.microsoft.com/office/powerpoint/2010/main" val="652645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, immagine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640080"/>
            <a:ext cx="7498080" cy="1280160"/>
          </a:xfrm>
        </p:spPr>
        <p:txBody>
          <a:bodyPr lIns="0" tIns="0" rIns="0" bIns="0" rtlCol="0" anchor="b" anchorCtr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5266FD4D-815A-431C-ADEF-DE6F236F6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2376"/>
            <a:ext cx="520991" cy="517379"/>
          </a:xfrm>
        </p:spPr>
        <p:txBody>
          <a:bodyPr rtlCol="0" anchor="t" anchorCtr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immagine 14">
            <a:extLst>
              <a:ext uri="{FF2B5EF4-FFF2-40B4-BE49-F238E27FC236}">
                <a16:creationId xmlns:a16="http://schemas.microsoft.com/office/drawing/2014/main" id="{E62FC6D8-DD87-4B93-8491-43C84EE63FE2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317615" y="895646"/>
            <a:ext cx="1956925" cy="1956928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" rtlCol="0" anchor="t" anchorCtr="0">
            <a:noAutofit/>
          </a:bodyPr>
          <a:lstStyle>
            <a:lvl1pPr algn="ctr">
              <a:buNone/>
              <a:defRPr lang="it-IT" sz="1800"/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14800" y="2194560"/>
            <a:ext cx="7498080" cy="4023360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defRPr lang="it-IT" sz="1600"/>
            </a:lvl2pPr>
            <a:lvl3pPr marL="457200">
              <a:defRPr lang="it-IT" sz="1400"/>
            </a:lvl3pPr>
            <a:lvl4pPr marL="685800">
              <a:defRPr lang="it-IT" sz="1200"/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grpSp>
        <p:nvGrpSpPr>
          <p:cNvPr id="7" name="Gruppo 6">
            <a:extLst>
              <a:ext uri="{FF2B5EF4-FFF2-40B4-BE49-F238E27FC236}">
                <a16:creationId xmlns:a16="http://schemas.microsoft.com/office/drawing/2014/main" id="{758B5E78-A531-681D-1312-F21B52D066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2970685" y="620661"/>
            <a:ext cx="403448" cy="381782"/>
            <a:chOff x="10969280" y="1780012"/>
            <a:chExt cx="403448" cy="381782"/>
          </a:xfrm>
        </p:grpSpPr>
        <p:sp>
          <p:nvSpPr>
            <p:cNvPr id="17" name="Elemento grafico 10">
              <a:extLst>
                <a:ext uri="{FF2B5EF4-FFF2-40B4-BE49-F238E27FC236}">
                  <a16:creationId xmlns:a16="http://schemas.microsoft.com/office/drawing/2014/main" id="{AAD06B87-D9B2-4F94-B734-A8F039A203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81590" y="2070656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9" name="Elemento grafico 11">
              <a:extLst>
                <a:ext uri="{FF2B5EF4-FFF2-40B4-BE49-F238E27FC236}">
                  <a16:creationId xmlns:a16="http://schemas.microsoft.com/office/drawing/2014/main" id="{BB13A13C-36EA-4B13-9175-C5FE95B34D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969280" y="1780012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4" name="Segnaposto piè di pagina 8">
            <a:extLst>
              <a:ext uri="{FF2B5EF4-FFF2-40B4-BE49-F238E27FC236}">
                <a16:creationId xmlns:a16="http://schemas.microsoft.com/office/drawing/2014/main" id="{5189CAD3-7011-6481-11F8-05B5CB106F0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CB7CB27F-7A56-A747-A4D6-5627C24638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7111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 + sottotitolo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280159" y="3383280"/>
            <a:ext cx="10302240" cy="1852046"/>
          </a:xfrm>
        </p:spPr>
        <p:txBody>
          <a:bodyPr lIns="0" tIns="274320" rIns="0" bIns="0" rtlCol="0" anchor="t" anchorCtr="0"/>
          <a:lstStyle>
            <a:lvl1pPr algn="l">
              <a:lnSpc>
                <a:spcPts val="5400"/>
              </a:lnSpc>
              <a:defRPr lang="it-IT" sz="5400" b="1" i="0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C80FBD9-0977-4B2B-9318-30774BB0947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280158" y="2966886"/>
            <a:ext cx="10302237" cy="397191"/>
          </a:xfrm>
        </p:spPr>
        <p:txBody>
          <a:bodyPr lIns="0" tIns="0" rIns="0" bIns="0" rtlCol="0" anchor="b" anchorCtr="0">
            <a:normAutofit/>
          </a:bodyPr>
          <a:lstStyle>
            <a:lvl1pPr marL="0" indent="0" algn="l">
              <a:buNone/>
              <a:defRPr lang="it-IT" sz="2400">
                <a:solidFill>
                  <a:schemeClr val="bg1"/>
                </a:solidFill>
              </a:defRPr>
            </a:lvl1pPr>
            <a:lvl2pPr marL="457200" indent="0" algn="ctr">
              <a:buNone/>
              <a:defRPr lang="it-IT" sz="2000"/>
            </a:lvl2pPr>
            <a:lvl3pPr marL="914400" indent="0" algn="ctr">
              <a:buNone/>
              <a:defRPr lang="it-IT" sz="1800"/>
            </a:lvl3pPr>
            <a:lvl4pPr marL="1371600" indent="0" algn="ctr">
              <a:buNone/>
              <a:defRPr lang="it-IT" sz="1600"/>
            </a:lvl4pPr>
            <a:lvl5pPr marL="1828800" indent="0" algn="ctr">
              <a:buNone/>
              <a:defRPr lang="it-IT" sz="1600"/>
            </a:lvl5pPr>
            <a:lvl6pPr marL="2286000" indent="0" algn="ctr">
              <a:buNone/>
              <a:defRPr lang="it-IT" sz="1600"/>
            </a:lvl6pPr>
            <a:lvl7pPr marL="2743200" indent="0" algn="ctr">
              <a:buNone/>
              <a:defRPr lang="it-IT" sz="1600"/>
            </a:lvl7pPr>
            <a:lvl8pPr marL="3200400" indent="0" algn="ctr">
              <a:buNone/>
              <a:defRPr lang="it-IT" sz="1600"/>
            </a:lvl8pPr>
            <a:lvl9pPr marL="3657600" indent="0" algn="ctr">
              <a:buNone/>
              <a:defRPr lang="it-IT" sz="1600"/>
            </a:lvl9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4" name="Gruppo 3">
            <a:extLst>
              <a:ext uri="{FF2B5EF4-FFF2-40B4-BE49-F238E27FC236}">
                <a16:creationId xmlns:a16="http://schemas.microsoft.com/office/drawing/2014/main" id="{22749162-63A5-5BF9-895E-B0577A6C4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0897692" y="620298"/>
            <a:ext cx="465456" cy="581432"/>
            <a:chOff x="7843462" y="2744546"/>
            <a:chExt cx="465456" cy="581432"/>
          </a:xfrm>
        </p:grpSpPr>
        <p:sp>
          <p:nvSpPr>
            <p:cNvPr id="19" name="Elemento grafico 12">
              <a:extLst>
                <a:ext uri="{FF2B5EF4-FFF2-40B4-BE49-F238E27FC236}">
                  <a16:creationId xmlns:a16="http://schemas.microsoft.com/office/drawing/2014/main" id="{818B4386-1FCF-4ACE-BE25-AF9CC5E2256F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1" name="Elemento grafico 13">
              <a:extLst>
                <a:ext uri="{FF2B5EF4-FFF2-40B4-BE49-F238E27FC236}">
                  <a16:creationId xmlns:a16="http://schemas.microsoft.com/office/drawing/2014/main" id="{19319560-50ED-4963-A2CF-74663239D426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3" name="Elemento grafico 15">
              <a:extLst>
                <a:ext uri="{FF2B5EF4-FFF2-40B4-BE49-F238E27FC236}">
                  <a16:creationId xmlns:a16="http://schemas.microsoft.com/office/drawing/2014/main" id="{E5ABBDAD-943D-48F3-9C80-B29C48966C79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57912362-D30D-7B0B-BA94-0993B1EBC4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280160" y="0"/>
            <a:ext cx="0" cy="2775857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64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85800"/>
            <a:ext cx="9137012" cy="1280160"/>
          </a:xfrm>
        </p:spPr>
        <p:txBody>
          <a:bodyPr lIns="0" tIns="0" rIns="0" bIns="0" rtlCol="0"/>
          <a:lstStyle>
            <a:lvl1pPr>
              <a:defRPr lang="it-IT" sz="4000" b="1" cap="all" spc="0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5" name="Segnaposto numero diapositiva 14">
            <a:extLst>
              <a:ext uri="{FF2B5EF4-FFF2-40B4-BE49-F238E27FC236}">
                <a16:creationId xmlns:a16="http://schemas.microsoft.com/office/drawing/2014/main" id="{0F91A5DB-A2CA-1D70-9A06-3869A288C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2327440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23402" y="2327441"/>
            <a:ext cx="4846320" cy="4040574"/>
          </a:xfrm>
        </p:spPr>
        <p:txBody>
          <a:bodyPr lIns="0" tIns="0" rIns="0" bIns="0" rtlCol="0">
            <a:normAutofit/>
          </a:bodyPr>
          <a:lstStyle>
            <a:lvl1pPr marL="0" indent="0">
              <a:spcAft>
                <a:spcPts val="0"/>
              </a:spcAft>
              <a:buNone/>
              <a:defRPr lang="it-IT" sz="1800"/>
            </a:lvl1pPr>
            <a:lvl2pPr marL="228600">
              <a:spcBef>
                <a:spcPts val="1200"/>
              </a:spcBef>
              <a:defRPr lang="it-IT" sz="1800"/>
            </a:lvl2pPr>
            <a:lvl3pPr marL="685800">
              <a:spcBef>
                <a:spcPts val="1200"/>
              </a:spcBef>
              <a:defRPr lang="it-IT" sz="1800"/>
            </a:lvl3pPr>
            <a:lvl4pPr marL="1143000">
              <a:spcBef>
                <a:spcPts val="1200"/>
              </a:spcBef>
              <a:defRPr lang="it-IT" sz="1800"/>
            </a:lvl4pPr>
            <a:lvl5pPr marL="16002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10" name="Connettore diritto 9">
            <a:extLst>
              <a:ext uri="{FF2B5EF4-FFF2-40B4-BE49-F238E27FC236}">
                <a16:creationId xmlns:a16="http://schemas.microsoft.com/office/drawing/2014/main" id="{160F34ED-DA60-4CC2-B735-B0EC5D9FE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Elemento grafico 15">
            <a:extLst>
              <a:ext uri="{FF2B5EF4-FFF2-40B4-BE49-F238E27FC236}">
                <a16:creationId xmlns:a16="http://schemas.microsoft.com/office/drawing/2014/main" id="{A9475260-301F-4744-B1DA-7B00F6FB43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508317" y="492206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4" name="Elemento grafico 16">
            <a:extLst>
              <a:ext uri="{FF2B5EF4-FFF2-40B4-BE49-F238E27FC236}">
                <a16:creationId xmlns:a16="http://schemas.microsoft.com/office/drawing/2014/main" id="{9BBD3F4B-0836-48C5-AC68-747456D1D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477944" y="105558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6" name="Elemento grafico 14">
            <a:extLst>
              <a:ext uri="{FF2B5EF4-FFF2-40B4-BE49-F238E27FC236}">
                <a16:creationId xmlns:a16="http://schemas.microsoft.com/office/drawing/2014/main" id="{9B4398D5-99F4-4F83-AA77-9B4177648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241555" y="446637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13" name="Segnaposto piè di pagina 12">
            <a:extLst>
              <a:ext uri="{FF2B5EF4-FFF2-40B4-BE49-F238E27FC236}">
                <a16:creationId xmlns:a16="http://schemas.microsoft.com/office/drawing/2014/main" id="{6D6A69CF-70D6-AB12-CD8B-FD75B7EE1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37595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F9EFE408-BFE1-16DC-F7C6-47F55C171A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992" y="0"/>
            <a:ext cx="5779008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572" y="685800"/>
            <a:ext cx="4754880" cy="567055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4C0ED5DD-6381-0FFD-7B45-D21179A39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5">
            <a:extLst>
              <a:ext uri="{FF2B5EF4-FFF2-40B4-BE49-F238E27FC236}">
                <a16:creationId xmlns:a16="http://schemas.microsoft.com/office/drawing/2014/main" id="{F042E432-AE48-385B-DEA1-32129394CE76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279526" y="1533524"/>
            <a:ext cx="4663440" cy="1895475"/>
          </a:xfrm>
        </p:spPr>
        <p:txBody>
          <a:bodyPr lIns="0" tIns="0" rIns="0" bIns="0" rtlCol="0" anchor="t" anchorCtr="0">
            <a:noAutofit/>
          </a:bodyPr>
          <a:lstStyle>
            <a:lvl1pPr marL="342900" indent="-512064">
              <a:spcBef>
                <a:spcPts val="1000"/>
              </a:spcBef>
              <a:buFont typeface="+mj-lt"/>
              <a:buAutoNum type="arabicPeriod"/>
              <a:defRPr lang="it-IT" sz="1800"/>
            </a:lvl1pPr>
            <a:lvl2pPr marL="1028700" indent="-342900">
              <a:spcBef>
                <a:spcPts val="1200"/>
              </a:spcBef>
              <a:buFont typeface="+mj-lt"/>
              <a:buAutoNum type="alphaLcPeriod"/>
              <a:defRPr lang="it-IT" sz="1800"/>
            </a:lvl2pPr>
            <a:lvl3pPr marL="1257300" indent="-342900">
              <a:spcBef>
                <a:spcPts val="1200"/>
              </a:spcBef>
              <a:buFont typeface="+mj-lt"/>
              <a:buAutoNum type="arabicParenR"/>
              <a:defRPr lang="it-IT" sz="1800"/>
            </a:lvl3pPr>
            <a:lvl4pPr marL="1714500" indent="-342900">
              <a:spcBef>
                <a:spcPts val="1200"/>
              </a:spcBef>
              <a:buFont typeface="+mj-lt"/>
              <a:buAutoNum type="alphaLcParenR"/>
              <a:defRPr lang="it-IT" sz="1800"/>
            </a:lvl4pPr>
            <a:lvl5pPr marL="2228850" indent="-400050">
              <a:spcBef>
                <a:spcPts val="1200"/>
              </a:spcBef>
              <a:buFont typeface="+mj-lt"/>
              <a:buAutoNum type="romanLcPeriod"/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7" name="Segnaposto contenuto 5">
            <a:extLst>
              <a:ext uri="{FF2B5EF4-FFF2-40B4-BE49-F238E27FC236}">
                <a16:creationId xmlns:a16="http://schemas.microsoft.com/office/drawing/2014/main" id="{DF111B2E-0535-57E2-FE92-620F9307A95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80160" y="3482974"/>
            <a:ext cx="4663440" cy="1190033"/>
          </a:xfrm>
        </p:spPr>
        <p:txBody>
          <a:bodyPr lIns="0" tIns="0" rIns="0" bIns="0" rtlCol="0" anchor="t" anchorCtr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 indent="0">
              <a:spcBef>
                <a:spcPts val="1200"/>
              </a:spcBef>
              <a:buNone/>
              <a:defRPr lang="it-IT" sz="1600"/>
            </a:lvl2pPr>
            <a:lvl3pPr marL="914400" indent="0">
              <a:spcBef>
                <a:spcPts val="1200"/>
              </a:spcBef>
              <a:buNone/>
              <a:defRPr lang="it-IT" sz="1400"/>
            </a:lvl3pPr>
            <a:lvl4pPr marL="1371600" indent="0">
              <a:spcBef>
                <a:spcPts val="1200"/>
              </a:spcBef>
              <a:buNone/>
              <a:defRPr lang="it-IT" sz="1200"/>
            </a:lvl4pPr>
            <a:lvl5pPr marL="1828800" indent="0">
              <a:spcBef>
                <a:spcPts val="1200"/>
              </a:spcBef>
              <a:buNone/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1280160" y="4692058"/>
            <a:ext cx="4663440" cy="1584918"/>
          </a:xfrm>
        </p:spPr>
        <p:txBody>
          <a:bodyPr lIns="0" tIns="0" rIns="0" bIns="0" rtlCol="0" anchor="t" anchorCtr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600"/>
            </a:lvl2pPr>
            <a:lvl3pPr>
              <a:spcBef>
                <a:spcPts val="1200"/>
              </a:spcBef>
              <a:defRPr lang="it-IT" sz="1400"/>
            </a:lvl3pPr>
            <a:lvl4pPr>
              <a:spcBef>
                <a:spcPts val="1200"/>
              </a:spcBef>
              <a:defRPr lang="it-IT" sz="1200"/>
            </a:lvl4pPr>
            <a:lvl5pPr>
              <a:spcBef>
                <a:spcPts val="1200"/>
              </a:spcBef>
              <a:defRPr lang="it-IT" sz="12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4C23E1A-9E5E-DA12-8E11-83F486766E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E3FE6E42-6A8F-C459-87EE-E2A5BAFA85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93202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contenu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40AAD-80AF-40E7-BE3F-43D32FC68E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60" y="301752"/>
            <a:ext cx="4663438" cy="2441448"/>
          </a:xfrm>
        </p:spPr>
        <p:txBody>
          <a:bodyPr lIns="0" tIns="0" rIns="0" bIns="0" rtlCol="0" anchor="ctr" anchorCtr="0"/>
          <a:lstStyle>
            <a:lvl1pPr algn="l">
              <a:lnSpc>
                <a:spcPts val="4000"/>
              </a:lnSpc>
              <a:spcBef>
                <a:spcPts val="1000"/>
              </a:spcBef>
              <a:defRPr lang="it-IT" sz="4000" b="1" i="0" cap="all" spc="0" baseline="0"/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A401EAA4-F44C-4C1F-B8E3-1A3005300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9FB40175-FA51-DA14-A5B2-CD06DE6ECC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80161" y="2777067"/>
            <a:ext cx="4663440" cy="3550581"/>
          </a:xfrm>
        </p:spPr>
        <p:txBody>
          <a:bodyPr lIns="0" tIns="0" rIns="0" bIns="0" rtlCol="0">
            <a:noAutofit/>
          </a:bodyPr>
          <a:lstStyle>
            <a:lvl1pPr marL="0" indent="0">
              <a:lnSpc>
                <a:spcPct val="110000"/>
              </a:lnSpc>
              <a:buNone/>
              <a:defRPr lang="it-IT" sz="1800"/>
            </a:lvl1pPr>
            <a:lvl2pPr marL="228600">
              <a:lnSpc>
                <a:spcPct val="110000"/>
              </a:lnSpc>
              <a:defRPr lang="it-IT" sz="1600"/>
            </a:lvl2pPr>
            <a:lvl3pPr marL="457200">
              <a:lnSpc>
                <a:spcPct val="110000"/>
              </a:lnSpc>
              <a:defRPr lang="it-IT" sz="1400"/>
            </a:lvl3pPr>
            <a:lvl4pPr marL="685800">
              <a:lnSpc>
                <a:spcPct val="110000"/>
              </a:lnSpc>
              <a:defRPr lang="it-IT" sz="1200"/>
            </a:lvl4pPr>
            <a:lvl5pPr marL="914400">
              <a:lnSpc>
                <a:spcPct val="110000"/>
              </a:lnSpc>
              <a:defRPr lang="it-IT" sz="1200"/>
            </a:lvl5pPr>
          </a:lstStyle>
          <a:p>
            <a:pPr lvl="0" rtl="0"/>
            <a:r>
              <a:rPr lang="it-IT"/>
              <a:t>Fare clic per modificare gli stili del testo dello schema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515930B2-E36D-4D05-A6B3-CA1BF61D50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412089" y="0"/>
            <a:ext cx="5779911" cy="6858000"/>
          </a:xfrm>
          <a:prstGeom prst="rect">
            <a:avLst/>
          </a:prstGeom>
          <a:gradFill flip="none" rotWithShape="1">
            <a:gsLst>
              <a:gs pos="100000">
                <a:schemeClr val="accent4"/>
              </a:gs>
              <a:gs pos="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it-IT"/>
            </a:defPPr>
          </a:lstStyle>
          <a:p>
            <a:pPr algn="ctr" rtl="0"/>
            <a:endParaRPr lang="it-IT" dirty="0"/>
          </a:p>
        </p:txBody>
      </p:sp>
      <p:sp>
        <p:nvSpPr>
          <p:cNvPr id="13" name="Segnaposto immagine 12">
            <a:extLst>
              <a:ext uri="{FF2B5EF4-FFF2-40B4-BE49-F238E27FC236}">
                <a16:creationId xmlns:a16="http://schemas.microsoft.com/office/drawing/2014/main" id="{9CEC7E0F-60E8-418B-978D-C607C82E97F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695553" y="301752"/>
            <a:ext cx="5221224" cy="6263640"/>
          </a:xfrm>
        </p:spPr>
        <p:txBody>
          <a:bodyPr tIns="914400" rtlCol="0" anchor="t" anchorCtr="0"/>
          <a:lstStyle>
            <a:lvl1pPr algn="ctr">
              <a:buNone/>
              <a:defRPr lang="it-IT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0" name="Segnaposto piè di pagina 8">
            <a:extLst>
              <a:ext uri="{FF2B5EF4-FFF2-40B4-BE49-F238E27FC236}">
                <a16:creationId xmlns:a16="http://schemas.microsoft.com/office/drawing/2014/main" id="{7A4AE671-C203-0370-2888-FC8F7D444D1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280160" y="6356350"/>
            <a:ext cx="4434825" cy="365125"/>
          </a:xfrm>
        </p:spPr>
        <p:txBody>
          <a:bodyPr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1792BFA8-57AD-0B5C-2534-1E862B58DA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5127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6807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olo e immag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59" y="640080"/>
            <a:ext cx="4815836" cy="2103120"/>
          </a:xfrm>
        </p:spPr>
        <p:txBody>
          <a:bodyPr lIns="0" tIns="0" rIns="0" bIns="0" rtlCol="0" anchor="ctr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6" name="Segnaposto numero diapositiva 15">
            <a:extLst>
              <a:ext uri="{FF2B5EF4-FFF2-40B4-BE49-F238E27FC236}">
                <a16:creationId xmlns:a16="http://schemas.microsoft.com/office/drawing/2014/main" id="{6183E8BD-29F0-8F9F-FC7D-73F8067BCDD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 rtlCol="0"/>
          <a:lstStyle>
            <a:lvl1pPr>
              <a:defRPr lang="it-IT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15" name="Segnaposto contenuto 2">
            <a:extLst>
              <a:ext uri="{FF2B5EF4-FFF2-40B4-BE49-F238E27FC236}">
                <a16:creationId xmlns:a16="http://schemas.microsoft.com/office/drawing/2014/main" id="{5C983CA3-739C-6C20-AFE0-0997370354B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531427" y="640080"/>
            <a:ext cx="5122889" cy="2103120"/>
          </a:xfrm>
        </p:spPr>
        <p:txBody>
          <a:bodyPr lIns="0" tIns="0" rIns="0" bIns="0" rtlCol="0" anchor="ctr" anchorCtr="0">
            <a:normAutofit/>
          </a:bodyPr>
          <a:lstStyle>
            <a:lvl1pPr marL="0" indent="0">
              <a:lnSpc>
                <a:spcPct val="110000"/>
              </a:lnSpc>
              <a:buNone/>
              <a:defRPr lang="it-IT" sz="1800">
                <a:solidFill>
                  <a:schemeClr val="tx1"/>
                </a:solidFill>
              </a:defRPr>
            </a:lvl1pPr>
            <a:lvl2pPr marL="228600">
              <a:lnSpc>
                <a:spcPct val="100000"/>
              </a:lnSpc>
              <a:defRPr lang="it-IT" sz="1600">
                <a:solidFill>
                  <a:schemeClr val="tx1"/>
                </a:solidFill>
              </a:defRPr>
            </a:lvl2pPr>
            <a:lvl3pPr marL="457200">
              <a:lnSpc>
                <a:spcPct val="100000"/>
              </a:lnSpc>
              <a:defRPr lang="it-IT" sz="1400">
                <a:solidFill>
                  <a:schemeClr val="tx1"/>
                </a:solidFill>
              </a:defRPr>
            </a:lvl3pPr>
            <a:lvl4pPr marL="685800">
              <a:lnSpc>
                <a:spcPct val="100000"/>
              </a:lnSpc>
              <a:defRPr lang="it-IT" sz="1200">
                <a:solidFill>
                  <a:schemeClr val="tx1"/>
                </a:solidFill>
              </a:defRPr>
            </a:lvl4pPr>
            <a:lvl5pPr>
              <a:defRPr lang="it-IT" sz="14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</p:txBody>
      </p:sp>
      <p:cxnSp>
        <p:nvCxnSpPr>
          <p:cNvPr id="4" name="Connettore diritto 3">
            <a:extLst>
              <a:ext uri="{FF2B5EF4-FFF2-40B4-BE49-F238E27FC236}">
                <a16:creationId xmlns:a16="http://schemas.microsoft.com/office/drawing/2014/main" id="{4BC9F29C-BBE9-AFB4-AFC6-30BCA4EB2A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contenuto 2">
            <a:extLst>
              <a:ext uri="{FF2B5EF4-FFF2-40B4-BE49-F238E27FC236}">
                <a16:creationId xmlns:a16="http://schemas.microsoft.com/office/drawing/2014/main" id="{CBC4D286-C480-B4CF-4406-CACC323F9FAD}"/>
              </a:ext>
            </a:extLst>
          </p:cNvPr>
          <p:cNvSpPr>
            <a:spLocks noGrp="1"/>
          </p:cNvSpPr>
          <p:nvPr>
            <p:ph idx="21" hasCustomPrompt="1"/>
          </p:nvPr>
        </p:nvSpPr>
        <p:spPr>
          <a:xfrm>
            <a:off x="1280160" y="3017520"/>
            <a:ext cx="10374152" cy="3208866"/>
          </a:xfrm>
        </p:spPr>
        <p:txBody>
          <a:bodyPr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14" name="Segnaposto piè di pagina 13">
            <a:extLst>
              <a:ext uri="{FF2B5EF4-FFF2-40B4-BE49-F238E27FC236}">
                <a16:creationId xmlns:a16="http://schemas.microsoft.com/office/drawing/2014/main" id="{0BEE2817-4518-D59A-BD13-29A3D4FE64F0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7539516" y="6356350"/>
            <a:ext cx="4114800" cy="36512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068905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5F057AE-3B3B-4261-B912-BF9EB9A58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0159" y="4970638"/>
            <a:ext cx="9144000" cy="1280160"/>
          </a:xfrm>
        </p:spPr>
        <p:txBody>
          <a:bodyPr lIns="0" tIns="0" rIns="0" bIns="0" rtlCol="0" anchor="b" anchorCtr="0"/>
          <a:lstStyle>
            <a:lvl1pPr algn="l">
              <a:defRPr lang="it-IT" sz="4000" b="1" cap="all" spc="0" baseline="0">
                <a:solidFill>
                  <a:schemeClr val="tx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</a:p>
        </p:txBody>
      </p:sp>
      <p:sp>
        <p:nvSpPr>
          <p:cNvPr id="22" name="Segnaposto numero diapositiva 21">
            <a:extLst>
              <a:ext uri="{FF2B5EF4-FFF2-40B4-BE49-F238E27FC236}">
                <a16:creationId xmlns:a16="http://schemas.microsoft.com/office/drawing/2014/main" id="{F0626849-9D2D-3C95-8C10-FA8F325FE9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DE39CA1-2B6D-427E-9688-9093D5865CB7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80160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 marL="0" indent="0">
              <a:spcBef>
                <a:spcPts val="1200"/>
              </a:spcBef>
              <a:buNone/>
              <a:defRPr lang="it-IT" sz="1800"/>
            </a:lvl1pPr>
            <a:lvl2pPr marL="457200">
              <a:spcBef>
                <a:spcPts val="1200"/>
              </a:spcBef>
              <a:defRPr lang="it-IT" sz="1800"/>
            </a:lvl2pPr>
            <a:lvl3pPr marL="914400">
              <a:spcBef>
                <a:spcPts val="1200"/>
              </a:spcBef>
              <a:defRPr lang="it-IT" sz="1800"/>
            </a:lvl3pPr>
            <a:lvl4pPr marL="1371600">
              <a:spcBef>
                <a:spcPts val="1200"/>
              </a:spcBef>
              <a:defRPr lang="it-IT" sz="1800"/>
            </a:lvl4pPr>
            <a:lvl5pPr marL="1828800"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BD7EA593-3036-4FB5-94B4-D9431DF0487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704755" y="685800"/>
            <a:ext cx="4937760" cy="4023360"/>
          </a:xfrm>
        </p:spPr>
        <p:txBody>
          <a:bodyPr lIns="0" tIns="0" rIns="0" bIns="0" rtlCol="0">
            <a:noAutofit/>
          </a:bodyPr>
          <a:lstStyle>
            <a:lvl1pPr>
              <a:spcBef>
                <a:spcPts val="1200"/>
              </a:spcBef>
              <a:defRPr lang="it-IT" sz="1800"/>
            </a:lvl1pPr>
            <a:lvl2pPr>
              <a:spcBef>
                <a:spcPts val="1200"/>
              </a:spcBef>
              <a:defRPr lang="it-IT" sz="1800"/>
            </a:lvl2pPr>
            <a:lvl3pPr>
              <a:spcBef>
                <a:spcPts val="1200"/>
              </a:spcBef>
              <a:defRPr lang="it-IT" sz="1800"/>
            </a:lvl3pPr>
            <a:lvl4pPr>
              <a:spcBef>
                <a:spcPts val="1200"/>
              </a:spcBef>
              <a:defRPr lang="it-IT" sz="1800"/>
            </a:lvl4pPr>
            <a:lvl5pPr>
              <a:spcBef>
                <a:spcPts val="1200"/>
              </a:spcBef>
              <a:defRPr lang="it-IT" sz="1800"/>
            </a:lvl5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grpSp>
        <p:nvGrpSpPr>
          <p:cNvPr id="13" name="Gruppo 12">
            <a:extLst>
              <a:ext uri="{FF2B5EF4-FFF2-40B4-BE49-F238E27FC236}">
                <a16:creationId xmlns:a16="http://schemas.microsoft.com/office/drawing/2014/main" id="{4717D91C-F78C-0E4C-FB27-7112AB840A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322570" y="5680647"/>
            <a:ext cx="465456" cy="581432"/>
            <a:chOff x="7843462" y="2744546"/>
            <a:chExt cx="465456" cy="581432"/>
          </a:xfrm>
        </p:grpSpPr>
        <p:sp>
          <p:nvSpPr>
            <p:cNvPr id="15" name="Elemento grafico 12">
              <a:extLst>
                <a:ext uri="{FF2B5EF4-FFF2-40B4-BE49-F238E27FC236}">
                  <a16:creationId xmlns:a16="http://schemas.microsoft.com/office/drawing/2014/main" id="{CC935CF3-75DF-0DC7-1B2A-E0E0205DF64B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7" name="Elemento grafico 13">
              <a:extLst>
                <a:ext uri="{FF2B5EF4-FFF2-40B4-BE49-F238E27FC236}">
                  <a16:creationId xmlns:a16="http://schemas.microsoft.com/office/drawing/2014/main" id="{D5782BEB-6319-DEC1-F9ED-BA9201C6B9B7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18" name="Elemento grafico 15">
              <a:extLst>
                <a:ext uri="{FF2B5EF4-FFF2-40B4-BE49-F238E27FC236}">
                  <a16:creationId xmlns:a16="http://schemas.microsoft.com/office/drawing/2014/main" id="{6E59DFAF-9794-BD12-D89A-422FFFFCE023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sp>
        <p:nvSpPr>
          <p:cNvPr id="21" name="Segnaposto piè di pagina 20">
            <a:extLst>
              <a:ext uri="{FF2B5EF4-FFF2-40B4-BE49-F238E27FC236}">
                <a16:creationId xmlns:a16="http://schemas.microsoft.com/office/drawing/2014/main" id="{36444A47-BCB3-5C86-F2B8-25092BE8D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Ins="9144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  <p:cxnSp>
        <p:nvCxnSpPr>
          <p:cNvPr id="23" name="Connettore diritto 22">
            <a:extLst>
              <a:ext uri="{FF2B5EF4-FFF2-40B4-BE49-F238E27FC236}">
                <a16:creationId xmlns:a16="http://schemas.microsoft.com/office/drawing/2014/main" id="{C648C53D-49AB-C003-70E8-5117AF079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uppo 23">
            <a:extLst>
              <a:ext uri="{FF2B5EF4-FFF2-40B4-BE49-F238E27FC236}">
                <a16:creationId xmlns:a16="http://schemas.microsoft.com/office/drawing/2014/main" id="{A96BC1DE-6696-3408-564E-2D73B126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5400000">
            <a:off x="10711518" y="5393214"/>
            <a:ext cx="1097341" cy="736658"/>
            <a:chOff x="10508317" y="446637"/>
            <a:chExt cx="1097341" cy="736658"/>
          </a:xfrm>
        </p:grpSpPr>
        <p:sp>
          <p:nvSpPr>
            <p:cNvPr id="25" name="Elemento grafico 15">
              <a:extLst>
                <a:ext uri="{FF2B5EF4-FFF2-40B4-BE49-F238E27FC236}">
                  <a16:creationId xmlns:a16="http://schemas.microsoft.com/office/drawing/2014/main" id="{268EB1E4-29D6-C3F5-BCBB-FB7E7EE5C2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0508317" y="49220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6" name="Elemento grafico 16">
              <a:extLst>
                <a:ext uri="{FF2B5EF4-FFF2-40B4-BE49-F238E27FC236}">
                  <a16:creationId xmlns:a16="http://schemas.microsoft.com/office/drawing/2014/main" id="{09524D46-140F-2F4F-430B-F59815A07C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477944" y="1055581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27" name="Elemento grafico 14">
              <a:extLst>
                <a:ext uri="{FF2B5EF4-FFF2-40B4-BE49-F238E27FC236}">
                  <a16:creationId xmlns:a16="http://schemas.microsoft.com/office/drawing/2014/main" id="{AC75143B-C717-8D04-743C-B40FB5EFB2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1241555" y="446637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</p:spTree>
    <p:extLst>
      <p:ext uri="{BB962C8B-B14F-4D97-AF65-F5344CB8AC3E}">
        <p14:creationId xmlns:p14="http://schemas.microsoft.com/office/powerpoint/2010/main" val="34873764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696CF8C-1EA0-4E47-AC60-CAC3B80A3C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0" y="640080"/>
            <a:ext cx="10087699" cy="1280160"/>
          </a:xfrm>
        </p:spPr>
        <p:txBody>
          <a:bodyPr lIns="0" tIns="0" rIns="0" bIns="0" rtlCol="0" anchor="b" anchorCtr="0"/>
          <a:lstStyle>
            <a:lvl1pPr>
              <a:defRPr lang="it-IT" sz="4000" b="1" cap="all" baseline="0"/>
            </a:lvl1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10" name="Segnaposto numero diapositiva 9">
            <a:extLst>
              <a:ext uri="{FF2B5EF4-FFF2-40B4-BE49-F238E27FC236}">
                <a16:creationId xmlns:a16="http://schemas.microsoft.com/office/drawing/2014/main" id="{116B8DF0-B7E6-5032-C3C7-E457E793BE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28CABF8-19D8-4F3C-994F-4D35EC7A2C3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280160" y="2103119"/>
            <a:ext cx="10087699" cy="4114800"/>
          </a:xfrm>
        </p:spPr>
        <p:txBody>
          <a:bodyPr lIns="0" tIns="0" rIns="0" bIns="0" rtlCol="0"/>
          <a:lstStyle>
            <a:defPPr>
              <a:defRPr lang="it-IT"/>
            </a:defPPr>
          </a:lstStyle>
          <a:p>
            <a:pPr lvl="0" rtl="0"/>
            <a:r>
              <a:rPr lang="it-IT"/>
              <a:t>Fare clic per inserire il testo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</a:p>
        </p:txBody>
      </p:sp>
      <p:cxnSp>
        <p:nvCxnSpPr>
          <p:cNvPr id="7" name="Connettore diritto 6">
            <a:extLst>
              <a:ext uri="{FF2B5EF4-FFF2-40B4-BE49-F238E27FC236}">
                <a16:creationId xmlns:a16="http://schemas.microsoft.com/office/drawing/2014/main" id="{5C05CAAB-DBA2-4548-AD5F-01BB97FBB2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40664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Segnaposto piè di pagina 8">
            <a:extLst>
              <a:ext uri="{FF2B5EF4-FFF2-40B4-BE49-F238E27FC236}">
                <a16:creationId xmlns:a16="http://schemas.microsoft.com/office/drawing/2014/main" id="{DC5F4D40-ADE4-5EEB-436C-8563A49C5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80160" y="6356350"/>
            <a:ext cx="4114800" cy="365125"/>
          </a:xfrm>
        </p:spPr>
        <p:txBody>
          <a:bodyPr lIns="0" rtlCol="0"/>
          <a:lstStyle>
            <a:lvl1pPr algn="l">
              <a:defRPr lang="it-IT"/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3217450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lle immagine e titolo 1">
    <p:bg>
      <p:bgPr>
        <a:gradFill>
          <a:gsLst>
            <a:gs pos="100000">
              <a:schemeClr val="accent4"/>
            </a:gs>
            <a:gs pos="0">
              <a:schemeClr val="accent2"/>
            </a:gs>
          </a:gsLst>
          <a:lin ang="81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2897" y="585216"/>
            <a:ext cx="8965094" cy="2276856"/>
          </a:xfrm>
        </p:spPr>
        <p:txBody>
          <a:bodyPr lIns="0" tIns="0" rIns="0" rtlCol="0" anchor="b"/>
          <a:lstStyle>
            <a:lvl1pPr algn="r">
              <a:lnSpc>
                <a:spcPts val="4800"/>
              </a:lnSpc>
              <a:defRPr lang="it-IT" sz="4800" b="1" cap="all" spc="0" baseline="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Fare clic per modificare lo stile del titolo dello schema</a:t>
            </a:r>
            <a:endParaRPr lang="it-IT" dirty="0"/>
          </a:p>
        </p:txBody>
      </p:sp>
      <p:sp>
        <p:nvSpPr>
          <p:cNvPr id="7" name="Segnaposto immagine 14">
            <a:extLst>
              <a:ext uri="{FF2B5EF4-FFF2-40B4-BE49-F238E27FC236}">
                <a16:creationId xmlns:a16="http://schemas.microsoft.com/office/drawing/2014/main" id="{FC9B12A4-113B-B3F6-5926-5C2A6F504AB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371606" y="3205313"/>
            <a:ext cx="3043077" cy="3043083"/>
          </a:xfrm>
          <a:custGeom>
            <a:avLst/>
            <a:gdLst>
              <a:gd name="connsiteX0" fmla="*/ 2133823 w 4266960"/>
              <a:gd name="connsiteY0" fmla="*/ 0 h 4266968"/>
              <a:gd name="connsiteX1" fmla="*/ 4256628 w 4266960"/>
              <a:gd name="connsiteY1" fmla="*/ 1915652 h 4266968"/>
              <a:gd name="connsiteX2" fmla="*/ 4266960 w 4266960"/>
              <a:gd name="connsiteY2" fmla="*/ 2120258 h 4266968"/>
              <a:gd name="connsiteX3" fmla="*/ 4266960 w 4266960"/>
              <a:gd name="connsiteY3" fmla="*/ 2147389 h 4266968"/>
              <a:gd name="connsiteX4" fmla="*/ 4256628 w 4266960"/>
              <a:gd name="connsiteY4" fmla="*/ 2351994 h 4266968"/>
              <a:gd name="connsiteX5" fmla="*/ 2351994 w 4266960"/>
              <a:gd name="connsiteY5" fmla="*/ 4256629 h 4266968"/>
              <a:gd name="connsiteX6" fmla="*/ 2147230 w 4266960"/>
              <a:gd name="connsiteY6" fmla="*/ 4266968 h 4266968"/>
              <a:gd name="connsiteX7" fmla="*/ 2120416 w 4266960"/>
              <a:gd name="connsiteY7" fmla="*/ 4266968 h 4266968"/>
              <a:gd name="connsiteX8" fmla="*/ 1915652 w 4266960"/>
              <a:gd name="connsiteY8" fmla="*/ 4256629 h 4266968"/>
              <a:gd name="connsiteX9" fmla="*/ 0 w 4266960"/>
              <a:gd name="connsiteY9" fmla="*/ 2133823 h 4266968"/>
              <a:gd name="connsiteX10" fmla="*/ 2133823 w 4266960"/>
              <a:gd name="connsiteY10" fmla="*/ 0 h 426696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66960" h="4266968">
                <a:moveTo>
                  <a:pt x="2133823" y="0"/>
                </a:moveTo>
                <a:cubicBezTo>
                  <a:pt x="3238644" y="0"/>
                  <a:pt x="4147355" y="839660"/>
                  <a:pt x="4256628" y="1915652"/>
                </a:cubicBezTo>
                <a:lnTo>
                  <a:pt x="4266960" y="2120258"/>
                </a:lnTo>
                <a:lnTo>
                  <a:pt x="4266960" y="2147389"/>
                </a:lnTo>
                <a:lnTo>
                  <a:pt x="4256628" y="2351994"/>
                </a:lnTo>
                <a:cubicBezTo>
                  <a:pt x="4154640" y="3356254"/>
                  <a:pt x="3356253" y="4154640"/>
                  <a:pt x="2351994" y="4256629"/>
                </a:cubicBezTo>
                <a:lnTo>
                  <a:pt x="2147230" y="4266968"/>
                </a:lnTo>
                <a:lnTo>
                  <a:pt x="2120416" y="4266968"/>
                </a:lnTo>
                <a:lnTo>
                  <a:pt x="1915652" y="4256629"/>
                </a:lnTo>
                <a:cubicBezTo>
                  <a:pt x="839660" y="4147356"/>
                  <a:pt x="0" y="3238645"/>
                  <a:pt x="0" y="2133823"/>
                </a:cubicBezTo>
                <a:cubicBezTo>
                  <a:pt x="0" y="955346"/>
                  <a:pt x="955346" y="0"/>
                  <a:pt x="2133823" y="0"/>
                </a:cubicBezTo>
                <a:close/>
              </a:path>
            </a:pathLst>
          </a:custGeom>
        </p:spPr>
        <p:txBody>
          <a:bodyPr wrap="square" tIns="914400" rtlCol="0" anchor="t" anchorCtr="0">
            <a:noAutofit/>
          </a:bodyPr>
          <a:lstStyle>
            <a:lvl1pPr algn="ctr">
              <a:buNone/>
              <a:defRPr lang="it-IT" sz="1800">
                <a:solidFill>
                  <a:schemeClr val="bg1"/>
                </a:solidFill>
              </a:defRPr>
            </a:lvl1pPr>
          </a:lstStyle>
          <a:p>
            <a:pPr rtl="0"/>
            <a:r>
              <a:rPr lang="it-IT"/>
              <a:t>Fai clic per aggiungere un'immagine</a:t>
            </a:r>
          </a:p>
        </p:txBody>
      </p:sp>
      <p:sp>
        <p:nvSpPr>
          <p:cNvPr id="16" name="Segnaposto testo 15">
            <a:extLst>
              <a:ext uri="{FF2B5EF4-FFF2-40B4-BE49-F238E27FC236}">
                <a16:creationId xmlns:a16="http://schemas.microsoft.com/office/drawing/2014/main" id="{A928810C-E773-43AE-A2A1-4073955CC8D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40609" y="3127248"/>
            <a:ext cx="6117381" cy="3017520"/>
          </a:xfrm>
        </p:spPr>
        <p:txBody>
          <a:bodyPr lIns="0" tIns="0" rIns="0" bIns="0" rtlCol="0">
            <a:normAutofit/>
          </a:bodyPr>
          <a:lstStyle>
            <a:lvl1pPr marL="0" indent="0" algn="r">
              <a:spcBef>
                <a:spcPts val="1200"/>
              </a:spcBef>
              <a:buNone/>
              <a:defRPr lang="it-IT" sz="240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it-IT"/>
              <a:t>Fare clic per inserire il testo</a:t>
            </a:r>
          </a:p>
        </p:txBody>
      </p:sp>
      <p:grpSp>
        <p:nvGrpSpPr>
          <p:cNvPr id="3" name="Gruppo 2">
            <a:extLst>
              <a:ext uri="{FF2B5EF4-FFF2-40B4-BE49-F238E27FC236}">
                <a16:creationId xmlns:a16="http://schemas.microsoft.com/office/drawing/2014/main" id="{8AF51D36-DB19-27CD-47E0-A4261648DA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8614240">
            <a:off x="3975343" y="2819532"/>
            <a:ext cx="465456" cy="581432"/>
            <a:chOff x="7843462" y="2744546"/>
            <a:chExt cx="465456" cy="581432"/>
          </a:xfrm>
        </p:grpSpPr>
        <p:sp>
          <p:nvSpPr>
            <p:cNvPr id="4" name="Elemento grafico 12">
              <a:extLst>
                <a:ext uri="{FF2B5EF4-FFF2-40B4-BE49-F238E27FC236}">
                  <a16:creationId xmlns:a16="http://schemas.microsoft.com/office/drawing/2014/main" id="{3EFED0E0-17D4-C5B0-09D0-B43338A856B3}"/>
                </a:ext>
              </a:extLst>
            </p:cNvPr>
            <p:cNvSpPr/>
            <p:nvPr userDrawn="1"/>
          </p:nvSpPr>
          <p:spPr>
            <a:xfrm>
              <a:off x="8217780" y="2973840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bg1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5" name="Elemento grafico 13">
              <a:extLst>
                <a:ext uri="{FF2B5EF4-FFF2-40B4-BE49-F238E27FC236}">
                  <a16:creationId xmlns:a16="http://schemas.microsoft.com/office/drawing/2014/main" id="{8F798BBE-9B6F-700D-08A1-09ABC5388CCE}"/>
                </a:ext>
              </a:extLst>
            </p:cNvPr>
            <p:cNvSpPr/>
            <p:nvPr userDrawn="1"/>
          </p:nvSpPr>
          <p:spPr>
            <a:xfrm>
              <a:off x="7859002" y="2744546"/>
              <a:ext cx="139038" cy="139038"/>
            </a:xfrm>
            <a:custGeom>
              <a:avLst/>
              <a:gdLst>
                <a:gd name="connsiteX0" fmla="*/ 129601 w 139038"/>
                <a:gd name="connsiteY0" fmla="*/ 60082 h 139038"/>
                <a:gd name="connsiteX1" fmla="*/ 78956 w 139038"/>
                <a:gd name="connsiteY1" fmla="*/ 60082 h 139038"/>
                <a:gd name="connsiteX2" fmla="*/ 78956 w 139038"/>
                <a:gd name="connsiteY2" fmla="*/ 9437 h 139038"/>
                <a:gd name="connsiteX3" fmla="*/ 69519 w 139038"/>
                <a:gd name="connsiteY3" fmla="*/ 0 h 139038"/>
                <a:gd name="connsiteX4" fmla="*/ 60082 w 139038"/>
                <a:gd name="connsiteY4" fmla="*/ 9437 h 139038"/>
                <a:gd name="connsiteX5" fmla="*/ 60082 w 139038"/>
                <a:gd name="connsiteY5" fmla="*/ 60082 h 139038"/>
                <a:gd name="connsiteX6" fmla="*/ 9437 w 139038"/>
                <a:gd name="connsiteY6" fmla="*/ 60082 h 139038"/>
                <a:gd name="connsiteX7" fmla="*/ 0 w 139038"/>
                <a:gd name="connsiteY7" fmla="*/ 69519 h 139038"/>
                <a:gd name="connsiteX8" fmla="*/ 9437 w 139038"/>
                <a:gd name="connsiteY8" fmla="*/ 78956 h 139038"/>
                <a:gd name="connsiteX9" fmla="*/ 60082 w 139038"/>
                <a:gd name="connsiteY9" fmla="*/ 78956 h 139038"/>
                <a:gd name="connsiteX10" fmla="*/ 60082 w 139038"/>
                <a:gd name="connsiteY10" fmla="*/ 129601 h 139038"/>
                <a:gd name="connsiteX11" fmla="*/ 69519 w 139038"/>
                <a:gd name="connsiteY11" fmla="*/ 139038 h 139038"/>
                <a:gd name="connsiteX12" fmla="*/ 78956 w 139038"/>
                <a:gd name="connsiteY12" fmla="*/ 129601 h 139038"/>
                <a:gd name="connsiteX13" fmla="*/ 78956 w 139038"/>
                <a:gd name="connsiteY13" fmla="*/ 78956 h 139038"/>
                <a:gd name="connsiteX14" fmla="*/ 129601 w 139038"/>
                <a:gd name="connsiteY14" fmla="*/ 78956 h 139038"/>
                <a:gd name="connsiteX15" fmla="*/ 139038 w 139038"/>
                <a:gd name="connsiteY15" fmla="*/ 69519 h 139038"/>
                <a:gd name="connsiteX16" fmla="*/ 129601 w 139038"/>
                <a:gd name="connsiteY16" fmla="*/ 60082 h 1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8" h="139038">
                  <a:moveTo>
                    <a:pt x="129601" y="60082"/>
                  </a:moveTo>
                  <a:lnTo>
                    <a:pt x="78956" y="60082"/>
                  </a:lnTo>
                  <a:lnTo>
                    <a:pt x="78956" y="9437"/>
                  </a:lnTo>
                  <a:cubicBezTo>
                    <a:pt x="78956" y="4225"/>
                    <a:pt x="74731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7"/>
                    <a:pt x="0" y="69519"/>
                  </a:cubicBezTo>
                  <a:cubicBezTo>
                    <a:pt x="0" y="74731"/>
                    <a:pt x="4225" y="78956"/>
                    <a:pt x="9437" y="78956"/>
                  </a:cubicBezTo>
                  <a:lnTo>
                    <a:pt x="60082" y="78956"/>
                  </a:lnTo>
                  <a:lnTo>
                    <a:pt x="60082" y="129601"/>
                  </a:lnTo>
                  <a:cubicBezTo>
                    <a:pt x="60082" y="134813"/>
                    <a:pt x="64307" y="139038"/>
                    <a:pt x="69519" y="139038"/>
                  </a:cubicBezTo>
                  <a:cubicBezTo>
                    <a:pt x="74731" y="139038"/>
                    <a:pt x="78956" y="134813"/>
                    <a:pt x="78956" y="129601"/>
                  </a:cubicBezTo>
                  <a:lnTo>
                    <a:pt x="78956" y="78956"/>
                  </a:lnTo>
                  <a:lnTo>
                    <a:pt x="129601" y="78956"/>
                  </a:lnTo>
                  <a:cubicBezTo>
                    <a:pt x="134813" y="78956"/>
                    <a:pt x="139038" y="74731"/>
                    <a:pt x="139038" y="69519"/>
                  </a:cubicBezTo>
                  <a:cubicBezTo>
                    <a:pt x="139038" y="64307"/>
                    <a:pt x="134813" y="60082"/>
                    <a:pt x="129601" y="60082"/>
                  </a:cubicBezTo>
                  <a:close/>
                </a:path>
              </a:pathLst>
            </a:custGeom>
            <a:solidFill>
              <a:schemeClr val="bg1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  <p:sp>
          <p:nvSpPr>
            <p:cNvPr id="6" name="Elemento grafico 15">
              <a:extLst>
                <a:ext uri="{FF2B5EF4-FFF2-40B4-BE49-F238E27FC236}">
                  <a16:creationId xmlns:a16="http://schemas.microsoft.com/office/drawing/2014/main" id="{4AE2D1C5-9D85-9049-690C-3AFCE7E2DA56}"/>
                </a:ext>
              </a:extLst>
            </p:cNvPr>
            <p:cNvSpPr/>
            <p:nvPr userDrawn="1"/>
          </p:nvSpPr>
          <p:spPr>
            <a:xfrm>
              <a:off x="7843462" y="3198265"/>
              <a:ext cx="127713" cy="127713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bg1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>
              <a:defPPr>
                <a:defRPr lang="it-IT"/>
              </a:defPPr>
            </a:lstStyle>
            <a:p>
              <a:pPr rtl="0"/>
              <a:endParaRPr lang="it-IT" dirty="0"/>
            </a:p>
          </p:txBody>
        </p:sp>
      </p:grpSp>
      <p:cxnSp>
        <p:nvCxnSpPr>
          <p:cNvPr id="13" name="Connettore diritto 12">
            <a:extLst>
              <a:ext uri="{FF2B5EF4-FFF2-40B4-BE49-F238E27FC236}">
                <a16:creationId xmlns:a16="http://schemas.microsoft.com/office/drawing/2014/main" id="{9D0FE75D-ACD3-655E-58A7-8F2C182760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40664" y="3503032"/>
            <a:ext cx="0" cy="3346090"/>
          </a:xfrm>
          <a:prstGeom prst="line">
            <a:avLst/>
          </a:prstGeom>
          <a:ln w="25400" cap="sq">
            <a:solidFill>
              <a:schemeClr val="bg1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9362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969F227-D21C-48B3-828A-6BFA9585E82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136525"/>
            <a:ext cx="10515600" cy="1509713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/>
              <a:t>Fare clic per inserire il titolo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EBC03C0-6EB7-4633-967C-12C35768B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239000" y="6356350"/>
            <a:ext cx="4114800" cy="365125"/>
          </a:xfrm>
          <a:prstGeom prst="rect">
            <a:avLst/>
          </a:prstGeom>
        </p:spPr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0FF4306-91CD-4B7B-8A53-34BE8F99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4632" y="726630"/>
            <a:ext cx="520991" cy="517379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t>‹N›</a:t>
            </a:fld>
            <a:endParaRPr lang="it-IT" dirty="0"/>
          </a:p>
        </p:txBody>
      </p:sp>
      <p:cxnSp>
        <p:nvCxnSpPr>
          <p:cNvPr id="3" name="Connettore diritto 2">
            <a:extLst>
              <a:ext uri="{FF2B5EF4-FFF2-40B4-BE49-F238E27FC236}">
                <a16:creationId xmlns:a16="http://schemas.microsoft.com/office/drawing/2014/main" id="{B5B2B208-F5B9-0151-C982-A389CB0B29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32910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ttore diritto 1">
            <a:extLst>
              <a:ext uri="{FF2B5EF4-FFF2-40B4-BE49-F238E27FC236}">
                <a16:creationId xmlns:a16="http://schemas.microsoft.com/office/drawing/2014/main" id="{20EEA6CA-DE1E-18ED-E69E-54A1372FE2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15890" y="1371600"/>
            <a:ext cx="0" cy="5486400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2"/>
                </a:gs>
                <a:gs pos="100000">
                  <a:schemeClr val="accent4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2F973C81-5E94-41F6-CE15-3B4763B3AB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endParaRPr lang="it-IT" dirty="0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2C835B5C-F994-9D57-3118-919EE90F57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defPPr>
              <a:defRPr lang="it-IT"/>
            </a:def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40867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0FDA4224-F4E4-47A4-ACF7-2317493908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5394" y="1"/>
            <a:ext cx="9918405" cy="164623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defPPr>
              <a:defRPr lang="it-IT"/>
            </a:defPPr>
          </a:lstStyle>
          <a:p>
            <a:pPr rtl="0"/>
            <a:r>
              <a:rPr lang="it-IT"/>
              <a:t>Fare clic per modificare lo stile del titolo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1679907-DC49-4B86-A34C-C97DBC26A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435394" y="1825625"/>
            <a:ext cx="991840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defPPr>
              <a:defRPr lang="it-IT"/>
            </a:defPPr>
          </a:lstStyle>
          <a:p>
            <a:pPr lvl="0" rtl="0"/>
            <a:r>
              <a:rPr lang="it-IT"/>
              <a:t>Fare clic per modificare lo stile del titolo</a:t>
            </a:r>
          </a:p>
          <a:p>
            <a:pPr lvl="1" rtl="0"/>
            <a:r>
              <a:rPr lang="it-IT"/>
              <a:t>Secondo livello</a:t>
            </a:r>
          </a:p>
          <a:p>
            <a:pPr lvl="2" rtl="0"/>
            <a:r>
              <a:rPr lang="it-IT"/>
              <a:t>Terzo livello</a:t>
            </a:r>
          </a:p>
          <a:p>
            <a:pPr lvl="3" rtl="0"/>
            <a:r>
              <a:rPr lang="it-IT"/>
              <a:t>Quarto livello</a:t>
            </a:r>
          </a:p>
          <a:p>
            <a:pPr lvl="4" rtl="0"/>
            <a:r>
              <a:rPr lang="it-IT"/>
              <a:t>Quinto livello</a:t>
            </a:r>
            <a:endParaRPr lang="it-IT" dirty="0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6C0E9BD-90BD-46AE-8A0D-06796ADB7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486121" y="726630"/>
            <a:ext cx="520991" cy="517379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lang="it-IT" sz="1800" b="1" i="0" cap="all" spc="100" baseline="0">
                <a:solidFill>
                  <a:schemeClr val="accent2"/>
                </a:solidFill>
              </a:defRPr>
            </a:lvl1pPr>
          </a:lstStyle>
          <a:p>
            <a:pPr rtl="0"/>
            <a:fld id="{D8DA9DAA-006C-4F4B-980E-E3DF019B24E2}" type="slidenum">
              <a:rPr lang="it-IT" smtClean="0"/>
              <a:pPr/>
              <a:t>‹N›</a:t>
            </a:fld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1EF1C86-6A9C-D287-D381-5634A69BF1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435394" y="6356350"/>
            <a:ext cx="2743200" cy="365125"/>
          </a:xfrm>
          <a:prstGeom prst="rect">
            <a:avLst/>
          </a:prstGeom>
        </p:spPr>
        <p:txBody>
          <a:bodyPr vert="horz" lIns="0" tIns="45720" rIns="91440" bIns="45720" rtlCol="0" anchor="ctr"/>
          <a:lstStyle>
            <a:lvl1pPr algn="l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it-IT"/>
              <a:t>20XX</a:t>
            </a:r>
            <a:endParaRPr lang="it-IT" dirty="0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621B8477-3F24-EDCB-C8AC-8433636391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238999" y="6356350"/>
            <a:ext cx="4114800" cy="365125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lang="it-IT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99713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7" r:id="rId2"/>
    <p:sldLayoutId id="2147483728" r:id="rId3"/>
    <p:sldLayoutId id="2147483729" r:id="rId4"/>
    <p:sldLayoutId id="2147483710" r:id="rId5"/>
    <p:sldLayoutId id="2147483727" r:id="rId6"/>
    <p:sldLayoutId id="2147483701" r:id="rId7"/>
    <p:sldLayoutId id="2147483721" r:id="rId8"/>
    <p:sldLayoutId id="2147483720" r:id="rId9"/>
    <p:sldLayoutId id="2147483730" r:id="rId10"/>
    <p:sldLayoutId id="2147483722" r:id="rId11"/>
    <p:sldLayoutId id="2147483698" r:id="rId12"/>
    <p:sldLayoutId id="2147483732" r:id="rId13"/>
    <p:sldLayoutId id="2147483702" r:id="rId14"/>
    <p:sldLayoutId id="2147483703" r:id="rId15"/>
  </p:sldLayoutIdLst>
  <p:hf sldNum="0" hdr="0" ftr="0"/>
  <p:txStyles>
    <p:titleStyle>
      <a:lvl1pPr algn="l" defTabSz="914400" rtl="0" eaLnBrk="1" latinLnBrk="0" hangingPunct="1">
        <a:lnSpc>
          <a:spcPts val="4000"/>
        </a:lnSpc>
        <a:spcBef>
          <a:spcPct val="0"/>
        </a:spcBef>
        <a:buNone/>
        <a:defRPr lang="it-IT"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it-IT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it-IT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270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7" Type="http://schemas.openxmlformats.org/officeDocument/2006/relationships/image" Target="../media/image31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0.png"/><Relationship Id="rId9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1.png"/><Relationship Id="rId4" Type="http://schemas.openxmlformats.org/officeDocument/2006/relationships/image" Target="../media/image39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6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3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7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7" Type="http://schemas.openxmlformats.org/officeDocument/2006/relationships/image" Target="../media/image82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4" Type="http://schemas.openxmlformats.org/officeDocument/2006/relationships/image" Target="../media/image7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3A9968B-2619-4F71-AB00-4C493E1208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0159" y="357809"/>
            <a:ext cx="7983110" cy="3080335"/>
          </a:xfrm>
        </p:spPr>
        <p:txBody>
          <a:bodyPr rtlCol="0"/>
          <a:lstStyle>
            <a:defPPr>
              <a:defRPr lang="it-IT"/>
            </a:defPPr>
          </a:lstStyle>
          <a:p>
            <a:pPr rtl="0"/>
            <a:r>
              <a:rPr lang="it-IT" dirty="0"/>
              <a:t>Galassia</a:t>
            </a:r>
          </a:p>
        </p:txBody>
      </p:sp>
    </p:spTree>
    <p:extLst>
      <p:ext uri="{BB962C8B-B14F-4D97-AF65-F5344CB8AC3E}">
        <p14:creationId xmlns:p14="http://schemas.microsoft.com/office/powerpoint/2010/main" val="2955403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67CB22D-116D-25D3-E318-80BA29ED4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427" y="493059"/>
            <a:ext cx="3395703" cy="213527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4E5AECE6-7563-4D67-379D-49B1D060F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294" y="493059"/>
            <a:ext cx="5002160" cy="2171669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7EC87902-E6C7-E297-2280-6DB539A6BE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668" y="2946579"/>
            <a:ext cx="4825625" cy="2365009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A2F760F4-707F-0E7A-425F-D02A20ECEB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3004" y="2861860"/>
            <a:ext cx="5002160" cy="2451528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746A2030-C923-E639-0F39-6A3448117E58}"/>
              </a:ext>
            </a:extLst>
          </p:cNvPr>
          <p:cNvSpPr txBox="1"/>
          <p:nvPr/>
        </p:nvSpPr>
        <p:spPr>
          <a:xfrm>
            <a:off x="2658035" y="5629835"/>
            <a:ext cx="2052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rc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5B30E833-85D4-D80A-1980-BCC79DCC04A6}"/>
              </a:ext>
            </a:extLst>
          </p:cNvPr>
          <p:cNvSpPr txBox="1"/>
          <p:nvPr/>
        </p:nvSpPr>
        <p:spPr>
          <a:xfrm>
            <a:off x="8180294" y="5629835"/>
            <a:ext cx="1353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rl</a:t>
            </a:r>
            <a:endParaRPr lang="it-IT" dirty="0"/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031C5D9B-1F68-B46A-4322-570059F70909}"/>
              </a:ext>
            </a:extLst>
          </p:cNvPr>
          <p:cNvSpPr txBox="1"/>
          <p:nvPr/>
        </p:nvSpPr>
        <p:spPr>
          <a:xfrm>
            <a:off x="4710953" y="5948082"/>
            <a:ext cx="260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Possiamo usare C o L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A36C023-FF81-0C84-30F8-2D6E65BED978}"/>
              </a:ext>
            </a:extLst>
          </p:cNvPr>
          <p:cNvSpPr txBox="1"/>
          <p:nvPr/>
        </p:nvSpPr>
        <p:spPr>
          <a:xfrm>
            <a:off x="5867400" y="3285566"/>
            <a:ext cx="1044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F=1k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18C9A5F-299E-7B0E-BB2D-9EBBCE18D1DA}"/>
              </a:ext>
            </a:extLst>
          </p:cNvPr>
          <p:cNvSpPr txBox="1"/>
          <p:nvPr/>
        </p:nvSpPr>
        <p:spPr>
          <a:xfrm>
            <a:off x="5230906" y="551329"/>
            <a:ext cx="13536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</a:t>
            </a:r>
          </a:p>
        </p:txBody>
      </p:sp>
    </p:spTree>
    <p:extLst>
      <p:ext uri="{BB962C8B-B14F-4D97-AF65-F5344CB8AC3E}">
        <p14:creationId xmlns:p14="http://schemas.microsoft.com/office/powerpoint/2010/main" val="33484451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102BF083-F62E-9F96-742E-C931A718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9188" y="338294"/>
            <a:ext cx="5145741" cy="252189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6397D0AC-E469-7E49-D2D0-10E968F89BD8}"/>
              </a:ext>
            </a:extLst>
          </p:cNvPr>
          <p:cNvSpPr txBox="1"/>
          <p:nvPr/>
        </p:nvSpPr>
        <p:spPr>
          <a:xfrm>
            <a:off x="6710082" y="645459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F=3K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8DAAE7EC-F8C3-8C2B-2077-2C500CA177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188" y="3295076"/>
            <a:ext cx="4567518" cy="2238512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E2BA6DB9-8FB5-663E-BBD2-255F16AB9F63}"/>
              </a:ext>
            </a:extLst>
          </p:cNvPr>
          <p:cNvSpPr txBox="1"/>
          <p:nvPr/>
        </p:nvSpPr>
        <p:spPr>
          <a:xfrm>
            <a:off x="6154271" y="3760694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F=10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1FC47F6-4F68-A93C-8B6A-0F5BBBFCEB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676" y="1290917"/>
            <a:ext cx="4943617" cy="242283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02C1BA3-76FC-7BBF-EF5A-AC415618F6F6}"/>
              </a:ext>
            </a:extLst>
          </p:cNvPr>
          <p:cNvSpPr txBox="1"/>
          <p:nvPr/>
        </p:nvSpPr>
        <p:spPr>
          <a:xfrm>
            <a:off x="9518484" y="3945360"/>
            <a:ext cx="295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F=250</a:t>
            </a:r>
          </a:p>
        </p:txBody>
      </p:sp>
    </p:spTree>
    <p:extLst>
      <p:ext uri="{BB962C8B-B14F-4D97-AF65-F5344CB8AC3E}">
        <p14:creationId xmlns:p14="http://schemas.microsoft.com/office/powerpoint/2010/main" val="1045702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CDA789-E068-4F1E-2A0B-D9B5A5C9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735" y="1140634"/>
            <a:ext cx="4129630" cy="2023906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9666D51-F274-786F-2DAD-5995F253B217}"/>
              </a:ext>
            </a:extLst>
          </p:cNvPr>
          <p:cNvSpPr txBox="1"/>
          <p:nvPr/>
        </p:nvSpPr>
        <p:spPr>
          <a:xfrm>
            <a:off x="5876365" y="519953"/>
            <a:ext cx="3249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F=159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FC8C2EC6-5946-A3A5-A502-B37967846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6918" y="353096"/>
            <a:ext cx="4129630" cy="204061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BA0FE34-39C2-914D-D8BF-AFCA7E3D9A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6919" y="2614679"/>
            <a:ext cx="4129630" cy="203415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A25D485-2F1C-2A5E-8BCC-EE80D92234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142" y="3495303"/>
            <a:ext cx="1417304" cy="1908905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1746A639-DA86-05B5-C4CE-20A1189F8C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38333" y="3432676"/>
            <a:ext cx="1626679" cy="2034157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A050194C-A5C1-07E6-D990-3DDB867096B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5512" y="3369996"/>
            <a:ext cx="1656195" cy="2159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49070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49A18F8C-FAD8-7664-B862-98A0BDA3B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788" y="683435"/>
            <a:ext cx="4129630" cy="2023906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64C24CDA-0EC7-95A5-305C-436491148B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8434" y="349778"/>
            <a:ext cx="5885329" cy="2884363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03C2B78E-7F6F-CFCE-BDD4-EE82236F3671}"/>
              </a:ext>
            </a:extLst>
          </p:cNvPr>
          <p:cNvSpPr txBox="1"/>
          <p:nvPr/>
        </p:nvSpPr>
        <p:spPr>
          <a:xfrm>
            <a:off x="4890247" y="3504329"/>
            <a:ext cx="158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Bode </a:t>
            </a:r>
            <a:r>
              <a:rPr lang="it-IT" dirty="0" err="1"/>
              <a:t>fc</a:t>
            </a:r>
            <a:r>
              <a:rPr lang="it-IT" dirty="0"/>
              <a:t>=159</a:t>
            </a:r>
            <a:br>
              <a:rPr lang="it-IT" dirty="0"/>
            </a:br>
            <a:r>
              <a:rPr lang="it-IT" dirty="0"/>
              <a:t>RC e RL</a:t>
            </a:r>
          </a:p>
        </p:txBody>
      </p:sp>
    </p:spTree>
    <p:extLst>
      <p:ext uri="{BB962C8B-B14F-4D97-AF65-F5344CB8AC3E}">
        <p14:creationId xmlns:p14="http://schemas.microsoft.com/office/powerpoint/2010/main" val="20729605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D97AF2CD-0363-C3CE-205A-888A59FE0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305" y="347258"/>
            <a:ext cx="4486977" cy="219904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C4931D7-3CCC-C3A7-D312-42DFA9F690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3882" y="434349"/>
            <a:ext cx="4737846" cy="2321989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E935ED68-7D4A-20DB-CA77-F2459B3886FC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R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D4A68E2-88B4-57C6-FEA0-C0D23FF696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5188" y="3059668"/>
            <a:ext cx="3657397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5282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F8506D6F-D117-8AA1-FBB8-5B1BFB659A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74152"/>
            <a:ext cx="4957483" cy="242963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11B7447B-2330-53A9-4042-294B5FDC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729" y="374153"/>
            <a:ext cx="4831976" cy="23681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6A3A82BD-DCD5-DF0E-8510-B3B9428E1C4A}"/>
              </a:ext>
            </a:extLst>
          </p:cNvPr>
          <p:cNvSpPr txBox="1"/>
          <p:nvPr/>
        </p:nvSpPr>
        <p:spPr>
          <a:xfrm>
            <a:off x="3357282" y="3778624"/>
            <a:ext cx="52129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FC con variazione di c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D5369304-E3FF-66BC-4BA7-E54443D65F6B}"/>
              </a:ext>
            </a:extLst>
          </p:cNvPr>
          <p:cNvSpPr txBox="1"/>
          <p:nvPr/>
        </p:nvSpPr>
        <p:spPr>
          <a:xfrm>
            <a:off x="3043518" y="4737847"/>
            <a:ext cx="61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Conviene </a:t>
            </a:r>
            <a:r>
              <a:rPr lang="it-IT" dirty="0" err="1"/>
              <a:t>cambiuare</a:t>
            </a:r>
            <a:r>
              <a:rPr lang="it-IT" dirty="0"/>
              <a:t> R piuttosto che C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D3540F8E-8B44-68C1-BA41-1EA0A1C081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2495" y="3222811"/>
            <a:ext cx="3395065" cy="2604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03676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C6D942E-5A1A-CCE6-685B-CD45159AB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798" y="277361"/>
            <a:ext cx="9930404" cy="630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57547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31C0D93-0938-AC7E-C6A0-4313F864E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2543" y="594853"/>
            <a:ext cx="2557193" cy="2381429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98F0C9B4-0029-1573-1350-F3D76E7649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836" y="555813"/>
            <a:ext cx="7852012" cy="3848222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7ED23BEA-7A73-8919-30AE-8A70789E8401}"/>
              </a:ext>
            </a:extLst>
          </p:cNvPr>
          <p:cNvSpPr txBox="1"/>
          <p:nvPr/>
        </p:nvSpPr>
        <p:spPr>
          <a:xfrm>
            <a:off x="1030941" y="4482353"/>
            <a:ext cx="29269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Rossa uguale a verde</a:t>
            </a:r>
          </a:p>
          <a:p>
            <a:r>
              <a:rPr lang="it-IT" dirty="0"/>
              <a:t>Blu si sposta (parallelo)</a:t>
            </a:r>
          </a:p>
        </p:txBody>
      </p:sp>
    </p:spTree>
    <p:extLst>
      <p:ext uri="{BB962C8B-B14F-4D97-AF65-F5344CB8AC3E}">
        <p14:creationId xmlns:p14="http://schemas.microsoft.com/office/powerpoint/2010/main" val="4245606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E0594FF7-70D4-ACC7-B595-7940C9E09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3047" y="176929"/>
            <a:ext cx="7467600" cy="3659825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734CC380-4D52-1903-B136-CEC2F7A574DF}"/>
              </a:ext>
            </a:extLst>
          </p:cNvPr>
          <p:cNvSpPr txBox="1"/>
          <p:nvPr/>
        </p:nvSpPr>
        <p:spPr>
          <a:xfrm>
            <a:off x="1501588" y="762000"/>
            <a:ext cx="24249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 in serie e interni danno stesso risultato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C48BCB15-CF8B-998E-2282-472130A22DC5}"/>
              </a:ext>
            </a:extLst>
          </p:cNvPr>
          <p:cNvSpPr txBox="1"/>
          <p:nvPr/>
        </p:nvSpPr>
        <p:spPr>
          <a:xfrm>
            <a:off x="1302327" y="2481943"/>
            <a:ext cx="262421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Risultato atteso: passa banda per effetto risonante 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3A0F76B-EC25-4E1D-5E92-0E03AE03DEBC}"/>
              </a:ext>
            </a:extLst>
          </p:cNvPr>
          <p:cNvSpPr txBox="1"/>
          <p:nvPr/>
        </p:nvSpPr>
        <p:spPr>
          <a:xfrm>
            <a:off x="1389413" y="3555555"/>
            <a:ext cx="25729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Verde: filtro hp ideale senza 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70176E72-34D5-F471-CF09-B1C1800D82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212" y="4311561"/>
            <a:ext cx="5822868" cy="1768530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54AA0F7A-1BAA-5D15-5041-7C344309B9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3198" y="4396401"/>
            <a:ext cx="1672174" cy="1918195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1520409B-367B-C4AD-8AC9-206BB12ECBD0}"/>
              </a:ext>
            </a:extLst>
          </p:cNvPr>
          <p:cNvSpPr txBox="1"/>
          <p:nvPr/>
        </p:nvSpPr>
        <p:spPr>
          <a:xfrm>
            <a:off x="1145852" y="4719567"/>
            <a:ext cx="293716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dirty="0"/>
              <a:t>MLCC (ceramico SMD) — il più usato nei filtri Esempio tipico RS: 100 </a:t>
            </a:r>
            <a:r>
              <a:rPr lang="it-IT" dirty="0" err="1"/>
              <a:t>nF</a:t>
            </a:r>
            <a:r>
              <a:rPr lang="it-IT" dirty="0"/>
              <a:t> X7R 0603 / 0805 Valori realistici </a:t>
            </a:r>
            <a:r>
              <a:rPr lang="it-IT" dirty="0" err="1"/>
              <a:t>LTspice</a:t>
            </a:r>
            <a:r>
              <a:rPr lang="it-IT" dirty="0"/>
              <a:t>: C = 100 </a:t>
            </a:r>
            <a:r>
              <a:rPr lang="it-IT" dirty="0" err="1"/>
              <a:t>nF</a:t>
            </a:r>
            <a:r>
              <a:rPr lang="it-IT" dirty="0"/>
              <a:t> ESR = 0.05 – 0.2 Ω ESL = 1 – 3 </a:t>
            </a:r>
            <a:r>
              <a:rPr lang="it-IT" dirty="0" err="1"/>
              <a:t>nH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62335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22D4D7B-B2B3-050B-38F4-5211738C8B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6202" y="81170"/>
            <a:ext cx="6020790" cy="2950752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249B214C-949B-EDFF-6168-E72DAEA16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860" y="273992"/>
            <a:ext cx="4112821" cy="106145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BB2E2974-A002-2475-FF42-605994642C0D}"/>
              </a:ext>
            </a:extLst>
          </p:cNvPr>
          <p:cNvSpPr txBox="1"/>
          <p:nvPr/>
        </p:nvSpPr>
        <p:spPr>
          <a:xfrm>
            <a:off x="1254826" y="170608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Comportamento analogo cambio allora R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930D7377-CC9E-CD16-6661-81594AD44F46}"/>
              </a:ext>
            </a:extLst>
          </p:cNvPr>
          <p:cNvSpPr txBox="1"/>
          <p:nvPr/>
        </p:nvSpPr>
        <p:spPr>
          <a:xfrm>
            <a:off x="1401288" y="2418608"/>
            <a:ext cx="40811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 </a:t>
            </a:r>
            <a:r>
              <a:rPr lang="it-IT" dirty="0" err="1"/>
              <a:t>Fc</a:t>
            </a:r>
            <a:r>
              <a:rPr lang="it-IT" dirty="0"/>
              <a:t> sia HP che di LP in modo simmetrico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6C617C5B-7D3C-140E-46A9-D782664C57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54077" y="3178629"/>
            <a:ext cx="4521247" cy="222470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/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it-IT" dirty="0"/>
                  <a:t>La simmetria che osservi è dovuta alla </a:t>
                </a:r>
                <a:r>
                  <a:rPr lang="it-IT" b="1" dirty="0"/>
                  <a:t>risonanza tra la capacità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it-IT" b="1" dirty="0"/>
                  <a:t>e l’induttanza parassita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it-IT" dirty="0"/>
                  <a:t>del condensatore reale. Sotto la frequenza di risonanza il componente si comporta da condensatore e il guadagno cresce; sopra la risonanza l’induttanza parassita domina e il guadagno diminuisce. Alla frequenza di risonanza le reattanze si annullano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it-IT" i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it-IT" dirty="0"/>
                  <a:t>), l’impedenza è minima e la risposta raggiunge il massimo. Per questo la curva risulta quasi simmetrica attorno alla frequenza di risonanza.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E259CD0A-FDED-FC1E-560D-D771251F9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2530" y="3364490"/>
                <a:ext cx="6096000" cy="2862322"/>
              </a:xfrm>
              <a:prstGeom prst="rect">
                <a:avLst/>
              </a:prstGeom>
              <a:blipFill>
                <a:blip r:embed="rId5"/>
                <a:stretch>
                  <a:fillRect l="-800" t="-1066" r="-1700" b="-277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6778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sellaDiTesto 3">
            <a:extLst>
              <a:ext uri="{FF2B5EF4-FFF2-40B4-BE49-F238E27FC236}">
                <a16:creationId xmlns:a16="http://schemas.microsoft.com/office/drawing/2014/main" id="{6DB8E037-4360-8050-EDF4-186D40F6AAEA}"/>
              </a:ext>
            </a:extLst>
          </p:cNvPr>
          <p:cNvSpPr txBox="1"/>
          <p:nvPr/>
        </p:nvSpPr>
        <p:spPr>
          <a:xfrm>
            <a:off x="1607127" y="182088"/>
            <a:ext cx="3986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carica/scarica condensatore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FC639A9-5493-6982-CB7B-43B645F8A91B}"/>
                  </a:ext>
                </a:extLst>
              </p:cNvPr>
              <p:cNvSpPr txBox="1"/>
              <p:nvPr/>
            </p:nvSpPr>
            <p:spPr>
              <a:xfrm>
                <a:off x="985230" y="2912439"/>
                <a:ext cx="7291449" cy="2037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it-IT" sz="1050" dirty="0"/>
                  <a:t>Il circuito è un </a:t>
                </a:r>
                <a:r>
                  <a:rPr lang="it-IT" sz="1050" b="1" dirty="0"/>
                  <a:t>passa-alto RC</a:t>
                </a:r>
                <a:r>
                  <a:rPr lang="it-IT" sz="1050" dirty="0"/>
                  <a:t>: condensatore in serie e resistenza a massa.</a:t>
                </a:r>
              </a:p>
              <a:p>
                <a:pPr>
                  <a:buNone/>
                </a:pPr>
                <a:r>
                  <a:rPr lang="it-IT" sz="1050" dirty="0"/>
                  <a:t>Con i tuoi valori: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050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it-IT" sz="1050" i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05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𝑅𝐶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it-IT" sz="1050" i="0">
                          <a:latin typeface="Cambria Math" panose="02040503050406030204" pitchFamily="18" charset="0"/>
                        </a:rPr>
                        <m:t>Ω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⋅100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𝑛𝐹</m:t>
                      </m:r>
                      <m:r>
                        <a:rPr lang="it-IT" sz="1050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it-IT" sz="1050" i="1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:r>
                  <a:rPr lang="it-IT" sz="1050" dirty="0"/>
                  <a:t>Quando </a:t>
                </a:r>
                <a:r>
                  <a:rPr lang="it-IT" sz="1050" b="1" dirty="0"/>
                  <a:t>Vin sale da 0 V a 1 V</a:t>
                </a:r>
                <a:r>
                  <a:rPr lang="it-IT" sz="1050" dirty="0"/>
                  <a:t>, il condensatore inizialmente si comporta quasi come un corto: quindi su </a:t>
                </a:r>
                <a:r>
                  <a:rPr lang="it-IT" sz="1050" b="1" dirty="0" err="1"/>
                  <a:t>Vout</a:t>
                </a:r>
                <a:r>
                  <a:rPr lang="it-IT" sz="1050" dirty="0"/>
                  <a:t> compare subito un impulso positivo. Poi il condensatore si carica e la corrente diminuisce, quindi: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𝑜𝑢𝑡</m:t>
                          </m:r>
                        </m:sub>
                      </m:sSub>
                      <m:d>
                        <m:d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t-IT" sz="105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it-IT" sz="105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1050" i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it-IT" sz="1050" i="1">
                              <a:latin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it-IT" sz="1050" dirty="0"/>
              </a:p>
              <a:p>
                <a:pPr>
                  <a:buNone/>
                </a:pPr>
                <a:r>
                  <a:rPr lang="it-IT" sz="1050" dirty="0"/>
                  <a:t>Dopo circa </a:t>
                </a:r>
                <a14:m>
                  <m:oMath xmlns:m="http://schemas.openxmlformats.org/officeDocument/2006/math">
                    <m:r>
                      <a:rPr lang="it-IT" sz="1050">
                        <a:latin typeface="Cambria Math" panose="02040503050406030204" pitchFamily="18" charset="0"/>
                      </a:rPr>
                      <m:t>5</m:t>
                    </m:r>
                    <m:r>
                      <a:rPr lang="it-IT" sz="105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it-IT" sz="1050" i="0">
                        <a:latin typeface="Cambria Math" panose="02040503050406030204" pitchFamily="18" charset="0"/>
                      </a:rPr>
                      <m:t>=5</m:t>
                    </m:r>
                    <m:r>
                      <a:rPr lang="it-IT" sz="1050" i="1">
                        <a:latin typeface="Cambria Math" panose="02040503050406030204" pitchFamily="18" charset="0"/>
                      </a:rPr>
                      <m:t>𝑚𝑠</m:t>
                    </m:r>
                  </m:oMath>
                </a14:m>
                <a:r>
                  <a:rPr lang="it-IT" sz="1050" dirty="0"/>
                  <a:t>, l’uscita è quasi zero.</a:t>
                </a:r>
              </a:p>
              <a:p>
                <a:pPr>
                  <a:buNone/>
                </a:pPr>
                <a:r>
                  <a:rPr lang="it-IT" sz="1050" dirty="0"/>
                  <a:t>Quando </a:t>
                </a:r>
                <a:r>
                  <a:rPr lang="it-IT" sz="1050" b="1" dirty="0"/>
                  <a:t>Vin scende da 1 V a 0 V</a:t>
                </a:r>
                <a:r>
                  <a:rPr lang="it-IT" sz="1050" dirty="0"/>
                  <a:t>, il condensatore è carico e cerca di mantenere la sua tensione: genera quindi una corrente opposta. Per questo </a:t>
                </a:r>
                <a:r>
                  <a:rPr lang="it-IT" sz="1050" b="1" dirty="0" err="1"/>
                  <a:t>Vout</a:t>
                </a:r>
                <a:r>
                  <a:rPr lang="it-IT" sz="1050" dirty="0"/>
                  <a:t> diventa negativa e poi torna ancora a zero esponenzialmente.</a:t>
                </a:r>
              </a:p>
              <a:p>
                <a:pPr>
                  <a:buNone/>
                </a:pPr>
                <a:r>
                  <a:rPr lang="it-IT" sz="1050" dirty="0"/>
                  <a:t>In sintesi: il condensatore lascia passare solo le </a:t>
                </a:r>
                <a:r>
                  <a:rPr lang="it-IT" sz="1050" b="1" dirty="0"/>
                  <a:t>variazioni</a:t>
                </a:r>
                <a:r>
                  <a:rPr lang="it-IT" sz="1050" dirty="0"/>
                  <a:t> di Vin. Per questo vedi un impulso positivo sul fronte di salita e uno negativo sul fronte di discesa.</a:t>
                </a:r>
              </a:p>
            </p:txBody>
          </p:sp>
        </mc:Choice>
        <mc:Fallback xmlns="">
          <p:sp>
            <p:nvSpPr>
              <p:cNvPr id="12" name="CasellaDiTesto 11">
                <a:extLst>
                  <a:ext uri="{FF2B5EF4-FFF2-40B4-BE49-F238E27FC236}">
                    <a16:creationId xmlns:a16="http://schemas.microsoft.com/office/drawing/2014/main" id="{5FC639A9-5493-6982-CB7B-43B645F8A9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230" y="2912439"/>
                <a:ext cx="7291449" cy="2037417"/>
              </a:xfrm>
              <a:prstGeom prst="rect">
                <a:avLst/>
              </a:prstGeom>
              <a:blipFill>
                <a:blip r:embed="rId6"/>
                <a:stretch>
                  <a:fillRect b="-119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8ABB855-F6DA-F7FA-74B9-478C4C3B1B98}"/>
              </a:ext>
            </a:extLst>
          </p:cNvPr>
          <p:cNvSpPr txBox="1"/>
          <p:nvPr/>
        </p:nvSpPr>
        <p:spPr>
          <a:xfrm>
            <a:off x="8102930" y="1359797"/>
            <a:ext cx="2786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Periodo </a:t>
            </a:r>
            <a:r>
              <a:rPr lang="it-IT" dirty="0" err="1"/>
              <a:t>piu</a:t>
            </a:r>
            <a:r>
              <a:rPr lang="it-IT" dirty="0"/>
              <a:t> lungo</a:t>
            </a:r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6FF2FCC9-91F7-FC39-1524-77DB3CDAFA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3620" y="4983679"/>
            <a:ext cx="7546721" cy="1743074"/>
          </a:xfrm>
          <a:prstGeom prst="rect">
            <a:avLst/>
          </a:prstGeom>
        </p:spPr>
      </p:pic>
      <p:pic>
        <p:nvPicPr>
          <p:cNvPr id="17" name="Immagine 16">
            <a:extLst>
              <a:ext uri="{FF2B5EF4-FFF2-40B4-BE49-F238E27FC236}">
                <a16:creationId xmlns:a16="http://schemas.microsoft.com/office/drawing/2014/main" id="{1A0DF3A9-28FF-0D1D-8B66-68D5F0519F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3308" y="981383"/>
            <a:ext cx="4445228" cy="1778091"/>
          </a:xfrm>
          <a:prstGeom prst="rect">
            <a:avLst/>
          </a:prstGeom>
        </p:spPr>
      </p:pic>
      <p:pic>
        <p:nvPicPr>
          <p:cNvPr id="19" name="Immagine 18">
            <a:extLst>
              <a:ext uri="{FF2B5EF4-FFF2-40B4-BE49-F238E27FC236}">
                <a16:creationId xmlns:a16="http://schemas.microsoft.com/office/drawing/2014/main" id="{65358B98-5E5B-E56A-5CC0-9D9248280CA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9994" y="2143771"/>
            <a:ext cx="2616334" cy="692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4124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B46546C1-2D26-B05D-8013-AF7A3D63E2F8}"/>
              </a:ext>
            </a:extLst>
          </p:cNvPr>
          <p:cNvSpPr txBox="1"/>
          <p:nvPr/>
        </p:nvSpPr>
        <p:spPr>
          <a:xfrm>
            <a:off x="815439" y="344200"/>
            <a:ext cx="1107967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circuito RC passa-alto è stato alimentato con un segnale a gradino compreso tra -1 V e +1 V. Il salto effettivo dell’ingresso è quindi pari a 2 V, perché la variazione è data da +1 - (-1). Al fronte del gradino, il condensatore non può modificare istantaneamente la propria tensione, quindi trasferisce la variazione all’uscita. Per questo motivo sul nodo </a:t>
            </a:r>
            <a:r>
              <a:rPr lang="it-IT" dirty="0" err="1"/>
              <a:t>outRC</a:t>
            </a:r>
            <a:r>
              <a:rPr lang="it-IT" dirty="0"/>
              <a:t> si osserva inizialmente un picco di circa 2 V, che successivamente decade verso 0 V attraverso la resistenza con costante di tempo τ = R·C.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BC00A3B1-28BB-9417-2A6A-250B6C61AC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730" y="2483739"/>
            <a:ext cx="5146800" cy="224830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50D5474D-CDEC-F370-FFE9-A8618AB2D1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6222" y="2357275"/>
            <a:ext cx="4674919" cy="2291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991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2C40A33B-6FA1-54E3-E536-7C674E783822}"/>
              </a:ext>
            </a:extLst>
          </p:cNvPr>
          <p:cNvSpPr txBox="1"/>
          <p:nvPr/>
        </p:nvSpPr>
        <p:spPr>
          <a:xfrm>
            <a:off x="1104405" y="296883"/>
            <a:ext cx="50786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Cambiamo r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D2928A8A-4164-8DB0-09ED-A9920A0A842D}"/>
              </a:ext>
            </a:extLst>
          </p:cNvPr>
          <p:cNvSpPr txBox="1"/>
          <p:nvPr/>
        </p:nvSpPr>
        <p:spPr>
          <a:xfrm>
            <a:off x="3760520" y="35909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8B944D60-52CF-9FEA-1BA6-EA9C42458995}"/>
              </a:ext>
            </a:extLst>
          </p:cNvPr>
          <p:cNvSpPr txBox="1"/>
          <p:nvPr/>
        </p:nvSpPr>
        <p:spPr>
          <a:xfrm>
            <a:off x="3728852" y="1395423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1k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55A7E02-CB83-927E-6FE0-E5DF74BB8461}"/>
              </a:ext>
            </a:extLst>
          </p:cNvPr>
          <p:cNvSpPr txBox="1"/>
          <p:nvPr/>
        </p:nvSpPr>
        <p:spPr>
          <a:xfrm>
            <a:off x="3908962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10k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049F7991-5769-2AFD-4979-CBBC67CB1E78}"/>
              </a:ext>
            </a:extLst>
          </p:cNvPr>
          <p:cNvSpPr txBox="1"/>
          <p:nvPr/>
        </p:nvSpPr>
        <p:spPr>
          <a:xfrm>
            <a:off x="2377045" y="3860335"/>
            <a:ext cx="1227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30k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E6262650-461A-5608-CDC4-C2FAA564B8D2}"/>
              </a:ext>
            </a:extLst>
          </p:cNvPr>
          <p:cNvSpPr txBox="1"/>
          <p:nvPr/>
        </p:nvSpPr>
        <p:spPr>
          <a:xfrm>
            <a:off x="870857" y="1690255"/>
            <a:ext cx="21613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r allora cambio tao=RC</a:t>
            </a:r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CB397A21-A06B-8893-8759-B48E3FDA2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7079" y="2577569"/>
            <a:ext cx="4038808" cy="1282766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A1A52ADA-D736-BC64-DCEF-F39EFE0AB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1364" y="2493963"/>
            <a:ext cx="3073558" cy="135262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DED04AAD-FFAD-348B-89BD-F3B894A7E2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1435" y="4490467"/>
            <a:ext cx="8417590" cy="1944220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B21FC658-0BE1-2501-78E5-57DA554D4C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042" y="417534"/>
            <a:ext cx="6909460" cy="1595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743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uppo 9">
            <a:extLst>
              <a:ext uri="{FF2B5EF4-FFF2-40B4-BE49-F238E27FC236}">
                <a16:creationId xmlns:a16="http://schemas.microsoft.com/office/drawing/2014/main" id="{692B69CC-6F6F-B3CC-0375-5C77D7C01CDB}"/>
              </a:ext>
            </a:extLst>
          </p:cNvPr>
          <p:cNvGrpSpPr/>
          <p:nvPr/>
        </p:nvGrpSpPr>
        <p:grpSpPr>
          <a:xfrm>
            <a:off x="629392" y="320634"/>
            <a:ext cx="5099350" cy="2090056"/>
            <a:chOff x="1702130" y="3530930"/>
            <a:chExt cx="5099350" cy="2090056"/>
          </a:xfrm>
        </p:grpSpPr>
        <p:pic>
          <p:nvPicPr>
            <p:cNvPr id="8" name="Immagine 7">
              <a:extLst>
                <a:ext uri="{FF2B5EF4-FFF2-40B4-BE49-F238E27FC236}">
                  <a16:creationId xmlns:a16="http://schemas.microsoft.com/office/drawing/2014/main" id="{8D822D81-0B5F-B1F6-BF37-F9904D1CC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-1" r="64504"/>
            <a:stretch>
              <a:fillRect/>
            </a:stretch>
          </p:blipFill>
          <p:spPr>
            <a:xfrm>
              <a:off x="1702130" y="3530930"/>
              <a:ext cx="2770910" cy="2090056"/>
            </a:xfrm>
            <a:prstGeom prst="rect">
              <a:avLst/>
            </a:prstGeom>
          </p:spPr>
        </p:pic>
        <p:pic>
          <p:nvPicPr>
            <p:cNvPr id="9" name="Immagine 8">
              <a:extLst>
                <a:ext uri="{FF2B5EF4-FFF2-40B4-BE49-F238E27FC236}">
                  <a16:creationId xmlns:a16="http://schemas.microsoft.com/office/drawing/2014/main" id="{8C3F4D33-A7C9-625E-8107-DE1917BB8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9168" r="1003"/>
            <a:stretch>
              <a:fillRect/>
            </a:stretch>
          </p:blipFill>
          <p:spPr>
            <a:xfrm>
              <a:off x="4473040" y="3530930"/>
              <a:ext cx="2328440" cy="2090056"/>
            </a:xfrm>
            <a:prstGeom prst="rect">
              <a:avLst/>
            </a:prstGeom>
          </p:spPr>
        </p:pic>
      </p:grp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98D0BC0C-B1F1-2617-AFA7-6E1BE5603838}"/>
              </a:ext>
            </a:extLst>
          </p:cNvPr>
          <p:cNvSpPr txBox="1"/>
          <p:nvPr/>
        </p:nvSpPr>
        <p:spPr>
          <a:xfrm>
            <a:off x="7255823" y="3301340"/>
            <a:ext cx="42711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La blu è 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AF31E03-62B8-4D3E-7281-7E4AD32A4D59}"/>
                  </a:ext>
                </a:extLst>
              </p:cNvPr>
              <p:cNvSpPr txBox="1"/>
              <p:nvPr/>
            </p:nvSpPr>
            <p:spPr>
              <a:xfrm>
                <a:off x="1132115" y="2614117"/>
                <a:ext cx="3713017" cy="3461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it-IT" sz="1100" dirty="0"/>
                  <a:t>Nel filtro passa-alto RL, l’induttore si oppone alle variazioni di corrente. Quando </a:t>
                </a:r>
                <a:r>
                  <a:rPr lang="it-IT" sz="1100" b="1" dirty="0"/>
                  <a:t>Vin</a:t>
                </a:r>
                <a:r>
                  <a:rPr lang="it-IT" sz="1100" dirty="0"/>
                  <a:t> passa da 0 V a 1 V, la corrente nell’induttore non può crescere istantaneamente, quindi l’induttore si comporta inizialmente come un circuito aperto e sull’uscita compare quasi tutta la tensione di ingresso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11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11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it-IT" sz="1100" i="1">
                            <a:latin typeface="Cambria Math" panose="02040503050406030204" pitchFamily="18" charset="0"/>
                          </a:rPr>
                          <m:t>𝑜𝑢𝑡</m:t>
                        </m:r>
                      </m:sub>
                    </m:sSub>
                    <m:r>
                      <a:rPr lang="it-IT" sz="1100" i="0">
                        <a:latin typeface="Cambria Math" panose="02040503050406030204" pitchFamily="18" charset="0"/>
                      </a:rPr>
                      <m:t>≈1</m:t>
                    </m:r>
                    <m:r>
                      <m:rPr>
                        <m:nor/>
                      </m:rPr>
                      <a:rPr lang="it-IT" sz="1100" b="0" i="1">
                        <a:latin typeface="Cambria Math" panose="02040503050406030204" pitchFamily="18" charset="0"/>
                      </a:rPr>
                      <m:t> </m:t>
                    </m:r>
                    <m:r>
                      <a:rPr lang="it-IT" sz="1100" b="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1100" dirty="0"/>
                  <a:t>). Successivamente la corrente aumenta e la tensione sull’induttore decade esponenzialmente verso zero secondo: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it-IT" sz="1100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1100" i="0">
                              <a:latin typeface="Cambria Math" panose="02040503050406030204" pitchFamily="18" charset="0"/>
                            </a:rPr>
                            <m:t>/</m:t>
                          </m:r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𝜏</m:t>
                          </m:r>
                        </m:sup>
                      </m:sSup>
                    </m:oMath>
                  </m:oMathPara>
                </a14:m>
                <a:endParaRPr lang="it-IT" sz="1100" dirty="0"/>
              </a:p>
              <a:p>
                <a:pPr>
                  <a:buNone/>
                </a:pPr>
                <a:r>
                  <a:rPr lang="it-IT" sz="1100" dirty="0"/>
                  <a:t>con costante di tempo:</a:t>
                </a:r>
              </a:p>
              <a:p>
                <a:pPr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11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it-IT" sz="11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sz="11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it-IT" sz="1100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it-IT" sz="1100" i="0">
                          <a:latin typeface="Cambria Math" panose="02040503050406030204" pitchFamily="18" charset="0"/>
                        </a:rPr>
                        <m:t>=1</m:t>
                      </m:r>
                      <m:r>
                        <m:rPr>
                          <m:nor/>
                        </m:rPr>
                        <a:rPr lang="it-IT" sz="1100" b="0" i="1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it-IT" sz="1100" b="0" i="1">
                          <a:latin typeface="Cambria Math" panose="02040503050406030204" pitchFamily="18" charset="0"/>
                        </a:rPr>
                        <m:t>𝑚𝑠</m:t>
                      </m:r>
                    </m:oMath>
                  </m:oMathPara>
                </a14:m>
                <a:endParaRPr lang="it-IT" sz="1100" b="0" dirty="0"/>
              </a:p>
              <a:p>
                <a:pPr>
                  <a:buNone/>
                </a:pPr>
                <a:r>
                  <a:rPr lang="it-IT" sz="1100" dirty="0"/>
                  <a:t>Quando l’ingresso torna da 1 V a 0 V, la corrente nell’induttore non può annullarsi bruscamente; per mantenerla l’induttore genera una tensione di segno opposto, producendo un impulso negativo che poi decade nuovamente a zero. Il circuito quindi lascia passare le variazioni del segnale (i fronti) e attenua la componente continua.</a:t>
                </a:r>
              </a:p>
            </p:txBody>
          </p:sp>
        </mc:Choice>
        <mc:Fallback xmlns="">
          <p:sp>
            <p:nvSpPr>
              <p:cNvPr id="13" name="CasellaDiTesto 12">
                <a:extLst>
                  <a:ext uri="{FF2B5EF4-FFF2-40B4-BE49-F238E27FC236}">
                    <a16:creationId xmlns:a16="http://schemas.microsoft.com/office/drawing/2014/main" id="{7AF31E03-62B8-4D3E-7281-7E4AD32A4D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2115" y="2614117"/>
                <a:ext cx="3713017" cy="3461460"/>
              </a:xfrm>
              <a:prstGeom prst="rect">
                <a:avLst/>
              </a:prstGeom>
              <a:blipFill>
                <a:blip r:embed="rId4"/>
                <a:stretch>
                  <a:fillRect r="-657" b="-35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magine 3">
            <a:extLst>
              <a:ext uri="{FF2B5EF4-FFF2-40B4-BE49-F238E27FC236}">
                <a16:creationId xmlns:a16="http://schemas.microsoft.com/office/drawing/2014/main" id="{DB11CDD7-9E5F-DF80-7A81-B9FC584064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7036" y="3946747"/>
            <a:ext cx="6594325" cy="1523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817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llaDiTesto 1">
            <a:extLst>
              <a:ext uri="{FF2B5EF4-FFF2-40B4-BE49-F238E27FC236}">
                <a16:creationId xmlns:a16="http://schemas.microsoft.com/office/drawing/2014/main" id="{E771D4BC-7464-F96D-2CF4-A8B710A09B2E}"/>
              </a:ext>
            </a:extLst>
          </p:cNvPr>
          <p:cNvSpPr txBox="1"/>
          <p:nvPr/>
        </p:nvSpPr>
        <p:spPr>
          <a:xfrm>
            <a:off x="2985247" y="1322294"/>
            <a:ext cx="6508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</a:t>
            </a:r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B57685B-2BCC-ECCB-8025-0364097C7A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66030" y="592056"/>
            <a:ext cx="5817607" cy="4801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Un filtro passa-alto RC, sia passivo sia attivo, deve il suo comportamento principalmente al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condensatore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perché la sua impedenza diminuisce all'aumentare della frequenza: blocca le basse frequenze e lascia passare le alte.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resistenza non genera il comportamento passa-alto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ma è indispensabile per definire quantitativamente il filtro (frequenza di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taglio, tensioni e 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correnti nel circuito).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 stesso vale per un filtro passa-alto RL: il comportamento selettivo nasce dall'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induttore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la cui impedenza aumenta con la frequenza. Anche in questo caso la resistenza è necessaria per determinare le caratteristiche del filtro, ma non è l'elemento che introduce la dipendenza dalla frequenza.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sintesi: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l'elemento reattivo (C o L) crea l'effetto di filtro; la resistenza ne determina i parametri.</a:t>
            </a:r>
            <a:endParaRPr kumimoji="0" lang="it-IT" altLang="it-IT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E5AABA43-5E0B-66D4-CC66-0E121F98BD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380" y="2200894"/>
            <a:ext cx="4187733" cy="3419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0575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magine 8">
            <a:extLst>
              <a:ext uri="{FF2B5EF4-FFF2-40B4-BE49-F238E27FC236}">
                <a16:creationId xmlns:a16="http://schemas.microsoft.com/office/drawing/2014/main" id="{904234BA-D473-3712-2DEE-13331D841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896" y="233078"/>
            <a:ext cx="4693569" cy="3347018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E4D6593-993C-34B4-2DC7-8513F12D15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187" y="3158835"/>
            <a:ext cx="2143544" cy="3291871"/>
          </a:xfrm>
          <a:prstGeom prst="rect">
            <a:avLst/>
          </a:prstGeom>
        </p:spPr>
      </p:pic>
      <p:pic>
        <p:nvPicPr>
          <p:cNvPr id="13" name="Immagine 12">
            <a:extLst>
              <a:ext uri="{FF2B5EF4-FFF2-40B4-BE49-F238E27FC236}">
                <a16:creationId xmlns:a16="http://schemas.microsoft.com/office/drawing/2014/main" id="{5654970A-A60E-BEF6-5607-4C09F0E955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258" y="180578"/>
            <a:ext cx="4939160" cy="2437444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F42DADD5-6FF5-2B1E-0D42-DA2D42FB09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837" y="4062276"/>
            <a:ext cx="4348505" cy="2131198"/>
          </a:xfrm>
          <a:prstGeom prst="rect">
            <a:avLst/>
          </a:prstGeom>
        </p:spPr>
      </p:pic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BC69E946-937E-07E9-6468-211286C5B2F8}"/>
              </a:ext>
            </a:extLst>
          </p:cNvPr>
          <p:cNvSpPr txBox="1"/>
          <p:nvPr/>
        </p:nvSpPr>
        <p:spPr>
          <a:xfrm>
            <a:off x="8573984" y="3429000"/>
            <a:ext cx="31311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Guadagno di due</a:t>
            </a:r>
          </a:p>
        </p:txBody>
      </p:sp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1B2DC830-9BBD-1260-24F5-7B9855517369}"/>
              </a:ext>
            </a:extLst>
          </p:cNvPr>
          <p:cNvSpPr txBox="1"/>
          <p:nvPr/>
        </p:nvSpPr>
        <p:spPr>
          <a:xfrm>
            <a:off x="8607631" y="3961241"/>
            <a:ext cx="3063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Vout</a:t>
            </a:r>
            <a:r>
              <a:rPr lang="it-IT" dirty="0"/>
              <a:t>=-</a:t>
            </a:r>
            <a:r>
              <a:rPr lang="it-IT" dirty="0" err="1"/>
              <a:t>rf</a:t>
            </a:r>
            <a:r>
              <a:rPr lang="it-IT" dirty="0"/>
              <a:t>/</a:t>
            </a:r>
            <a:r>
              <a:rPr lang="it-IT" dirty="0" err="1"/>
              <a:t>rs</a:t>
            </a:r>
            <a:r>
              <a:rPr lang="it-IT" dirty="0"/>
              <a:t>(Vi)</a:t>
            </a:r>
          </a:p>
        </p:txBody>
      </p:sp>
    </p:spTree>
    <p:extLst>
      <p:ext uri="{BB962C8B-B14F-4D97-AF65-F5344CB8AC3E}">
        <p14:creationId xmlns:p14="http://schemas.microsoft.com/office/powerpoint/2010/main" val="36669433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C6B36A47-21C7-227E-8AA0-4058B8B4A6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866" y="176929"/>
            <a:ext cx="4193652" cy="2055283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5064D18-C409-C72A-393D-75CCAE9314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4577" y="254667"/>
            <a:ext cx="4428564" cy="2174484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A41056F3-7939-3A1C-BE09-10E04C7413D2}"/>
              </a:ext>
            </a:extLst>
          </p:cNvPr>
          <p:cNvSpPr txBox="1"/>
          <p:nvPr/>
        </p:nvSpPr>
        <p:spPr>
          <a:xfrm>
            <a:off x="1264024" y="2599765"/>
            <a:ext cx="52667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 err="1"/>
              <a:t>Fc</a:t>
            </a:r>
            <a:r>
              <a:rPr lang="it-IT" dirty="0"/>
              <a:t>=159hz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9F7CC3FB-EA95-7022-4A28-67A226D63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94847" y="2910014"/>
            <a:ext cx="8139952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usa il filtro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attivo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invece del passivo quando serve qualcosa in più del semplice filtraggio.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passivo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attenua sempre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 al massimo in banda passante arriva a guadagno 1, cioè 0 dB.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Il filtro attivo invece può: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segnale, con guadagno (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R_f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it-IT" altLang="it-IT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R_s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isolare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il filtro dal carico, perché l’uscita dell’operazionale ha bassa impedenza;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rendere la risposta meno dipendente dal circuito collegato dopo;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permettere più controllo su guadagno e comportamento del filtro.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Quindi: il passivo va bene se vuoi solo filtrare in modo semplice; l’attivo si usa quando vuoi filtrare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senza perdere segnale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oppure vuoi anche </a:t>
            </a:r>
            <a:r>
              <a:rPr kumimoji="0" lang="it-IT" altLang="it-IT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amplificare</a:t>
            </a:r>
            <a:r>
              <a:rPr kumimoji="0" lang="it-IT" altLang="it-IT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avere un’uscita più stabile rispetto al carico.</a:t>
            </a:r>
          </a:p>
        </p:txBody>
      </p:sp>
    </p:spTree>
    <p:extLst>
      <p:ext uri="{BB962C8B-B14F-4D97-AF65-F5344CB8AC3E}">
        <p14:creationId xmlns:p14="http://schemas.microsoft.com/office/powerpoint/2010/main" val="440688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28656FDD-FF99-EEE2-5DBA-DA67823846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0235" y="365926"/>
            <a:ext cx="4800600" cy="235274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67D197E-52A4-2CF8-DDD0-8208DEF97CE0}"/>
              </a:ext>
            </a:extLst>
          </p:cNvPr>
          <p:cNvSpPr txBox="1"/>
          <p:nvPr/>
        </p:nvSpPr>
        <p:spPr>
          <a:xfrm>
            <a:off x="6432176" y="85164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250hz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072C032-4949-CE12-8C02-9442ECC61C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2760" y="739816"/>
            <a:ext cx="3439005" cy="752580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DA331719-9563-A7A9-CE7F-3703A81CDD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235" y="3494071"/>
            <a:ext cx="4800598" cy="2352744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43EACE4E-9423-0AB2-1D1B-984202097121}"/>
              </a:ext>
            </a:extLst>
          </p:cNvPr>
          <p:cNvSpPr txBox="1"/>
          <p:nvPr/>
        </p:nvSpPr>
        <p:spPr>
          <a:xfrm>
            <a:off x="6351494" y="4415117"/>
            <a:ext cx="28149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10hz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49E4280F-B780-8814-B5DB-6314D5DC4D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8111" y="4143700"/>
            <a:ext cx="3010320" cy="5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06718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311668DA-479D-5C4F-7859-27D30900E3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628" y="227651"/>
            <a:ext cx="4666352" cy="22869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E7DD7A8-6EA4-EDBA-AF81-1DE5E343C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8684" y="454640"/>
            <a:ext cx="4010585" cy="543001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FE7A7FD7-CBD7-3BBF-A445-2CA4691FD36B}"/>
              </a:ext>
            </a:extLst>
          </p:cNvPr>
          <p:cNvSpPr txBox="1"/>
          <p:nvPr/>
        </p:nvSpPr>
        <p:spPr>
          <a:xfrm>
            <a:off x="6266329" y="1484154"/>
            <a:ext cx="2640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159hz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F490CBB7-DEA2-1711-44D9-0455154720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75" y="2845367"/>
            <a:ext cx="5162325" cy="254149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FE43DE-44C0-3939-FAA1-8E797C4324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6328" y="2886634"/>
            <a:ext cx="5100091" cy="2500227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43D4CE9B-C67D-2857-A6BE-F3F3558AB952}"/>
              </a:ext>
            </a:extLst>
          </p:cNvPr>
          <p:cNvSpPr txBox="1"/>
          <p:nvPr/>
        </p:nvSpPr>
        <p:spPr>
          <a:xfrm>
            <a:off x="4496470" y="5799791"/>
            <a:ext cx="40117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Fi=circa 45</a:t>
            </a:r>
          </a:p>
        </p:txBody>
      </p:sp>
    </p:spTree>
    <p:extLst>
      <p:ext uri="{BB962C8B-B14F-4D97-AF65-F5344CB8AC3E}">
        <p14:creationId xmlns:p14="http://schemas.microsoft.com/office/powerpoint/2010/main" val="797535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>
            <a:extLst>
              <a:ext uri="{FF2B5EF4-FFF2-40B4-BE49-F238E27FC236}">
                <a16:creationId xmlns:a16="http://schemas.microsoft.com/office/drawing/2014/main" id="{9F3BF2F6-7C64-0AFD-D99B-620A7A99FA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741" y="2758531"/>
            <a:ext cx="6834090" cy="3349345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C804DBC2-D47A-0991-6516-83451F3E5F84}"/>
              </a:ext>
            </a:extLst>
          </p:cNvPr>
          <p:cNvSpPr txBox="1"/>
          <p:nvPr/>
        </p:nvSpPr>
        <p:spPr>
          <a:xfrm>
            <a:off x="5764306" y="537882"/>
            <a:ext cx="48678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Nessuna variazione di </a:t>
            </a:r>
            <a:r>
              <a:rPr lang="it-IT" dirty="0" err="1"/>
              <a:t>fc</a:t>
            </a:r>
            <a:br>
              <a:rPr lang="it-IT" dirty="0"/>
            </a:br>
            <a:r>
              <a:rPr lang="it-IT" dirty="0"/>
              <a:t>il carico è ben staccato dal filtro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3B766869-98E5-E408-FB62-3ADCD886D9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491" y="401822"/>
            <a:ext cx="3985476" cy="3231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58331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8C45871-D3A3-E4D1-B8BD-04786CC76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753" y="190376"/>
            <a:ext cx="4641801" cy="2274918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8F9FA7E1-EA29-D853-B37E-6ADF458EB6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0403" y="190376"/>
            <a:ext cx="4641801" cy="2274918"/>
          </a:xfrm>
          <a:prstGeom prst="rect">
            <a:avLst/>
          </a:prstGeom>
        </p:spPr>
      </p:pic>
      <p:sp>
        <p:nvSpPr>
          <p:cNvPr id="6" name="CasellaDiTesto 5">
            <a:extLst>
              <a:ext uri="{FF2B5EF4-FFF2-40B4-BE49-F238E27FC236}">
                <a16:creationId xmlns:a16="http://schemas.microsoft.com/office/drawing/2014/main" id="{1B62ADF1-25E3-D789-CEE1-C9073A9EC6C4}"/>
              </a:ext>
            </a:extLst>
          </p:cNvPr>
          <p:cNvSpPr txBox="1"/>
          <p:nvPr/>
        </p:nvSpPr>
        <p:spPr>
          <a:xfrm>
            <a:off x="1158893" y="2675150"/>
            <a:ext cx="624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Ideale fino ad </a:t>
            </a:r>
            <a:r>
              <a:rPr lang="it-IT" dirty="0" err="1"/>
              <a:t>gbw</a:t>
            </a:r>
            <a:r>
              <a:rPr lang="it-IT" dirty="0"/>
              <a:t>=1t</a:t>
            </a:r>
          </a:p>
          <a:p>
            <a:r>
              <a:rPr lang="it-IT" dirty="0"/>
              <a:t>Picco dovuto a ritardi ed </a:t>
            </a:r>
            <a:r>
              <a:rPr lang="it-IT" dirty="0" err="1"/>
              <a:t>accumoli</a:t>
            </a:r>
            <a:r>
              <a:rPr lang="it-IT" dirty="0"/>
              <a:t> dati dalle altissime frequenze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5C0FE8D1-CC68-CD8A-A3A4-027020D8057F}"/>
              </a:ext>
            </a:extLst>
          </p:cNvPr>
          <p:cNvSpPr txBox="1"/>
          <p:nvPr/>
        </p:nvSpPr>
        <p:spPr>
          <a:xfrm>
            <a:off x="9227127" y="3710049"/>
            <a:ext cx="16981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Allora alziamo a 1000t la </a:t>
            </a:r>
            <a:r>
              <a:rPr lang="it-IT" dirty="0" err="1"/>
              <a:t>gbw</a:t>
            </a:r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9E7A6A-3932-9E7F-E270-EAFA83284F04}"/>
              </a:ext>
            </a:extLst>
          </p:cNvPr>
          <p:cNvSpPr txBox="1"/>
          <p:nvPr/>
        </p:nvSpPr>
        <p:spPr>
          <a:xfrm>
            <a:off x="5320145" y="356260"/>
            <a:ext cx="45680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Poco «ideale»</a:t>
            </a:r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05CB03ED-B04D-FB93-F5B4-F72A1A7C2A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7190" y="3563206"/>
            <a:ext cx="4210257" cy="3156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6653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50C2B85B-59AC-B638-B440-A9F632A5C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6048" y="709655"/>
            <a:ext cx="3693227" cy="1810027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85B99F0-6778-D88B-1DAB-6782CABE65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8774" y="441388"/>
            <a:ext cx="3693226" cy="1810027"/>
          </a:xfrm>
          <a:prstGeom prst="rect">
            <a:avLst/>
          </a:prstGeom>
        </p:spPr>
      </p:pic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04464837-E3AE-7AA8-8925-6C3EEA205B7E}"/>
              </a:ext>
            </a:extLst>
          </p:cNvPr>
          <p:cNvSpPr txBox="1"/>
          <p:nvPr/>
        </p:nvSpPr>
        <p:spPr>
          <a:xfrm>
            <a:off x="6776852" y="2723408"/>
            <a:ext cx="376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Da unire alla slide prima</a:t>
            </a:r>
          </a:p>
        </p:txBody>
      </p:sp>
    </p:spTree>
    <p:extLst>
      <p:ext uri="{BB962C8B-B14F-4D97-AF65-F5344CB8AC3E}">
        <p14:creationId xmlns:p14="http://schemas.microsoft.com/office/powerpoint/2010/main" val="2460769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5EC12D29-1AA2-262B-E685-17BB203C96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3970" y="299455"/>
            <a:ext cx="5451524" cy="2993812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AFA9A9CC-6519-E7FA-15FF-226C767718C1}"/>
              </a:ext>
            </a:extLst>
          </p:cNvPr>
          <p:cNvSpPr txBox="1"/>
          <p:nvPr/>
        </p:nvSpPr>
        <p:spPr>
          <a:xfrm>
            <a:off x="1057020" y="3380067"/>
            <a:ext cx="3934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rs</a:t>
            </a:r>
            <a:r>
              <a:rPr lang="it-IT" dirty="0"/>
              <a:t>, cambia </a:t>
            </a:r>
            <a:r>
              <a:rPr lang="it-IT" dirty="0" err="1"/>
              <a:t>fc</a:t>
            </a:r>
            <a:endParaRPr lang="it-IT" dirty="0"/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632CBB7A-E87E-991B-187A-1DDCA021E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07" y="3564733"/>
            <a:ext cx="5036336" cy="2468277"/>
          </a:xfrm>
          <a:prstGeom prst="rect">
            <a:avLst/>
          </a:prstGeom>
        </p:spPr>
      </p:pic>
      <p:pic>
        <p:nvPicPr>
          <p:cNvPr id="15" name="Immagine 14">
            <a:extLst>
              <a:ext uri="{FF2B5EF4-FFF2-40B4-BE49-F238E27FC236}">
                <a16:creationId xmlns:a16="http://schemas.microsoft.com/office/drawing/2014/main" id="{52A17A5A-81C2-F57F-62F4-56BCCDF87D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4077" y="3800104"/>
            <a:ext cx="4771923" cy="233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554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B2468FFD-13BE-06F9-A71B-1A605F2FA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4" y="327686"/>
            <a:ext cx="4632217" cy="2186497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BFB152C0-6C13-846F-F9EC-50F9BD3B9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83570"/>
            <a:ext cx="4979367" cy="2440357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66EEEEB5-97BB-16ED-5393-2F08DE4674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8" y="2820412"/>
            <a:ext cx="4952011" cy="242695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33BE81-5DD5-2F5C-12C1-44EF4E57C9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55104" y="3579445"/>
            <a:ext cx="5883443" cy="2883439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C2EFBE7F-C76D-642B-3ABC-49C9387F6225}"/>
              </a:ext>
            </a:extLst>
          </p:cNvPr>
          <p:cNvSpPr txBox="1"/>
          <p:nvPr/>
        </p:nvSpPr>
        <p:spPr>
          <a:xfrm>
            <a:off x="6772894" y="2960914"/>
            <a:ext cx="3669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Cambio </a:t>
            </a:r>
            <a:r>
              <a:rPr lang="it-IT" dirty="0" err="1"/>
              <a:t>rf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0323180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asellaDiTesto 9">
            <a:extLst>
              <a:ext uri="{FF2B5EF4-FFF2-40B4-BE49-F238E27FC236}">
                <a16:creationId xmlns:a16="http://schemas.microsoft.com/office/drawing/2014/main" id="{88830A51-2484-709F-757A-24839796A406}"/>
              </a:ext>
            </a:extLst>
          </p:cNvPr>
          <p:cNvSpPr txBox="1"/>
          <p:nvPr/>
        </p:nvSpPr>
        <p:spPr>
          <a:xfrm>
            <a:off x="6432468" y="3594265"/>
            <a:ext cx="38951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Impulso per osservare carica e scarica di C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5BC8FE2-C782-A57F-4057-B5524CBA0A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45" y="833467"/>
            <a:ext cx="5138057" cy="1186743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48D2A045-A501-E700-63EF-8F93C69F79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841" y="611394"/>
            <a:ext cx="4292821" cy="2381372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7064813F-EB07-F308-6F2A-8AB1CDDD95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157" y="2463419"/>
            <a:ext cx="1600282" cy="387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766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sellaDiTesto 4">
            <a:extLst>
              <a:ext uri="{FF2B5EF4-FFF2-40B4-BE49-F238E27FC236}">
                <a16:creationId xmlns:a16="http://schemas.microsoft.com/office/drawing/2014/main" id="{573891F3-852C-EB95-EBA8-50E25A92FC10}"/>
              </a:ext>
            </a:extLst>
          </p:cNvPr>
          <p:cNvSpPr txBox="1"/>
          <p:nvPr/>
        </p:nvSpPr>
        <p:spPr>
          <a:xfrm>
            <a:off x="1967345" y="786118"/>
            <a:ext cx="8668987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Il segnale di ingresso è un’onda quadra compresa tra -1 V e +1 V: la variazione effettiva al fronte è quindi pari a 2 V. Nel circuito RC passa-alto il condensatore non può variare istantaneamente la propria tensione, quindi trasferisce questa variazione al nodo di uscita del filtro, generando un impulso esponenziale che poi decade verso 0 con costante di tempo τ = R·C.</a:t>
            </a:r>
          </a:p>
          <a:p>
            <a:pPr>
              <a:buNone/>
            </a:pPr>
            <a:r>
              <a:rPr lang="it-IT" dirty="0"/>
              <a:t>Nel secondo stadio, l’operazionale è configurato come amplificatore invertente. Il segnale proveniente dal filtro RC viene quindi invertito e amplificato secondo il rapporto R17/R16. Poiché R17 = 20 </a:t>
            </a:r>
            <a:r>
              <a:rPr lang="it-IT" dirty="0" err="1"/>
              <a:t>kΩ</a:t>
            </a:r>
            <a:r>
              <a:rPr lang="it-IT" dirty="0"/>
              <a:t> e R16 = 10 </a:t>
            </a:r>
            <a:r>
              <a:rPr lang="it-IT" dirty="0" err="1"/>
              <a:t>kΩ</a:t>
            </a:r>
            <a:r>
              <a:rPr lang="it-IT" dirty="0"/>
              <a:t>, il guadagno vale -2. Per questo motivo l’uscita dell’operazionale segue lo stesso andamento esponenziale della tensione sul condensatore, ma risulta invertita e amplificata di un fattore 2.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1937AC8D-202E-78FB-0AE1-B985255B8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109" y="3991073"/>
            <a:ext cx="5122223" cy="251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0127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94B5C1-75CF-DCC9-1386-478A9EF1771E}"/>
              </a:ext>
            </a:extLst>
          </p:cNvPr>
          <p:cNvSpPr txBox="1"/>
          <p:nvPr/>
        </p:nvSpPr>
        <p:spPr>
          <a:xfrm>
            <a:off x="775853" y="261441"/>
            <a:ext cx="11198433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it-IT" dirty="0"/>
              <a:t>Nel caso ideale, l’operazionale mantiene il nodo invertente a massa virtuale, quindi il condensatore C4 vede principalmente la resistenza R9. La costante di tempo è quindi τ ≈ R9·C4.</a:t>
            </a:r>
          </a:p>
          <a:p>
            <a:pPr>
              <a:buNone/>
            </a:pPr>
            <a:r>
              <a:rPr lang="it-IT" dirty="0"/>
              <a:t>Quando però R10 diventa molto grande, la retroazione diventa meno efficace: il nodo invertente non rimane più perfettamente a 0 V e il condensatore vede una resistenza equivalente maggiore. In questo caso anche R10 contribuisce alla costante di tempo.</a:t>
            </a:r>
          </a:p>
          <a:p>
            <a:pPr>
              <a:buNone/>
            </a:pPr>
            <a:r>
              <a:rPr lang="it-IT" dirty="0"/>
              <a:t>La relazione approssimata diventa:</a:t>
            </a:r>
          </a:p>
          <a:p>
            <a:pPr>
              <a:buNone/>
            </a:pPr>
            <a:r>
              <a:rPr lang="it-IT" dirty="0"/>
              <a:t>τ ≈ C4 · (R9 + R10/(1+A))</a:t>
            </a:r>
          </a:p>
          <a:p>
            <a:pPr>
              <a:buNone/>
            </a:pPr>
            <a:r>
              <a:rPr lang="it-IT" dirty="0"/>
              <a:t>dove A è il guadagno ad anello aperto dell’operazionale. Se A è molto grande, il termine R10/(1+A) è trascurabile e si torna al caso ideale τ ≈ R9·C4. Se invece R10 è molto elevata o l’operazionale non riesce a mantenere bene la massa virtuale, il termine legato a R10 diventa significativo e il transitorio risulta più lento.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684C7E71-C6F9-BBFE-2742-DAE5D6154F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755" y="4193822"/>
            <a:ext cx="6453197" cy="1490502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CF519F1F-D9EB-5F0D-39A1-B9468B8DC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149" y="3641557"/>
            <a:ext cx="3927077" cy="1574891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9DB87A48-299C-9262-1128-E867E739A4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942" y="5298288"/>
            <a:ext cx="3286315" cy="1494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7606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magine 1">
            <a:extLst>
              <a:ext uri="{FF2B5EF4-FFF2-40B4-BE49-F238E27FC236}">
                <a16:creationId xmlns:a16="http://schemas.microsoft.com/office/drawing/2014/main" id="{1058AE98-0ED0-29BB-026E-13DE014F99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676" y="57125"/>
            <a:ext cx="3286315" cy="1494414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9D9F1C69-4212-EB10-75A2-3C280CB886E2}"/>
              </a:ext>
            </a:extLst>
          </p:cNvPr>
          <p:cNvSpPr txBox="1"/>
          <p:nvPr/>
        </p:nvSpPr>
        <p:spPr>
          <a:xfrm>
            <a:off x="4333724" y="481167"/>
            <a:ext cx="31199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Riferimento</a:t>
            </a:r>
          </a:p>
          <a:p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76925FF5-3225-3E7E-5D6A-6F0C22712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024" y="1864367"/>
            <a:ext cx="7535333" cy="174044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D4519AE-1930-9938-401D-52C4B7FDCC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82" y="2150717"/>
            <a:ext cx="2671233" cy="1038470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65AB5D3-B5FC-547D-73E3-1B899463F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2766" y="3796019"/>
            <a:ext cx="5753100" cy="2819559"/>
          </a:xfrm>
          <a:prstGeom prst="rect">
            <a:avLst/>
          </a:prstGeom>
        </p:spPr>
      </p:pic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9FE72E6A-71A5-286A-2E8D-4F14A0D461F4}"/>
              </a:ext>
            </a:extLst>
          </p:cNvPr>
          <p:cNvSpPr txBox="1"/>
          <p:nvPr/>
        </p:nvSpPr>
        <p:spPr>
          <a:xfrm>
            <a:off x="791633" y="3687233"/>
            <a:ext cx="26712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Non cambia</a:t>
            </a:r>
          </a:p>
        </p:txBody>
      </p:sp>
      <p:pic>
        <p:nvPicPr>
          <p:cNvPr id="14" name="Immagine 13">
            <a:extLst>
              <a:ext uri="{FF2B5EF4-FFF2-40B4-BE49-F238E27FC236}">
                <a16:creationId xmlns:a16="http://schemas.microsoft.com/office/drawing/2014/main" id="{D8977EA0-8922-8A45-D494-823C44F17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676" y="5601239"/>
            <a:ext cx="2482009" cy="1082956"/>
          </a:xfrm>
          <a:prstGeom prst="rect">
            <a:avLst/>
          </a:prstGeom>
        </p:spPr>
      </p:pic>
      <p:pic>
        <p:nvPicPr>
          <p:cNvPr id="16" name="Immagine 15">
            <a:extLst>
              <a:ext uri="{FF2B5EF4-FFF2-40B4-BE49-F238E27FC236}">
                <a16:creationId xmlns:a16="http://schemas.microsoft.com/office/drawing/2014/main" id="{5A9162E0-9794-47D3-72D0-7C50007E87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0909" y="4385787"/>
            <a:ext cx="2415457" cy="105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8737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2">
            <a:extLst>
              <a:ext uri="{FF2B5EF4-FFF2-40B4-BE49-F238E27FC236}">
                <a16:creationId xmlns:a16="http://schemas.microsoft.com/office/drawing/2014/main" id="{6CEA27A9-B1FE-30FA-BB1B-B48404EB5C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22" y="2576945"/>
            <a:ext cx="2510018" cy="2887683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F8754AFE-629A-FFE4-2785-684A91DEAB44}"/>
              </a:ext>
            </a:extLst>
          </p:cNvPr>
          <p:cNvSpPr txBox="1"/>
          <p:nvPr/>
        </p:nvSpPr>
        <p:spPr>
          <a:xfrm>
            <a:off x="1622961" y="906483"/>
            <a:ext cx="43819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/>
              <a:t>Parassiti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B727BCC2-E38C-1F57-E617-98966554EE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870" y="324592"/>
            <a:ext cx="2517710" cy="2113265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D7DCB4E-7D5F-84BC-67DE-7C76B8236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6545" y="358858"/>
            <a:ext cx="3993986" cy="1957428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7C7B453A-1AEB-8FED-DDFE-5E45D77356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285" y="2985482"/>
            <a:ext cx="6555179" cy="3212653"/>
          </a:xfrm>
          <a:prstGeom prst="rect">
            <a:avLst/>
          </a:prstGeom>
        </p:spPr>
      </p:pic>
      <p:pic>
        <p:nvPicPr>
          <p:cNvPr id="14" name="Immagine 13">
            <a:extLst>
              <a:ext uri="{FF2B5EF4-FFF2-40B4-BE49-F238E27FC236}">
                <a16:creationId xmlns:a16="http://schemas.microsoft.com/office/drawing/2014/main" id="{4DAAE6D0-D30D-78EB-00B1-6588457076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54285" y="5504775"/>
            <a:ext cx="6250641" cy="114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574058"/>
      </p:ext>
    </p:extLst>
  </p:cSld>
  <p:clrMapOvr>
    <a:masterClrMapping/>
  </p:clrMapOvr>
</p:sld>
</file>

<file path=ppt/theme/theme1.xml><?xml version="1.0" encoding="utf-8"?>
<a:theme xmlns:a="http://schemas.openxmlformats.org/drawingml/2006/main" name="GradientVTI">
  <a:themeElements>
    <a:clrScheme name="Gradient">
      <a:dk1>
        <a:sysClr val="windowText" lastClr="000000"/>
      </a:dk1>
      <a:lt1>
        <a:sysClr val="window" lastClr="FFFFFF"/>
      </a:lt1>
      <a:dk2>
        <a:srgbClr val="10013F"/>
      </a:dk2>
      <a:lt2>
        <a:srgbClr val="F2F0FF"/>
      </a:lt2>
      <a:accent1>
        <a:srgbClr val="814DFF"/>
      </a:accent1>
      <a:accent2>
        <a:srgbClr val="243FFF"/>
      </a:accent2>
      <a:accent3>
        <a:srgbClr val="FF83B6"/>
      </a:accent3>
      <a:accent4>
        <a:srgbClr val="FF9022"/>
      </a:accent4>
      <a:accent5>
        <a:srgbClr val="FF1F85"/>
      </a:accent5>
      <a:accent6>
        <a:srgbClr val="1A98FF"/>
      </a:accent6>
      <a:hlink>
        <a:srgbClr val="0563C1"/>
      </a:hlink>
      <a:folHlink>
        <a:srgbClr val="954F72"/>
      </a:folHlink>
    </a:clrScheme>
    <a:fontScheme name="Univers">
      <a:majorFont>
        <a:latin typeface="Univers"/>
        <a:ea typeface=""/>
        <a:cs typeface=""/>
      </a:majorFont>
      <a:minorFont>
        <a:latin typeface="Univer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2892863_TF89338750_Win32" id="{67303D53-E497-4E8A-A1B0-F8D4DA913DFF}" vid="{0B2B8082-CFD4-436D-9CB1-F42DAFFE77E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FABD9919-8F5A-4B99-83E1-E90FE1DCF2E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2D646E0-DCC8-4209-B539-AA58186B682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0E87F72-70BF-43BC-A0D4-53665DC1267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{761ED6E5-BDDE-49C9-968D-421AB9ABD7F0}TF54b766f8-63ee-43b7-9d15-113a5f305028e85fd2b7_win32-57076faae754</Template>
  <TotalTime>444</TotalTime>
  <Words>1321</Words>
  <Application>Microsoft Office PowerPoint</Application>
  <PresentationFormat>Widescreen</PresentationFormat>
  <Paragraphs>87</Paragraphs>
  <Slides>30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30</vt:i4>
      </vt:variant>
    </vt:vector>
  </HeadingPairs>
  <TitlesOfParts>
    <vt:vector size="35" baseType="lpstr">
      <vt:lpstr>Arial</vt:lpstr>
      <vt:lpstr>Calibri</vt:lpstr>
      <vt:lpstr>Cambria Math</vt:lpstr>
      <vt:lpstr>Univers</vt:lpstr>
      <vt:lpstr>GradientVTI</vt:lpstr>
      <vt:lpstr>Galassia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RICCARDO SCOLA COLOMBO</dc:creator>
  <cp:lastModifiedBy>RICCARDO SCOLA COLOMBO</cp:lastModifiedBy>
  <cp:revision>12</cp:revision>
  <dcterms:created xsi:type="dcterms:W3CDTF">2026-06-04T13:37:14Z</dcterms:created>
  <dcterms:modified xsi:type="dcterms:W3CDTF">2026-06-25T18:22:40Z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