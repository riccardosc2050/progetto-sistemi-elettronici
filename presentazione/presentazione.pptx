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96" r:id="rId4"/>
  </p:sldMasterIdLst>
  <p:notesMasterIdLst>
    <p:notesMasterId r:id="rId36"/>
  </p:notesMasterIdLst>
  <p:handoutMasterIdLst>
    <p:handoutMasterId r:id="rId37"/>
  </p:handoutMasterIdLst>
  <p:sldIdLst>
    <p:sldId id="334" r:id="rId5"/>
    <p:sldId id="335" r:id="rId6"/>
    <p:sldId id="366" r:id="rId7"/>
    <p:sldId id="336" r:id="rId8"/>
    <p:sldId id="337" r:id="rId9"/>
    <p:sldId id="338" r:id="rId10"/>
    <p:sldId id="339" r:id="rId11"/>
    <p:sldId id="340" r:id="rId12"/>
    <p:sldId id="348" r:id="rId13"/>
    <p:sldId id="341" r:id="rId14"/>
    <p:sldId id="342" r:id="rId15"/>
    <p:sldId id="343" r:id="rId16"/>
    <p:sldId id="344" r:id="rId17"/>
    <p:sldId id="361" r:id="rId18"/>
    <p:sldId id="345" r:id="rId19"/>
    <p:sldId id="346" r:id="rId20"/>
    <p:sldId id="350" r:id="rId21"/>
    <p:sldId id="349" r:id="rId22"/>
    <p:sldId id="351" r:id="rId23"/>
    <p:sldId id="352" r:id="rId24"/>
    <p:sldId id="353" r:id="rId25"/>
    <p:sldId id="354" r:id="rId26"/>
    <p:sldId id="356" r:id="rId27"/>
    <p:sldId id="362" r:id="rId28"/>
    <p:sldId id="355" r:id="rId29"/>
    <p:sldId id="357" r:id="rId30"/>
    <p:sldId id="358" r:id="rId31"/>
    <p:sldId id="363" r:id="rId32"/>
    <p:sldId id="364" r:id="rId33"/>
    <p:sldId id="365" r:id="rId34"/>
    <p:sldId id="360" r:id="rId35"/>
  </p:sldIdLst>
  <p:sldSz cx="12192000" cy="6858000"/>
  <p:notesSz cx="6858000" cy="9144000"/>
  <p:defaultTextStyle>
    <a:defPPr rtl="0">
      <a:defRPr lang="it-IT"/>
    </a:defPPr>
    <a:lvl1pPr marL="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92" userDrawn="1">
          <p15:clr>
            <a:srgbClr val="A4A3A4"/>
          </p15:clr>
        </p15:guide>
        <p15:guide id="2" pos="7056" userDrawn="1">
          <p15:clr>
            <a:srgbClr val="A4A3A4"/>
          </p15:clr>
        </p15:guide>
        <p15:guide id="3" orient="horz" pos="31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6537" autoAdjust="0"/>
  </p:normalViewPr>
  <p:slideViewPr>
    <p:cSldViewPr snapToGrid="0">
      <p:cViewPr varScale="1">
        <p:scale>
          <a:sx n="161" d="100"/>
          <a:sy n="161" d="100"/>
        </p:scale>
        <p:origin x="232" y="100"/>
      </p:cViewPr>
      <p:guideLst>
        <p:guide orient="horz" pos="1392"/>
        <p:guide pos="7056"/>
        <p:guide orient="horz" pos="3168"/>
      </p:guideLst>
    </p:cSldViewPr>
  </p:slideViewPr>
  <p:outlineViewPr>
    <p:cViewPr>
      <p:scale>
        <a:sx n="33" d="100"/>
        <a:sy n="33" d="100"/>
      </p:scale>
      <p:origin x="0" y="-1103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7" d="100"/>
          <a:sy n="97" d="100"/>
        </p:scale>
        <p:origin x="286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viewProps" Target="view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microsoft.com/office/2018/10/relationships/authors" Target="author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30E99E25-5B65-D93A-3010-8B947D67E6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7DAEB28A-33CC-6CF5-1214-F2C3205F679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it-IT" sz="1200"/>
            </a:lvl1pPr>
          </a:lstStyle>
          <a:p>
            <a:pPr rtl="0"/>
            <a:fld id="{03E67EA5-8EFE-4CDE-A774-E9526279E6E4}" type="datetime1">
              <a:rPr lang="it-IT" smtClean="0"/>
              <a:t>25/06/2026</a:t>
            </a:fld>
            <a:endParaRPr lang="it-IT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3D63414-6160-FF79-B3F6-CD615625C8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2583E93F-BDEC-C5F7-2553-8324882C41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it-IT" sz="1200"/>
            </a:lvl1pPr>
          </a:lstStyle>
          <a:p>
            <a:pPr rtl="0"/>
            <a:fld id="{397C78D2-97D1-4B37-BDD1-08A09BD4CA99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6913595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it-IT" sz="1200"/>
            </a:lvl1pPr>
          </a:lstStyle>
          <a:p>
            <a:pPr rtl="0"/>
            <a:fld id="{78D779EF-F8B6-4ACA-8018-CCDCFAC7DE9C}" type="datetime1">
              <a:rPr lang="it-IT" smtClean="0"/>
              <a:t>25/06/2026</a:t>
            </a:fld>
            <a:endParaRPr lang="it-IT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it-IT"/>
            </a:defPPr>
          </a:lstStyle>
          <a:p>
            <a:pPr lvl="0" rtl="0"/>
            <a:r>
              <a:rPr lang="it-IT"/>
              <a:t>Fare clic per modificare lo stile del titolo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it-IT" sz="1200"/>
            </a:lvl1pPr>
          </a:lstStyle>
          <a:p>
            <a:pPr rtl="0"/>
            <a:fld id="{D5939589-3E79-4C82-AA4A-FE78234FAA59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5939589-3E79-4C82-AA4A-FE78234FAA59}" type="slidenum">
              <a:rPr lang="it-IT" smtClean="0"/>
              <a:t>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01796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solo titolo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lIns="0" tIns="0" rIns="0" bIns="0" rtlCol="0" anchor="b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61510" y="2744546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immagin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6544" y="614202"/>
            <a:ext cx="5918072" cy="2276856"/>
          </a:xfrm>
        </p:spPr>
        <p:txBody>
          <a:bodyPr lIns="0" tIns="0" rIns="0" bIns="0" rtlCol="0" anchor="b"/>
          <a:lstStyle>
            <a:lvl1pPr algn="r">
              <a:lnSpc>
                <a:spcPts val="4000"/>
              </a:lnSpc>
              <a:defRPr lang="it-IT" sz="4000" b="1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8" name="Segnaposto numero diapositiva 7">
            <a:extLst>
              <a:ext uri="{FF2B5EF4-FFF2-40B4-BE49-F238E27FC236}">
                <a16:creationId xmlns:a16="http://schemas.microsoft.com/office/drawing/2014/main" id="{1C738AB3-8054-6E21-C34C-36AF3A31AC4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>
            <a:lvl1pPr>
              <a:defRPr lang="it-IT">
                <a:solidFill>
                  <a:schemeClr val="bg1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19" name="Segnaposto immagine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280160" y="2530058"/>
            <a:ext cx="3707972" cy="3707971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tIns="914400" rtlCol="0" anchor="t">
            <a:noAutofit/>
          </a:bodyPr>
          <a:lstStyle>
            <a:lvl1pPr algn="ctr">
              <a:buNone/>
              <a:defRPr lang="it-IT" sz="1600" b="1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94FD1B85-4BEF-C1C1-5619-B82E9E44A9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16548" y="3161752"/>
            <a:ext cx="5918068" cy="3144965"/>
          </a:xfrm>
        </p:spPr>
        <p:txBody>
          <a:bodyPr lIns="0" tIns="0" rIns="0" bIns="0" rtlCol="0">
            <a:normAutofit/>
          </a:bodyPr>
          <a:lstStyle>
            <a:lvl1pPr marL="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1pPr>
            <a:lvl2pPr marL="45720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2pPr>
            <a:lvl3pPr marL="91440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3pPr>
            <a:lvl4pPr marL="137160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4pPr>
            <a:lvl5pPr marL="1828800" indent="0" algn="r">
              <a:buNone/>
              <a:defRPr lang="it-IT"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it-IT"/>
              <a:t>Fare clic per modificare gli stili del testo dello schema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</p:txBody>
      </p: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13AE7F8D-AE68-4A83-BAB5-3A97D473CE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emento grafico 12">
            <a:extLst>
              <a:ext uri="{FF2B5EF4-FFF2-40B4-BE49-F238E27FC236}">
                <a16:creationId xmlns:a16="http://schemas.microsoft.com/office/drawing/2014/main" id="{EA1B6985-3E5A-40F4-9268-D4AB3BBF8C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45394" y="276027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3" name="Elemento grafico 13">
            <a:extLst>
              <a:ext uri="{FF2B5EF4-FFF2-40B4-BE49-F238E27FC236}">
                <a16:creationId xmlns:a16="http://schemas.microsoft.com/office/drawing/2014/main" id="{338BC906-9D03-4280-85E8-21A81BC21D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86614" y="253098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7" name="Elemento grafico 15">
            <a:extLst>
              <a:ext uri="{FF2B5EF4-FFF2-40B4-BE49-F238E27FC236}">
                <a16:creationId xmlns:a16="http://schemas.microsoft.com/office/drawing/2014/main" id="{C5C06D53-C9F6-47E8-BFE1-B8193A1AE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52402" y="6031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7" name="Segnaposto piè di pagina 6">
            <a:extLst>
              <a:ext uri="{FF2B5EF4-FFF2-40B4-BE49-F238E27FC236}">
                <a16:creationId xmlns:a16="http://schemas.microsoft.com/office/drawing/2014/main" id="{CE9872E9-2F0D-2FEB-0974-F0BBBC5E033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238999" y="6356350"/>
            <a:ext cx="3795615" cy="365125"/>
          </a:xfrm>
        </p:spPr>
        <p:txBody>
          <a:bodyPr rtlCol="0"/>
          <a:lstStyle>
            <a:lvl1pPr>
              <a:defRPr lang="it-IT">
                <a:solidFill>
                  <a:schemeClr val="bg1"/>
                </a:solidFill>
              </a:defRPr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+ immagin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386775"/>
            <a:ext cx="8311102" cy="3080335"/>
          </a:xfrm>
        </p:spPr>
        <p:txBody>
          <a:bodyPr lIns="0" tIns="274320" rIns="0" bIns="0" rtlCol="0" anchor="t" anchorCtr="0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9670435">
            <a:off x="7632743" y="794953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3" name="Segnaposto immagine 14">
            <a:extLst>
              <a:ext uri="{FF2B5EF4-FFF2-40B4-BE49-F238E27FC236}">
                <a16:creationId xmlns:a16="http://schemas.microsoft.com/office/drawing/2014/main" id="{01D87F51-D69B-9038-0566-4FDC355AB6F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7587" y="411831"/>
            <a:ext cx="3521337" cy="3521344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it-IT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</p:spTree>
    <p:extLst>
      <p:ext uri="{BB962C8B-B14F-4D97-AF65-F5344CB8AC3E}">
        <p14:creationId xmlns:p14="http://schemas.microsoft.com/office/powerpoint/2010/main" val="1951239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+ sottotitolo + immagin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640080"/>
            <a:ext cx="10302240" cy="1852046"/>
          </a:xfrm>
        </p:spPr>
        <p:txBody>
          <a:bodyPr lIns="0" tIns="0" rIns="0" bIns="0" rtlCol="0" anchor="b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588447"/>
            <a:ext cx="7853678" cy="726645"/>
          </a:xfrm>
        </p:spPr>
        <p:txBody>
          <a:bodyPr lIns="0" tIns="0" rIns="0" bIns="0" rtlCol="0" anchor="t" anchorCtr="0">
            <a:normAutofit/>
          </a:bodyPr>
          <a:lstStyle>
            <a:lvl1pPr marL="0" indent="0" algn="l">
              <a:buNone/>
              <a:defRPr lang="it-IT" sz="2400">
                <a:solidFill>
                  <a:schemeClr val="bg1"/>
                </a:solidFill>
              </a:defRPr>
            </a:lvl1pPr>
            <a:lvl2pPr marL="457200" indent="0" algn="ctr">
              <a:buNone/>
              <a:defRPr lang="it-IT" sz="2000"/>
            </a:lvl2pPr>
            <a:lvl3pPr marL="914400" indent="0" algn="ctr">
              <a:buNone/>
              <a:defRPr lang="it-IT" sz="1800"/>
            </a:lvl3pPr>
            <a:lvl4pPr marL="1371600" indent="0" algn="ctr">
              <a:buNone/>
              <a:defRPr lang="it-IT" sz="1600"/>
            </a:lvl4pPr>
            <a:lvl5pPr marL="1828800" indent="0" algn="ctr">
              <a:buNone/>
              <a:defRPr lang="it-IT" sz="1600"/>
            </a:lvl5pPr>
            <a:lvl6pPr marL="2286000" indent="0" algn="ctr">
              <a:buNone/>
              <a:defRPr lang="it-IT" sz="1600"/>
            </a:lvl6pPr>
            <a:lvl7pPr marL="2743200" indent="0" algn="ctr">
              <a:buNone/>
              <a:defRPr lang="it-IT" sz="1600"/>
            </a:lvl7pPr>
            <a:lvl8pPr marL="3200400" indent="0" algn="ctr">
              <a:buNone/>
              <a:defRPr lang="it-IT" sz="1600"/>
            </a:lvl8pPr>
            <a:lvl9pPr marL="3657600" indent="0" algn="ctr">
              <a:buNone/>
              <a:defRPr lang="it-IT" sz="1600"/>
            </a:lvl9pPr>
          </a:lstStyle>
          <a:p>
            <a:pPr lvl="0" rtl="0"/>
            <a:r>
              <a:rPr lang="it-IT"/>
              <a:t>Fare clic per inserire il testo</a:t>
            </a: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7659974" y="4456458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5" name="Segnaposto immagine 14">
            <a:extLst>
              <a:ext uri="{FF2B5EF4-FFF2-40B4-BE49-F238E27FC236}">
                <a16:creationId xmlns:a16="http://schemas.microsoft.com/office/drawing/2014/main" id="{5DDB7824-50BA-B12F-AD49-CA8953CA3A0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36252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it-IT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</p:spTree>
    <p:extLst>
      <p:ext uri="{BB962C8B-B14F-4D97-AF65-F5344CB8AC3E}">
        <p14:creationId xmlns:p14="http://schemas.microsoft.com/office/powerpoint/2010/main" val="652645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, immagine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640080"/>
            <a:ext cx="7498080" cy="1280160"/>
          </a:xfrm>
        </p:spPr>
        <p:txBody>
          <a:bodyPr lIns="0" tIns="0" rIns="0" bIns="0" rtlCol="0" anchor="b" anchorCtr="0"/>
          <a:lstStyle>
            <a:lvl1pPr>
              <a:defRPr lang="it-IT" sz="4000" b="1" cap="all" spc="0" baseline="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2376"/>
            <a:ext cx="520991" cy="517379"/>
          </a:xfrm>
        </p:spPr>
        <p:txBody>
          <a:bodyPr rtlCol="0" anchor="t" anchorCtr="0"/>
          <a:lstStyle>
            <a:lvl1pPr>
              <a:defRPr lang="it-IT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15" name="Segnaposto immagine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317615" y="895646"/>
            <a:ext cx="1956925" cy="1956928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" rtlCol="0" anchor="t" anchorCtr="0">
            <a:noAutofit/>
          </a:bodyPr>
          <a:lstStyle>
            <a:lvl1pPr algn="ctr">
              <a:buNone/>
              <a:defRPr lang="it-IT" sz="1800"/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14800" y="2194560"/>
            <a:ext cx="7498080" cy="4023360"/>
          </a:xfrm>
        </p:spPr>
        <p:txBody>
          <a:bodyPr lIns="0" tIns="0" rIns="0" bIns="0" rtlCol="0">
            <a:noAutofit/>
          </a:bodyPr>
          <a:lstStyle>
            <a:lvl1pPr marL="0" indent="0">
              <a:lnSpc>
                <a:spcPct val="110000"/>
              </a:lnSpc>
              <a:buNone/>
              <a:defRPr lang="it-IT" sz="1800"/>
            </a:lvl1pPr>
            <a:lvl2pPr marL="228600">
              <a:defRPr lang="it-IT" sz="1600"/>
            </a:lvl2pPr>
            <a:lvl3pPr marL="457200">
              <a:defRPr lang="it-IT" sz="1400"/>
            </a:lvl3pPr>
            <a:lvl4pPr marL="685800">
              <a:defRPr lang="it-IT" sz="1200"/>
            </a:lvl4pPr>
            <a:lvl5pPr>
              <a:defRPr lang="it-IT" sz="14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758B5E78-A531-681D-1312-F21B52D066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970685" y="620661"/>
            <a:ext cx="403448" cy="381782"/>
            <a:chOff x="10969280" y="1780012"/>
            <a:chExt cx="403448" cy="381782"/>
          </a:xfrm>
        </p:grpSpPr>
        <p:sp>
          <p:nvSpPr>
            <p:cNvPr id="17" name="Elemento grafico 10">
              <a:extLst>
                <a:ext uri="{FF2B5EF4-FFF2-40B4-BE49-F238E27FC236}">
                  <a16:creationId xmlns:a16="http://schemas.microsoft.com/office/drawing/2014/main" id="{AAD06B87-D9B2-4F94-B734-A8F039A203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81590" y="2070656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9" name="Elemento grafico 11">
              <a:extLst>
                <a:ext uri="{FF2B5EF4-FFF2-40B4-BE49-F238E27FC236}">
                  <a16:creationId xmlns:a16="http://schemas.microsoft.com/office/drawing/2014/main" id="{BB13A13C-36EA-4B13-9175-C5FE95B34D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969280" y="1780012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4" name="Segnaposto piè di pagina 8">
            <a:extLst>
              <a:ext uri="{FF2B5EF4-FFF2-40B4-BE49-F238E27FC236}">
                <a16:creationId xmlns:a16="http://schemas.microsoft.com/office/drawing/2014/main" id="{5189CAD3-7011-6481-11F8-05B5CB106F0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B7CB27F-7A56-A747-A4D6-5627C2463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 + sottotitolo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3383280"/>
            <a:ext cx="10302240" cy="1852046"/>
          </a:xfrm>
        </p:spPr>
        <p:txBody>
          <a:bodyPr lIns="0" tIns="274320" rIns="0" bIns="0" rtlCol="0" anchor="t" anchorCtr="0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966886"/>
            <a:ext cx="10302237" cy="397191"/>
          </a:xfrm>
        </p:spPr>
        <p:txBody>
          <a:bodyPr lIns="0" tIns="0" rIns="0" bIns="0" rtlCol="0" anchor="b" anchorCtr="0">
            <a:normAutofit/>
          </a:bodyPr>
          <a:lstStyle>
            <a:lvl1pPr marL="0" indent="0" algn="l">
              <a:buNone/>
              <a:defRPr lang="it-IT" sz="2400">
                <a:solidFill>
                  <a:schemeClr val="bg1"/>
                </a:solidFill>
              </a:defRPr>
            </a:lvl1pPr>
            <a:lvl2pPr marL="457200" indent="0" algn="ctr">
              <a:buNone/>
              <a:defRPr lang="it-IT" sz="2000"/>
            </a:lvl2pPr>
            <a:lvl3pPr marL="914400" indent="0" algn="ctr">
              <a:buNone/>
              <a:defRPr lang="it-IT" sz="1800"/>
            </a:lvl3pPr>
            <a:lvl4pPr marL="1371600" indent="0" algn="ctr">
              <a:buNone/>
              <a:defRPr lang="it-IT" sz="1600"/>
            </a:lvl4pPr>
            <a:lvl5pPr marL="1828800" indent="0" algn="ctr">
              <a:buNone/>
              <a:defRPr lang="it-IT" sz="1600"/>
            </a:lvl5pPr>
            <a:lvl6pPr marL="2286000" indent="0" algn="ctr">
              <a:buNone/>
              <a:defRPr lang="it-IT" sz="1600"/>
            </a:lvl6pPr>
            <a:lvl7pPr marL="2743200" indent="0" algn="ctr">
              <a:buNone/>
              <a:defRPr lang="it-IT" sz="1600"/>
            </a:lvl7pPr>
            <a:lvl8pPr marL="3200400" indent="0" algn="ctr">
              <a:buNone/>
              <a:defRPr lang="it-IT" sz="1600"/>
            </a:lvl8pPr>
            <a:lvl9pPr marL="3657600" indent="0" algn="ctr">
              <a:buNone/>
              <a:defRPr lang="it-IT" sz="1600"/>
            </a:lvl9pPr>
          </a:lstStyle>
          <a:p>
            <a:pPr lvl="0" rtl="0"/>
            <a:r>
              <a:rPr lang="it-IT"/>
              <a:t>Fare clic per inserire il testo</a:t>
            </a: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97692" y="620298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57912362-D30D-7B0B-BA94-0993B1EBC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277585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644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85800"/>
            <a:ext cx="9137012" cy="1280160"/>
          </a:xfrm>
        </p:spPr>
        <p:txBody>
          <a:bodyPr lIns="0" tIns="0" rIns="0" bIns="0" rtlCol="0"/>
          <a:lstStyle>
            <a:lvl1pPr>
              <a:defRPr lang="it-IT" sz="4000" b="1" cap="all" spc="0" baseline="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5" name="Segnaposto numero diapositiva 14">
            <a:extLst>
              <a:ext uri="{FF2B5EF4-FFF2-40B4-BE49-F238E27FC236}">
                <a16:creationId xmlns:a16="http://schemas.microsoft.com/office/drawing/2014/main" id="{0F91A5DB-A2CA-1D70-9A06-3869A288C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2327440"/>
            <a:ext cx="4846320" cy="4040574"/>
          </a:xfrm>
        </p:spPr>
        <p:txBody>
          <a:bodyPr lIns="0" tIns="0" rIns="0" bIns="0" rtlCol="0">
            <a:normAutofit/>
          </a:bodyPr>
          <a:lstStyle>
            <a:lvl1pPr marL="0" indent="0">
              <a:spcAft>
                <a:spcPts val="0"/>
              </a:spcAft>
              <a:buNone/>
              <a:defRPr lang="it-IT" sz="1800"/>
            </a:lvl1pPr>
            <a:lvl2pPr marL="228600">
              <a:spcBef>
                <a:spcPts val="1200"/>
              </a:spcBef>
              <a:defRPr lang="it-IT" sz="1800"/>
            </a:lvl2pPr>
            <a:lvl3pPr marL="685800">
              <a:spcBef>
                <a:spcPts val="1200"/>
              </a:spcBef>
              <a:defRPr lang="it-IT" sz="1800"/>
            </a:lvl3pPr>
            <a:lvl4pPr marL="1143000">
              <a:spcBef>
                <a:spcPts val="1200"/>
              </a:spcBef>
              <a:defRPr lang="it-IT" sz="1800"/>
            </a:lvl4pPr>
            <a:lvl5pPr marL="1600200"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23402" y="2327441"/>
            <a:ext cx="4846320" cy="4040574"/>
          </a:xfrm>
        </p:spPr>
        <p:txBody>
          <a:bodyPr lIns="0" tIns="0" rIns="0" bIns="0" rtlCol="0">
            <a:normAutofit/>
          </a:bodyPr>
          <a:lstStyle>
            <a:lvl1pPr marL="0" indent="0">
              <a:spcAft>
                <a:spcPts val="0"/>
              </a:spcAft>
              <a:buNone/>
              <a:defRPr lang="it-IT" sz="1800"/>
            </a:lvl1pPr>
            <a:lvl2pPr marL="228600">
              <a:spcBef>
                <a:spcPts val="1200"/>
              </a:spcBef>
              <a:defRPr lang="it-IT" sz="1800"/>
            </a:lvl2pPr>
            <a:lvl3pPr marL="685800">
              <a:spcBef>
                <a:spcPts val="1200"/>
              </a:spcBef>
              <a:defRPr lang="it-IT" sz="1800"/>
            </a:lvl3pPr>
            <a:lvl4pPr marL="1143000">
              <a:spcBef>
                <a:spcPts val="1200"/>
              </a:spcBef>
              <a:defRPr lang="it-IT" sz="1800"/>
            </a:lvl4pPr>
            <a:lvl5pPr marL="1600200"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60F34ED-DA60-4CC2-B735-B0EC5D9FE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lemento grafico 15">
            <a:extLst>
              <a:ext uri="{FF2B5EF4-FFF2-40B4-BE49-F238E27FC236}">
                <a16:creationId xmlns:a16="http://schemas.microsoft.com/office/drawing/2014/main" id="{A9475260-301F-4744-B1DA-7B00F6FB43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4" name="Elemento grafico 16">
            <a:extLst>
              <a:ext uri="{FF2B5EF4-FFF2-40B4-BE49-F238E27FC236}">
                <a16:creationId xmlns:a16="http://schemas.microsoft.com/office/drawing/2014/main" id="{9BBD3F4B-0836-48C5-AC68-747456D1D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6" name="Elemento grafico 14">
            <a:extLst>
              <a:ext uri="{FF2B5EF4-FFF2-40B4-BE49-F238E27FC236}">
                <a16:creationId xmlns:a16="http://schemas.microsoft.com/office/drawing/2014/main" id="{9B4398D5-99F4-4F83-AA77-9B4177648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3" name="Segnaposto piè di pagina 12">
            <a:extLst>
              <a:ext uri="{FF2B5EF4-FFF2-40B4-BE49-F238E27FC236}">
                <a16:creationId xmlns:a16="http://schemas.microsoft.com/office/drawing/2014/main" id="{6D6A69CF-70D6-AB12-CD8B-FD75B7EE1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F9EFE408-BFE1-16DC-F7C6-47F55C171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992" y="0"/>
            <a:ext cx="5779008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5572" y="685800"/>
            <a:ext cx="4754880" cy="5670550"/>
          </a:xfrm>
        </p:spPr>
        <p:txBody>
          <a:bodyPr lIns="0" tIns="0" rIns="0" bIns="0" rtlCol="0" anchor="ctr" anchorCtr="0"/>
          <a:lstStyle>
            <a:lvl1pPr algn="l">
              <a:defRPr lang="it-IT" sz="4000" b="1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</a:p>
        </p:txBody>
      </p:sp>
      <p:sp>
        <p:nvSpPr>
          <p:cNvPr id="22" name="Segnaposto numero diapositiva 21">
            <a:extLst>
              <a:ext uri="{FF2B5EF4-FFF2-40B4-BE49-F238E27FC236}">
                <a16:creationId xmlns:a16="http://schemas.microsoft.com/office/drawing/2014/main" id="{4C0ED5DD-6381-0FFD-7B45-D21179A39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contenuto 5">
            <a:extLst>
              <a:ext uri="{FF2B5EF4-FFF2-40B4-BE49-F238E27FC236}">
                <a16:creationId xmlns:a16="http://schemas.microsoft.com/office/drawing/2014/main" id="{F042E432-AE48-385B-DEA1-32129394CE7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279526" y="1533524"/>
            <a:ext cx="4663440" cy="1895475"/>
          </a:xfrm>
        </p:spPr>
        <p:txBody>
          <a:bodyPr lIns="0" tIns="0" rIns="0" bIns="0" rtlCol="0" anchor="t" anchorCtr="0">
            <a:noAutofit/>
          </a:bodyPr>
          <a:lstStyle>
            <a:lvl1pPr marL="342900" indent="-512064">
              <a:spcBef>
                <a:spcPts val="1000"/>
              </a:spcBef>
              <a:buFont typeface="+mj-lt"/>
              <a:buAutoNum type="arabicPeriod"/>
              <a:defRPr lang="it-IT" sz="1800"/>
            </a:lvl1pPr>
            <a:lvl2pPr marL="1028700" indent="-342900">
              <a:spcBef>
                <a:spcPts val="1200"/>
              </a:spcBef>
              <a:buFont typeface="+mj-lt"/>
              <a:buAutoNum type="alphaLcPeriod"/>
              <a:defRPr lang="it-IT" sz="1800"/>
            </a:lvl2pPr>
            <a:lvl3pPr marL="1257300" indent="-342900">
              <a:spcBef>
                <a:spcPts val="1200"/>
              </a:spcBef>
              <a:buFont typeface="+mj-lt"/>
              <a:buAutoNum type="arabicParenR"/>
              <a:defRPr lang="it-IT" sz="1800"/>
            </a:lvl3pPr>
            <a:lvl4pPr marL="1714500" indent="-342900">
              <a:spcBef>
                <a:spcPts val="1200"/>
              </a:spcBef>
              <a:buFont typeface="+mj-lt"/>
              <a:buAutoNum type="alphaLcParenR"/>
              <a:defRPr lang="it-IT" sz="1800"/>
            </a:lvl4pPr>
            <a:lvl5pPr marL="2228850" indent="-400050">
              <a:spcBef>
                <a:spcPts val="1200"/>
              </a:spcBef>
              <a:buFont typeface="+mj-lt"/>
              <a:buAutoNum type="romanLcPeriod"/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7" name="Segnaposto contenuto 5">
            <a:extLst>
              <a:ext uri="{FF2B5EF4-FFF2-40B4-BE49-F238E27FC236}">
                <a16:creationId xmlns:a16="http://schemas.microsoft.com/office/drawing/2014/main" id="{DF111B2E-0535-57E2-FE92-620F9307A95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80160" y="3482974"/>
            <a:ext cx="4663440" cy="1190033"/>
          </a:xfrm>
        </p:spPr>
        <p:txBody>
          <a:bodyPr lIns="0" tIns="0" rIns="0" bIns="0" rtlCol="0" anchor="t" anchorCtr="0">
            <a:noAutofit/>
          </a:bodyPr>
          <a:lstStyle>
            <a:lvl1pPr marL="0" indent="0">
              <a:spcBef>
                <a:spcPts val="1200"/>
              </a:spcBef>
              <a:buNone/>
              <a:defRPr lang="it-IT" sz="1800"/>
            </a:lvl1pPr>
            <a:lvl2pPr marL="457200" indent="0">
              <a:spcBef>
                <a:spcPts val="1200"/>
              </a:spcBef>
              <a:buNone/>
              <a:defRPr lang="it-IT" sz="1600"/>
            </a:lvl2pPr>
            <a:lvl3pPr marL="914400" indent="0">
              <a:spcBef>
                <a:spcPts val="1200"/>
              </a:spcBef>
              <a:buNone/>
              <a:defRPr lang="it-IT" sz="1400"/>
            </a:lvl3pPr>
            <a:lvl4pPr marL="1371600" indent="0">
              <a:spcBef>
                <a:spcPts val="1200"/>
              </a:spcBef>
              <a:buNone/>
              <a:defRPr lang="it-IT" sz="1200"/>
            </a:lvl4pPr>
            <a:lvl5pPr marL="1828800" indent="0">
              <a:spcBef>
                <a:spcPts val="1200"/>
              </a:spcBef>
              <a:buNone/>
              <a:defRPr lang="it-IT" sz="1200"/>
            </a:lvl5pPr>
          </a:lstStyle>
          <a:p>
            <a:pPr lvl="0" rtl="0"/>
            <a:r>
              <a:rPr lang="it-IT"/>
              <a:t>Fare clic per inserire il testo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1280160" y="4692058"/>
            <a:ext cx="4663440" cy="1584918"/>
          </a:xfrm>
        </p:spPr>
        <p:txBody>
          <a:bodyPr lIns="0" tIns="0" rIns="0" bIns="0" rtlCol="0" anchor="t" anchorCtr="0">
            <a:noAutofit/>
          </a:bodyPr>
          <a:lstStyle>
            <a:lvl1pPr>
              <a:spcBef>
                <a:spcPts val="1200"/>
              </a:spcBef>
              <a:defRPr lang="it-IT" sz="1800"/>
            </a:lvl1pPr>
            <a:lvl2pPr>
              <a:spcBef>
                <a:spcPts val="1200"/>
              </a:spcBef>
              <a:defRPr lang="it-IT" sz="1600"/>
            </a:lvl2pPr>
            <a:lvl3pPr>
              <a:spcBef>
                <a:spcPts val="1200"/>
              </a:spcBef>
              <a:defRPr lang="it-IT" sz="1400"/>
            </a:lvl3pPr>
            <a:lvl4pPr>
              <a:spcBef>
                <a:spcPts val="1200"/>
              </a:spcBef>
              <a:defRPr lang="it-IT" sz="1200"/>
            </a:lvl4pPr>
            <a:lvl5pPr>
              <a:spcBef>
                <a:spcPts val="1200"/>
              </a:spcBef>
              <a:defRPr lang="it-IT" sz="12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21" name="Segnaposto piè di pagina 20">
            <a:extLst>
              <a:ext uri="{FF2B5EF4-FFF2-40B4-BE49-F238E27FC236}">
                <a16:creationId xmlns:a16="http://schemas.microsoft.com/office/drawing/2014/main" id="{34C23E1A-9E5E-DA12-8E11-83F486766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E3FE6E42-6A8F-C459-87EE-E2A5BAFA8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20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60" y="301752"/>
            <a:ext cx="4663438" cy="2441448"/>
          </a:xfrm>
        </p:spPr>
        <p:txBody>
          <a:bodyPr lIns="0" tIns="0" rIns="0" bIns="0" rtlCol="0" anchor="ctr" anchorCtr="0"/>
          <a:lstStyle>
            <a:lvl1pPr algn="l">
              <a:lnSpc>
                <a:spcPts val="4000"/>
              </a:lnSpc>
              <a:spcBef>
                <a:spcPts val="1000"/>
              </a:spcBef>
              <a:defRPr lang="it-IT" sz="4000" b="1" i="0" cap="all" spc="0" baseline="0"/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 rtlCol="0"/>
          <a:lstStyle>
            <a:lvl1pPr>
              <a:defRPr lang="it-IT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8" name="Segnaposto testo 4">
            <a:extLst>
              <a:ext uri="{FF2B5EF4-FFF2-40B4-BE49-F238E27FC236}">
                <a16:creationId xmlns:a16="http://schemas.microsoft.com/office/drawing/2014/main" id="{9FB40175-FA51-DA14-A5B2-CD06DE6ECC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0161" y="2777067"/>
            <a:ext cx="4663440" cy="3550581"/>
          </a:xfrm>
        </p:spPr>
        <p:txBody>
          <a:bodyPr lIns="0" tIns="0" rIns="0" bIns="0" rtlCol="0">
            <a:noAutofit/>
          </a:bodyPr>
          <a:lstStyle>
            <a:lvl1pPr marL="0" indent="0">
              <a:lnSpc>
                <a:spcPct val="110000"/>
              </a:lnSpc>
              <a:buNone/>
              <a:defRPr lang="it-IT" sz="1800"/>
            </a:lvl1pPr>
            <a:lvl2pPr marL="228600">
              <a:lnSpc>
                <a:spcPct val="110000"/>
              </a:lnSpc>
              <a:defRPr lang="it-IT" sz="1600"/>
            </a:lvl2pPr>
            <a:lvl3pPr marL="457200">
              <a:lnSpc>
                <a:spcPct val="110000"/>
              </a:lnSpc>
              <a:defRPr lang="it-IT" sz="1400"/>
            </a:lvl3pPr>
            <a:lvl4pPr marL="685800">
              <a:lnSpc>
                <a:spcPct val="110000"/>
              </a:lnSpc>
              <a:defRPr lang="it-IT" sz="1200"/>
            </a:lvl4pPr>
            <a:lvl5pPr marL="914400">
              <a:lnSpc>
                <a:spcPct val="110000"/>
              </a:lnSpc>
              <a:defRPr lang="it-IT" sz="1200"/>
            </a:lvl5pPr>
          </a:lstStyle>
          <a:p>
            <a:pPr lvl="0" rtl="0"/>
            <a:r>
              <a:rPr lang="it-IT"/>
              <a:t>Fare clic per modificare gli stili del testo dello schema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515930B2-E36D-4D05-A6B3-CA1BF61D50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089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13" name="Segnaposto immagine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695553" y="301752"/>
            <a:ext cx="5221224" cy="6263640"/>
          </a:xfrm>
        </p:spPr>
        <p:txBody>
          <a:bodyPr tIns="914400" rtlCol="0" anchor="t" anchorCtr="0"/>
          <a:lstStyle>
            <a:lvl1pPr algn="ctr">
              <a:buNone/>
              <a:defRPr lang="it-IT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10" name="Segnaposto piè di pagina 8">
            <a:extLst>
              <a:ext uri="{FF2B5EF4-FFF2-40B4-BE49-F238E27FC236}">
                <a16:creationId xmlns:a16="http://schemas.microsoft.com/office/drawing/2014/main" id="{7A4AE671-C203-0370-2888-FC8F7D444D1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434825" cy="365125"/>
          </a:xfrm>
        </p:spPr>
        <p:txBody>
          <a:bodyPr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3" name="Connettore diritto 2">
            <a:extLst>
              <a:ext uri="{FF2B5EF4-FFF2-40B4-BE49-F238E27FC236}">
                <a16:creationId xmlns:a16="http://schemas.microsoft.com/office/drawing/2014/main" id="{1792BFA8-57AD-0B5C-2534-1E862B58D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5127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807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immag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59" y="640080"/>
            <a:ext cx="4815836" cy="2103120"/>
          </a:xfrm>
        </p:spPr>
        <p:txBody>
          <a:bodyPr lIns="0" tIns="0" rIns="0" bIns="0" rtlCol="0" anchor="ctr" anchorCtr="0"/>
          <a:lstStyle>
            <a:lvl1pPr algn="l">
              <a:defRPr lang="it-IT" sz="4000" b="1" cap="all" spc="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6" name="Segnaposto numero diapositiva 15">
            <a:extLst>
              <a:ext uri="{FF2B5EF4-FFF2-40B4-BE49-F238E27FC236}">
                <a16:creationId xmlns:a16="http://schemas.microsoft.com/office/drawing/2014/main" id="{6183E8BD-29F0-8F9F-FC7D-73F8067BCDD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>
            <a:lvl1pPr>
              <a:defRPr lang="it-IT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15" name="Segnaposto contenuto 2">
            <a:extLst>
              <a:ext uri="{FF2B5EF4-FFF2-40B4-BE49-F238E27FC236}">
                <a16:creationId xmlns:a16="http://schemas.microsoft.com/office/drawing/2014/main" id="{5C983CA3-739C-6C20-AFE0-0997370354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31427" y="640080"/>
            <a:ext cx="5122889" cy="2103120"/>
          </a:xfrm>
        </p:spPr>
        <p:txBody>
          <a:bodyPr lIns="0" tIns="0" rIns="0" bIns="0" rtlCol="0" anchor="ctr" anchorCtr="0">
            <a:normAutofit/>
          </a:bodyPr>
          <a:lstStyle>
            <a:lvl1pPr marL="0" indent="0">
              <a:lnSpc>
                <a:spcPct val="110000"/>
              </a:lnSpc>
              <a:buNone/>
              <a:defRPr lang="it-IT" sz="1800">
                <a:solidFill>
                  <a:schemeClr val="tx1"/>
                </a:solidFill>
              </a:defRPr>
            </a:lvl1pPr>
            <a:lvl2pPr marL="228600">
              <a:lnSpc>
                <a:spcPct val="100000"/>
              </a:lnSpc>
              <a:defRPr lang="it-IT" sz="1600">
                <a:solidFill>
                  <a:schemeClr val="tx1"/>
                </a:solidFill>
              </a:defRPr>
            </a:lvl2pPr>
            <a:lvl3pPr marL="457200">
              <a:lnSpc>
                <a:spcPct val="100000"/>
              </a:lnSpc>
              <a:defRPr lang="it-IT" sz="1400">
                <a:solidFill>
                  <a:schemeClr val="tx1"/>
                </a:solidFill>
              </a:defRPr>
            </a:lvl3pPr>
            <a:lvl4pPr marL="685800">
              <a:lnSpc>
                <a:spcPct val="100000"/>
              </a:lnSpc>
              <a:defRPr lang="it-IT" sz="1200">
                <a:solidFill>
                  <a:schemeClr val="tx1"/>
                </a:solidFill>
              </a:defRPr>
            </a:lvl4pPr>
            <a:lvl5pPr>
              <a:defRPr lang="it-IT" sz="14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4BC9F29C-BBE9-AFB4-AFC6-30BCA4EB2A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egnaposto contenuto 2">
            <a:extLst>
              <a:ext uri="{FF2B5EF4-FFF2-40B4-BE49-F238E27FC236}">
                <a16:creationId xmlns:a16="http://schemas.microsoft.com/office/drawing/2014/main" id="{CBC4D286-C480-B4CF-4406-CACC323F9FAD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1280160" y="3017520"/>
            <a:ext cx="10374152" cy="3208866"/>
          </a:xfrm>
        </p:spPr>
        <p:txBody>
          <a:bodyPr rtlCol="0"/>
          <a:lstStyle>
            <a:defPPr>
              <a:defRPr lang="it-IT"/>
            </a:def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14" name="Segnaposto piè di pagina 13">
            <a:extLst>
              <a:ext uri="{FF2B5EF4-FFF2-40B4-BE49-F238E27FC236}">
                <a16:creationId xmlns:a16="http://schemas.microsoft.com/office/drawing/2014/main" id="{0BEE2817-4518-D59A-BD13-29A3D4FE64F0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539516" y="6356350"/>
            <a:ext cx="4114800" cy="365125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68905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0159" y="4970638"/>
            <a:ext cx="9144000" cy="1280160"/>
          </a:xfrm>
        </p:spPr>
        <p:txBody>
          <a:bodyPr lIns="0" tIns="0" rIns="0" bIns="0" rtlCol="0" anchor="b" anchorCtr="0"/>
          <a:lstStyle>
            <a:lvl1pPr algn="l">
              <a:defRPr lang="it-IT" sz="4000" b="1" cap="all" spc="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</a:p>
        </p:txBody>
      </p:sp>
      <p:sp>
        <p:nvSpPr>
          <p:cNvPr id="22" name="Segnaposto numero diapositiva 21">
            <a:extLst>
              <a:ext uri="{FF2B5EF4-FFF2-40B4-BE49-F238E27FC236}">
                <a16:creationId xmlns:a16="http://schemas.microsoft.com/office/drawing/2014/main" id="{F0626849-9D2D-3C95-8C10-FA8F325F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685800"/>
            <a:ext cx="4937760" cy="4023360"/>
          </a:xfrm>
        </p:spPr>
        <p:txBody>
          <a:bodyPr lIns="0" tIns="0" rIns="0" bIns="0" rtlCol="0">
            <a:noAutofit/>
          </a:bodyPr>
          <a:lstStyle>
            <a:lvl1pPr marL="0" indent="0">
              <a:spcBef>
                <a:spcPts val="1200"/>
              </a:spcBef>
              <a:buNone/>
              <a:defRPr lang="it-IT" sz="1800"/>
            </a:lvl1pPr>
            <a:lvl2pPr marL="457200">
              <a:spcBef>
                <a:spcPts val="1200"/>
              </a:spcBef>
              <a:defRPr lang="it-IT" sz="1800"/>
            </a:lvl2pPr>
            <a:lvl3pPr marL="914400">
              <a:spcBef>
                <a:spcPts val="1200"/>
              </a:spcBef>
              <a:defRPr lang="it-IT" sz="1800"/>
            </a:lvl3pPr>
            <a:lvl4pPr marL="1371600">
              <a:spcBef>
                <a:spcPts val="1200"/>
              </a:spcBef>
              <a:defRPr lang="it-IT" sz="1800"/>
            </a:lvl4pPr>
            <a:lvl5pPr marL="1828800"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04755" y="685800"/>
            <a:ext cx="4937760" cy="4023360"/>
          </a:xfrm>
        </p:spPr>
        <p:txBody>
          <a:bodyPr lIns="0" tIns="0" rIns="0" bIns="0" rtlCol="0">
            <a:noAutofit/>
          </a:bodyPr>
          <a:lstStyle>
            <a:lvl1pPr>
              <a:spcBef>
                <a:spcPts val="1200"/>
              </a:spcBef>
              <a:defRPr lang="it-IT" sz="1800"/>
            </a:lvl1pPr>
            <a:lvl2pPr>
              <a:spcBef>
                <a:spcPts val="1200"/>
              </a:spcBef>
              <a:defRPr lang="it-IT" sz="1800"/>
            </a:lvl2pPr>
            <a:lvl3pPr>
              <a:spcBef>
                <a:spcPts val="1200"/>
              </a:spcBef>
              <a:defRPr lang="it-IT" sz="1800"/>
            </a:lvl3pPr>
            <a:lvl4pPr>
              <a:spcBef>
                <a:spcPts val="1200"/>
              </a:spcBef>
              <a:defRPr lang="it-IT" sz="1800"/>
            </a:lvl4pPr>
            <a:lvl5pPr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4717D91C-F78C-0E4C-FB27-7112AB840A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22570" y="5680647"/>
            <a:ext cx="465456" cy="581432"/>
            <a:chOff x="7843462" y="2744546"/>
            <a:chExt cx="465456" cy="581432"/>
          </a:xfrm>
        </p:grpSpPr>
        <p:sp>
          <p:nvSpPr>
            <p:cNvPr id="15" name="Elemento grafico 12">
              <a:extLst>
                <a:ext uri="{FF2B5EF4-FFF2-40B4-BE49-F238E27FC236}">
                  <a16:creationId xmlns:a16="http://schemas.microsoft.com/office/drawing/2014/main" id="{CC935CF3-75DF-0DC7-1B2A-E0E0205DF64B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7" name="Elemento grafico 13">
              <a:extLst>
                <a:ext uri="{FF2B5EF4-FFF2-40B4-BE49-F238E27FC236}">
                  <a16:creationId xmlns:a16="http://schemas.microsoft.com/office/drawing/2014/main" id="{D5782BEB-6319-DEC1-F9ED-BA9201C6B9B7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8" name="Elemento grafico 15">
              <a:extLst>
                <a:ext uri="{FF2B5EF4-FFF2-40B4-BE49-F238E27FC236}">
                  <a16:creationId xmlns:a16="http://schemas.microsoft.com/office/drawing/2014/main" id="{6E59DFAF-9794-BD12-D89A-422FFFFCE023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21" name="Segnaposto piè di pagina 20">
            <a:extLst>
              <a:ext uri="{FF2B5EF4-FFF2-40B4-BE49-F238E27FC236}">
                <a16:creationId xmlns:a16="http://schemas.microsoft.com/office/drawing/2014/main" id="{36444A47-BCB3-5C86-F2B8-25092BE8D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C648C53D-49AB-C003-70E8-5117AF079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A96BC1DE-6696-3408-564E-2D73B126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5400000">
            <a:off x="10711518" y="5393214"/>
            <a:ext cx="1097341" cy="736658"/>
            <a:chOff x="10508317" y="446637"/>
            <a:chExt cx="1097341" cy="736658"/>
          </a:xfrm>
        </p:grpSpPr>
        <p:sp>
          <p:nvSpPr>
            <p:cNvPr id="25" name="Elemento grafico 15">
              <a:extLst>
                <a:ext uri="{FF2B5EF4-FFF2-40B4-BE49-F238E27FC236}">
                  <a16:creationId xmlns:a16="http://schemas.microsoft.com/office/drawing/2014/main" id="{268EB1E4-29D6-C3F5-BCBB-FB7E7EE5C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08317" y="492206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6" name="Elemento grafico 16">
              <a:extLst>
                <a:ext uri="{FF2B5EF4-FFF2-40B4-BE49-F238E27FC236}">
                  <a16:creationId xmlns:a16="http://schemas.microsoft.com/office/drawing/2014/main" id="{09524D46-140F-2F4F-430B-F59815A07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477944" y="1055581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2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7" name="Elemento grafico 14">
              <a:extLst>
                <a:ext uri="{FF2B5EF4-FFF2-40B4-BE49-F238E27FC236}">
                  <a16:creationId xmlns:a16="http://schemas.microsoft.com/office/drawing/2014/main" id="{AC75143B-C717-8D04-743C-B40FB5EFB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41555" y="446637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</p:spTree>
    <p:extLst>
      <p:ext uri="{BB962C8B-B14F-4D97-AF65-F5344CB8AC3E}">
        <p14:creationId xmlns:p14="http://schemas.microsoft.com/office/powerpoint/2010/main" val="34873764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40080"/>
            <a:ext cx="10087699" cy="1280160"/>
          </a:xfrm>
        </p:spPr>
        <p:txBody>
          <a:bodyPr lIns="0" tIns="0" rIns="0" bIns="0" rtlCol="0" anchor="b" anchorCtr="0"/>
          <a:lstStyle>
            <a:lvl1pPr>
              <a:defRPr lang="it-IT" sz="4000" b="1" cap="all" baseline="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0" name="Segnaposto numero diapositiva 9">
            <a:extLst>
              <a:ext uri="{FF2B5EF4-FFF2-40B4-BE49-F238E27FC236}">
                <a16:creationId xmlns:a16="http://schemas.microsoft.com/office/drawing/2014/main" id="{116B8DF0-B7E6-5032-C3C7-E457E793B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280160" y="2103119"/>
            <a:ext cx="10087699" cy="4114800"/>
          </a:xfrm>
        </p:spPr>
        <p:txBody>
          <a:bodyPr lIns="0" tIns="0" rIns="0" bIns="0" rtlCol="0"/>
          <a:lstStyle>
            <a:defPPr>
              <a:defRPr lang="it-IT"/>
            </a:def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5C05CAAB-DBA2-4548-AD5F-01BB97FBB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egnaposto piè di pagina 8">
            <a:extLst>
              <a:ext uri="{FF2B5EF4-FFF2-40B4-BE49-F238E27FC236}">
                <a16:creationId xmlns:a16="http://schemas.microsoft.com/office/drawing/2014/main" id="{DC5F4D40-ADE4-5EEB-436C-8563A49C5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lle immagine e titolo 1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97" y="585216"/>
            <a:ext cx="8965094" cy="2276856"/>
          </a:xfrm>
        </p:spPr>
        <p:txBody>
          <a:bodyPr lIns="0" tIns="0" rIns="0" rtlCol="0" anchor="b"/>
          <a:lstStyle>
            <a:lvl1pPr algn="r">
              <a:lnSpc>
                <a:spcPts val="4800"/>
              </a:lnSpc>
              <a:defRPr lang="it-IT" sz="4800" b="1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7" name="Segnaposto immagine 14">
            <a:extLst>
              <a:ext uri="{FF2B5EF4-FFF2-40B4-BE49-F238E27FC236}">
                <a16:creationId xmlns:a16="http://schemas.microsoft.com/office/drawing/2014/main" id="{FC9B12A4-113B-B3F6-5926-5C2A6F504AB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371606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it-IT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16" name="Segnaposto testo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40609" y="3127248"/>
            <a:ext cx="6117381" cy="3017520"/>
          </a:xfrm>
        </p:spPr>
        <p:txBody>
          <a:bodyPr lIns="0" tIns="0" rIns="0" bIns="0" rtlCol="0">
            <a:normAutofit/>
          </a:bodyPr>
          <a:lstStyle>
            <a:lvl1pPr marL="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it-IT"/>
              <a:t>Fare clic per inserire il testo</a:t>
            </a:r>
          </a:p>
        </p:txBody>
      </p:sp>
      <p:grpSp>
        <p:nvGrpSpPr>
          <p:cNvPr id="3" name="Gruppo 2">
            <a:extLst>
              <a:ext uri="{FF2B5EF4-FFF2-40B4-BE49-F238E27FC236}">
                <a16:creationId xmlns:a16="http://schemas.microsoft.com/office/drawing/2014/main" id="{8AF51D36-DB19-27CD-47E0-A4261648DA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8614240">
            <a:off x="3975343" y="2819532"/>
            <a:ext cx="465456" cy="581432"/>
            <a:chOff x="7843462" y="2744546"/>
            <a:chExt cx="465456" cy="581432"/>
          </a:xfrm>
        </p:grpSpPr>
        <p:sp>
          <p:nvSpPr>
            <p:cNvPr id="4" name="Elemento grafico 12">
              <a:extLst>
                <a:ext uri="{FF2B5EF4-FFF2-40B4-BE49-F238E27FC236}">
                  <a16:creationId xmlns:a16="http://schemas.microsoft.com/office/drawing/2014/main" id="{3EFED0E0-17D4-C5B0-09D0-B43338A856B3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5" name="Elemento grafico 13">
              <a:extLst>
                <a:ext uri="{FF2B5EF4-FFF2-40B4-BE49-F238E27FC236}">
                  <a16:creationId xmlns:a16="http://schemas.microsoft.com/office/drawing/2014/main" id="{8F798BBE-9B6F-700D-08A1-09ABC5388CCE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6" name="Elemento grafico 15">
              <a:extLst>
                <a:ext uri="{FF2B5EF4-FFF2-40B4-BE49-F238E27FC236}">
                  <a16:creationId xmlns:a16="http://schemas.microsoft.com/office/drawing/2014/main" id="{4AE2D1C5-9D85-9049-690C-3AFCE7E2DA56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cxnSp>
        <p:nvCxnSpPr>
          <p:cNvPr id="13" name="Connettore diritto 12">
            <a:extLst>
              <a:ext uri="{FF2B5EF4-FFF2-40B4-BE49-F238E27FC236}">
                <a16:creationId xmlns:a16="http://schemas.microsoft.com/office/drawing/2014/main" id="{9D0FE75D-ACD3-655E-58A7-8F2C18276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93626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36525"/>
            <a:ext cx="10515600" cy="1509713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39000" y="6356350"/>
            <a:ext cx="4114800" cy="365125"/>
          </a:xfrm>
          <a:prstGeom prst="rect">
            <a:avLst/>
          </a:prstGeom>
        </p:spPr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t>‹N›</a:t>
            </a:fld>
            <a:endParaRPr lang="it-IT" dirty="0"/>
          </a:p>
        </p:txBody>
      </p:sp>
      <p:cxnSp>
        <p:nvCxnSpPr>
          <p:cNvPr id="3" name="Connettore diritto 2">
            <a:extLst>
              <a:ext uri="{FF2B5EF4-FFF2-40B4-BE49-F238E27FC236}">
                <a16:creationId xmlns:a16="http://schemas.microsoft.com/office/drawing/2014/main" id="{B5B2B208-F5B9-0151-C982-A389CB0B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ttore diritto 1">
            <a:extLst>
              <a:ext uri="{FF2B5EF4-FFF2-40B4-BE49-F238E27FC236}">
                <a16:creationId xmlns:a16="http://schemas.microsoft.com/office/drawing/2014/main" id="{20EEA6CA-DE1E-18ED-E69E-54A1372FE2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2F973C81-5E94-41F6-CE15-3B4763B3A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2C835B5C-F994-9D57-3118-919EE90F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394" y="1"/>
            <a:ext cx="9918405" cy="164623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defPPr>
              <a:defRPr lang="it-IT"/>
            </a:defPPr>
          </a:lstStyle>
          <a:p>
            <a:pPr rtl="0"/>
            <a:r>
              <a:rPr lang="it-IT"/>
              <a:t>Fare clic per modificare lo stile del titolo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5394" y="1825625"/>
            <a:ext cx="991840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it-IT"/>
            </a:defPPr>
          </a:lstStyle>
          <a:p>
            <a:pPr lvl="0" rtl="0"/>
            <a:r>
              <a:rPr lang="it-IT"/>
              <a:t>Fare clic per modificare lo stile del titolo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6121" y="726630"/>
            <a:ext cx="520991" cy="517379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ctr">
              <a:defRPr lang="it-IT" sz="1800" b="1" i="0" cap="all" spc="100" baseline="0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1EF1C86-6A9C-D287-D381-5634A69BF1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35394" y="6356350"/>
            <a:ext cx="27432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lang="it-IT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it-IT"/>
              <a:t>20XX</a:t>
            </a:r>
            <a:endParaRPr lang="it-IT" dirty="0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21B8477-3F24-EDCB-C8AC-8433636391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8999" y="6356350"/>
            <a:ext cx="4114800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lang="it-IT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7" r:id="rId2"/>
    <p:sldLayoutId id="2147483728" r:id="rId3"/>
    <p:sldLayoutId id="2147483729" r:id="rId4"/>
    <p:sldLayoutId id="2147483710" r:id="rId5"/>
    <p:sldLayoutId id="2147483727" r:id="rId6"/>
    <p:sldLayoutId id="2147483701" r:id="rId7"/>
    <p:sldLayoutId id="2147483721" r:id="rId8"/>
    <p:sldLayoutId id="2147483720" r:id="rId9"/>
    <p:sldLayoutId id="2147483730" r:id="rId10"/>
    <p:sldLayoutId id="2147483722" r:id="rId11"/>
    <p:sldLayoutId id="2147483698" r:id="rId12"/>
    <p:sldLayoutId id="2147483732" r:id="rId13"/>
    <p:sldLayoutId id="2147483702" r:id="rId14"/>
    <p:sldLayoutId id="2147483703" r:id="rId15"/>
  </p:sldLayoutIdLst>
  <p:hf sldNum="0" hdr="0" ftr="0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lang="it-IT"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it-IT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70.png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6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6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7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Galassia</a:t>
            </a:r>
          </a:p>
        </p:txBody>
      </p:sp>
    </p:spTree>
    <p:extLst>
      <p:ext uri="{BB962C8B-B14F-4D97-AF65-F5344CB8AC3E}">
        <p14:creationId xmlns:p14="http://schemas.microsoft.com/office/powerpoint/2010/main" val="2955403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267CB22D-116D-25D3-E318-80BA29ED4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488" y="373024"/>
            <a:ext cx="3732055" cy="2346776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4E5AECE6-7563-4D67-379D-49B1D060F2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19" y="478338"/>
            <a:ext cx="5002160" cy="2171669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7EC87902-E6C7-E297-2280-6DB539A6BE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668" y="2946579"/>
            <a:ext cx="4825625" cy="2365009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A2F760F4-707F-0E7A-425F-D02A20ECEB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3004" y="2861860"/>
            <a:ext cx="5002160" cy="2451528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746A2030-C923-E639-0F39-6A3448117E58}"/>
              </a:ext>
            </a:extLst>
          </p:cNvPr>
          <p:cNvSpPr txBox="1"/>
          <p:nvPr/>
        </p:nvSpPr>
        <p:spPr>
          <a:xfrm>
            <a:off x="2658035" y="5629835"/>
            <a:ext cx="2052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rc</a:t>
            </a:r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5B30E833-85D4-D80A-1980-BCC79DCC04A6}"/>
              </a:ext>
            </a:extLst>
          </p:cNvPr>
          <p:cNvSpPr txBox="1"/>
          <p:nvPr/>
        </p:nvSpPr>
        <p:spPr>
          <a:xfrm>
            <a:off x="8180294" y="5629835"/>
            <a:ext cx="1353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rl</a:t>
            </a:r>
            <a:endParaRPr lang="it-IT" dirty="0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031C5D9B-1F68-B46A-4322-570059F70909}"/>
              </a:ext>
            </a:extLst>
          </p:cNvPr>
          <p:cNvSpPr txBox="1"/>
          <p:nvPr/>
        </p:nvSpPr>
        <p:spPr>
          <a:xfrm>
            <a:off x="4710953" y="5948082"/>
            <a:ext cx="260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Possiamo usare C o L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A36C023-FF81-0C84-30F8-2D6E65BED978}"/>
              </a:ext>
            </a:extLst>
          </p:cNvPr>
          <p:cNvSpPr txBox="1"/>
          <p:nvPr/>
        </p:nvSpPr>
        <p:spPr>
          <a:xfrm>
            <a:off x="5867400" y="3285566"/>
            <a:ext cx="1044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F=1k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18C9A5F-299E-7B0E-BB2D-9EBBCE18D1DA}"/>
              </a:ext>
            </a:extLst>
          </p:cNvPr>
          <p:cNvSpPr txBox="1"/>
          <p:nvPr/>
        </p:nvSpPr>
        <p:spPr>
          <a:xfrm>
            <a:off x="5230906" y="551329"/>
            <a:ext cx="1353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Fc</a:t>
            </a:r>
            <a:r>
              <a:rPr lang="it-IT" dirty="0"/>
              <a:t>=159</a:t>
            </a:r>
          </a:p>
        </p:txBody>
      </p:sp>
    </p:spTree>
    <p:extLst>
      <p:ext uri="{BB962C8B-B14F-4D97-AF65-F5344CB8AC3E}">
        <p14:creationId xmlns:p14="http://schemas.microsoft.com/office/powerpoint/2010/main" val="3348445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D9B02E57-8E2B-AB1A-CDAF-3ECB2761DACB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142811" y="1014791"/>
            <a:ext cx="10022920" cy="492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0407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102BF083-F62E-9F96-742E-C931A7186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430" y="173861"/>
            <a:ext cx="4943619" cy="2422837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6397D0AC-E469-7E49-D2D0-10E968F89BD8}"/>
              </a:ext>
            </a:extLst>
          </p:cNvPr>
          <p:cNvSpPr txBox="1"/>
          <p:nvPr/>
        </p:nvSpPr>
        <p:spPr>
          <a:xfrm>
            <a:off x="6710082" y="645459"/>
            <a:ext cx="295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F=3K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8DAAE7EC-F8C3-8C2B-2077-2C500CA177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9188" y="3295076"/>
            <a:ext cx="4567518" cy="2238512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E2BA6DB9-8FB5-663E-BBD2-255F16AB9F63}"/>
              </a:ext>
            </a:extLst>
          </p:cNvPr>
          <p:cNvSpPr txBox="1"/>
          <p:nvPr/>
        </p:nvSpPr>
        <p:spPr>
          <a:xfrm>
            <a:off x="6154271" y="3760694"/>
            <a:ext cx="295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F=10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A1FC47F6-4F68-A93C-8B6A-0F5BBBFCEB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6676" y="1290917"/>
            <a:ext cx="4943617" cy="2422836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02C1BA3-76FC-7BBF-EF5A-AC415618F6F6}"/>
              </a:ext>
            </a:extLst>
          </p:cNvPr>
          <p:cNvSpPr txBox="1"/>
          <p:nvPr/>
        </p:nvSpPr>
        <p:spPr>
          <a:xfrm>
            <a:off x="9518484" y="3945360"/>
            <a:ext cx="295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F=250</a:t>
            </a:r>
          </a:p>
        </p:txBody>
      </p:sp>
    </p:spTree>
    <p:extLst>
      <p:ext uri="{BB962C8B-B14F-4D97-AF65-F5344CB8AC3E}">
        <p14:creationId xmlns:p14="http://schemas.microsoft.com/office/powerpoint/2010/main" val="10457028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49CDA789-E068-4F1E-2A0B-D9B5A5C9C3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142" y="262222"/>
            <a:ext cx="4129630" cy="2023906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B9666D51-F274-786F-2DAD-5995F253B217}"/>
              </a:ext>
            </a:extLst>
          </p:cNvPr>
          <p:cNvSpPr txBox="1"/>
          <p:nvPr/>
        </p:nvSpPr>
        <p:spPr>
          <a:xfrm>
            <a:off x="5876365" y="519953"/>
            <a:ext cx="3249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F=159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FC8C2EC6-5946-A3A5-A502-B37967846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9980" y="353096"/>
            <a:ext cx="4116567" cy="2034157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CBA0FE34-39C2-914D-D8BF-AFCA7E3D9A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6918" y="2548440"/>
            <a:ext cx="4129630" cy="2034157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1A25D485-2F1C-2A5E-8BCC-EE80D92234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603" y="2596277"/>
            <a:ext cx="1439262" cy="193848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1746A639-DA86-05B5-C4CE-20A1189F8C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88544" y="2581559"/>
            <a:ext cx="1626679" cy="2034157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A050194C-A5C1-07E6-D990-3DDB867096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94722" y="2485760"/>
            <a:ext cx="1656195" cy="215951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8EC09AC7-5376-31BE-C255-1A1C189EF18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118" t="37569" r="70572" b="46276"/>
          <a:stretch>
            <a:fillRect/>
          </a:stretch>
        </p:blipFill>
        <p:spPr>
          <a:xfrm>
            <a:off x="2448179" y="4911148"/>
            <a:ext cx="2513610" cy="1768472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4D1A8838-669C-030E-B508-18D69FEA1B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4322" t="12854" r="44322" b="71272"/>
          <a:stretch>
            <a:fillRect/>
          </a:stretch>
        </p:blipFill>
        <p:spPr>
          <a:xfrm>
            <a:off x="5988341" y="4848948"/>
            <a:ext cx="2513610" cy="1736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9070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49A18F8C-FAD8-7664-B862-98A0BDA3B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187" y="885316"/>
            <a:ext cx="3315158" cy="1624738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64C24CDA-0EC7-95A5-305C-436491148B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9358" y="306782"/>
            <a:ext cx="6018294" cy="2949528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03C2B78E-7F6F-CFCE-BDD4-EE82236F3671}"/>
              </a:ext>
            </a:extLst>
          </p:cNvPr>
          <p:cNvSpPr txBox="1"/>
          <p:nvPr/>
        </p:nvSpPr>
        <p:spPr>
          <a:xfrm>
            <a:off x="4890247" y="3504329"/>
            <a:ext cx="15867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Bode </a:t>
            </a:r>
            <a:r>
              <a:rPr lang="it-IT" dirty="0" err="1"/>
              <a:t>fc</a:t>
            </a:r>
            <a:r>
              <a:rPr lang="it-IT" dirty="0"/>
              <a:t>=159</a:t>
            </a:r>
            <a:br>
              <a:rPr lang="it-IT" dirty="0"/>
            </a:br>
            <a:r>
              <a:rPr lang="it-IT" dirty="0"/>
              <a:t>RC e RL</a:t>
            </a:r>
          </a:p>
        </p:txBody>
      </p:sp>
    </p:spTree>
    <p:extLst>
      <p:ext uri="{BB962C8B-B14F-4D97-AF65-F5344CB8AC3E}">
        <p14:creationId xmlns:p14="http://schemas.microsoft.com/office/powerpoint/2010/main" val="20729605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D97AF2CD-0363-C3CE-205A-888A59FE02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305" y="347258"/>
            <a:ext cx="4486977" cy="219904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9C4931D7-3CCC-C3A7-D312-42DFA9F690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882" y="434349"/>
            <a:ext cx="4737846" cy="2321989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E935ED68-7D4A-20DB-CA77-F2459B3886FC}"/>
              </a:ext>
            </a:extLst>
          </p:cNvPr>
          <p:cNvSpPr txBox="1"/>
          <p:nvPr/>
        </p:nvSpPr>
        <p:spPr>
          <a:xfrm>
            <a:off x="3357282" y="3778624"/>
            <a:ext cx="5212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FC con variazione di R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D4A68E2-88B4-57C6-FEA0-C0D23FF696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5188" y="3059668"/>
            <a:ext cx="3657397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5282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8506D6F-D117-8AA1-FBB8-5B1BFB659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235" y="374152"/>
            <a:ext cx="4957483" cy="2429632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11B7447B-2330-53A9-4042-294B5FDC5C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6355" y="406662"/>
            <a:ext cx="4891148" cy="2397122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6A3A82BD-DCD5-DF0E-8510-B3B9428E1C4A}"/>
              </a:ext>
            </a:extLst>
          </p:cNvPr>
          <p:cNvSpPr txBox="1"/>
          <p:nvPr/>
        </p:nvSpPr>
        <p:spPr>
          <a:xfrm>
            <a:off x="3357282" y="3778624"/>
            <a:ext cx="5212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FC con variazione di c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5369304-E3FF-66BC-4BA7-E54443D65F6B}"/>
              </a:ext>
            </a:extLst>
          </p:cNvPr>
          <p:cNvSpPr txBox="1"/>
          <p:nvPr/>
        </p:nvSpPr>
        <p:spPr>
          <a:xfrm>
            <a:off x="3043518" y="4737847"/>
            <a:ext cx="6118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Conviene </a:t>
            </a:r>
            <a:r>
              <a:rPr lang="it-IT" dirty="0" err="1"/>
              <a:t>cambiuare</a:t>
            </a:r>
            <a:r>
              <a:rPr lang="it-IT" dirty="0"/>
              <a:t> R piuttosto che C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D3540F8E-8B44-68C1-BA41-1EA0A1C081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2495" y="3222811"/>
            <a:ext cx="3395065" cy="2604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3676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magine 5">
            <a:extLst>
              <a:ext uri="{FF2B5EF4-FFF2-40B4-BE49-F238E27FC236}">
                <a16:creationId xmlns:a16="http://schemas.microsoft.com/office/drawing/2014/main" id="{A9696ACC-D4FC-B067-14EE-6FD98E8BA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933" y="1107141"/>
            <a:ext cx="8800655" cy="495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7547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631C0D93-0938-AC7E-C6A0-4313F864EF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543" y="594853"/>
            <a:ext cx="2557193" cy="2381429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98F0C9B4-0029-1573-1350-F3D76E7649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836" y="555813"/>
            <a:ext cx="7852012" cy="3848222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7ED23BEA-7A73-8919-30AE-8A70789E8401}"/>
              </a:ext>
            </a:extLst>
          </p:cNvPr>
          <p:cNvSpPr txBox="1"/>
          <p:nvPr/>
        </p:nvSpPr>
        <p:spPr>
          <a:xfrm>
            <a:off x="1030941" y="4482353"/>
            <a:ext cx="29269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Rossa uguale a verde</a:t>
            </a:r>
          </a:p>
          <a:p>
            <a:r>
              <a:rPr lang="it-IT" dirty="0"/>
              <a:t>Blu si sposta (parallelo)</a:t>
            </a:r>
          </a:p>
        </p:txBody>
      </p:sp>
    </p:spTree>
    <p:extLst>
      <p:ext uri="{BB962C8B-B14F-4D97-AF65-F5344CB8AC3E}">
        <p14:creationId xmlns:p14="http://schemas.microsoft.com/office/powerpoint/2010/main" val="42456067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E0594FF7-70D4-ACC7-B595-7940C9E09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047" y="176929"/>
            <a:ext cx="7467600" cy="3659825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734CC380-4D52-1903-B136-CEC2F7A574DF}"/>
              </a:ext>
            </a:extLst>
          </p:cNvPr>
          <p:cNvSpPr txBox="1"/>
          <p:nvPr/>
        </p:nvSpPr>
        <p:spPr>
          <a:xfrm>
            <a:off x="1501588" y="762000"/>
            <a:ext cx="24249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Parassiti in serie e interni danno stesso risultato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48BCB15-CF8B-998E-2282-472130A22DC5}"/>
              </a:ext>
            </a:extLst>
          </p:cNvPr>
          <p:cNvSpPr txBox="1"/>
          <p:nvPr/>
        </p:nvSpPr>
        <p:spPr>
          <a:xfrm>
            <a:off x="1302327" y="2481943"/>
            <a:ext cx="26242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Risultato atteso: passa banda per effetto risonante 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3A0F76B-EC25-4E1D-5E92-0E03AE03DEBC}"/>
              </a:ext>
            </a:extLst>
          </p:cNvPr>
          <p:cNvSpPr txBox="1"/>
          <p:nvPr/>
        </p:nvSpPr>
        <p:spPr>
          <a:xfrm>
            <a:off x="1389413" y="3555555"/>
            <a:ext cx="25729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Verde: filtro hp ideale senza parassiti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70176E72-34D5-F471-CF09-B1C1800D82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212" y="4311561"/>
            <a:ext cx="5822868" cy="176853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54AA0F7A-1BAA-5D15-5041-7C344309B9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3198" y="4396401"/>
            <a:ext cx="1672174" cy="1918195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1520409B-367B-C4AD-8AC9-206BB12ECBD0}"/>
              </a:ext>
            </a:extLst>
          </p:cNvPr>
          <p:cNvSpPr txBox="1"/>
          <p:nvPr/>
        </p:nvSpPr>
        <p:spPr>
          <a:xfrm>
            <a:off x="1145852" y="4719567"/>
            <a:ext cx="293716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MLCC (ceramico SMD) — il più usato nei filtri Esempio tipico RS: 100 </a:t>
            </a:r>
            <a:r>
              <a:rPr lang="it-IT" dirty="0" err="1"/>
              <a:t>nF</a:t>
            </a:r>
            <a:r>
              <a:rPr lang="it-IT" dirty="0"/>
              <a:t> X7R 0603 / 0805 Valori realistici </a:t>
            </a:r>
            <a:r>
              <a:rPr lang="it-IT" dirty="0" err="1"/>
              <a:t>LTspice</a:t>
            </a:r>
            <a:r>
              <a:rPr lang="it-IT" dirty="0"/>
              <a:t>: C = 100 </a:t>
            </a:r>
            <a:r>
              <a:rPr lang="it-IT" dirty="0" err="1"/>
              <a:t>nF</a:t>
            </a:r>
            <a:r>
              <a:rPr lang="it-IT" dirty="0"/>
              <a:t> ESR = 0.05 – 0.2 Ω ESL = 1 – 3 </a:t>
            </a:r>
            <a:r>
              <a:rPr lang="it-IT" dirty="0" err="1"/>
              <a:t>nH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062335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C22D4D7B-B2B3-050B-38F4-5211738C8B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202" y="81170"/>
            <a:ext cx="6020790" cy="2950752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249B214C-949B-EDFF-6168-E72DAEA16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860" y="273992"/>
            <a:ext cx="4112821" cy="1061454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BB2E2974-A002-2475-FF42-605994642C0D}"/>
              </a:ext>
            </a:extLst>
          </p:cNvPr>
          <p:cNvSpPr txBox="1"/>
          <p:nvPr/>
        </p:nvSpPr>
        <p:spPr>
          <a:xfrm>
            <a:off x="1254826" y="1706088"/>
            <a:ext cx="4081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Comportamento analogo cambio allora R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30D7377-CC9E-CD16-6661-81594AD44F46}"/>
              </a:ext>
            </a:extLst>
          </p:cNvPr>
          <p:cNvSpPr txBox="1"/>
          <p:nvPr/>
        </p:nvSpPr>
        <p:spPr>
          <a:xfrm>
            <a:off x="1401288" y="2418608"/>
            <a:ext cx="4081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Cambia </a:t>
            </a:r>
            <a:r>
              <a:rPr lang="it-IT" dirty="0" err="1"/>
              <a:t>Fc</a:t>
            </a:r>
            <a:r>
              <a:rPr lang="it-IT" dirty="0"/>
              <a:t> sia HP che di LP in modo simmetrico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6C617C5B-7D3C-140E-46A9-D782664C57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4077" y="3178629"/>
            <a:ext cx="4521247" cy="222470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E259CD0A-FDED-FC1E-560D-D771251F9A84}"/>
                  </a:ext>
                </a:extLst>
              </p:cNvPr>
              <p:cNvSpPr txBox="1"/>
              <p:nvPr/>
            </p:nvSpPr>
            <p:spPr>
              <a:xfrm>
                <a:off x="1092530" y="3364490"/>
                <a:ext cx="6096000" cy="28623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it-IT" dirty="0"/>
                  <a:t>La simmetria che osservi è dovuta alla </a:t>
                </a:r>
                <a:r>
                  <a:rPr lang="it-IT" b="1" dirty="0"/>
                  <a:t>risonanza tra la capacità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it-IT" b="1" dirty="0"/>
                  <a:t>e l’induttanza parassita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it-IT" dirty="0"/>
                  <a:t>del condensatore reale. Sotto la frequenza di risonanza il componente si comporta da condensatore e il guadagno cresce; sopra la risonanza l’induttanza parassita domina e il guadagno diminuisce. Alla frequenza di risonanza le reattanze si annullano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it-IT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it-IT" dirty="0"/>
                  <a:t>), l’impedenza è minima e la risposta raggiunge il massimo. Per questo la curva risulta quasi simmetrica attorno alla frequenza di risonanza.</a:t>
                </a:r>
              </a:p>
            </p:txBody>
          </p:sp>
        </mc:Choice>
        <mc:Fallback xmlns="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E259CD0A-FDED-FC1E-560D-D771251F9A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530" y="3364490"/>
                <a:ext cx="6096000" cy="2862322"/>
              </a:xfrm>
              <a:prstGeom prst="rect">
                <a:avLst/>
              </a:prstGeom>
              <a:blipFill>
                <a:blip r:embed="rId5"/>
                <a:stretch>
                  <a:fillRect l="-800" t="-1066" r="-1700" b="-277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67783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6DB8E037-4360-8050-EDF4-186D40F6AAEA}"/>
              </a:ext>
            </a:extLst>
          </p:cNvPr>
          <p:cNvSpPr txBox="1"/>
          <p:nvPr/>
        </p:nvSpPr>
        <p:spPr>
          <a:xfrm>
            <a:off x="1607127" y="182088"/>
            <a:ext cx="39861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Impulso carica/scarica condensatore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8ABB855-F6DA-F7FA-74B9-478C4C3B1B98}"/>
              </a:ext>
            </a:extLst>
          </p:cNvPr>
          <p:cNvSpPr txBox="1"/>
          <p:nvPr/>
        </p:nvSpPr>
        <p:spPr>
          <a:xfrm>
            <a:off x="8102930" y="1359797"/>
            <a:ext cx="27867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Periodo </a:t>
            </a:r>
            <a:r>
              <a:rPr lang="it-IT" dirty="0" err="1"/>
              <a:t>piu</a:t>
            </a:r>
            <a:r>
              <a:rPr lang="it-IT" dirty="0"/>
              <a:t> lungo</a:t>
            </a:r>
          </a:p>
        </p:txBody>
      </p:sp>
      <p:pic>
        <p:nvPicPr>
          <p:cNvPr id="15" name="Immagine 14">
            <a:extLst>
              <a:ext uri="{FF2B5EF4-FFF2-40B4-BE49-F238E27FC236}">
                <a16:creationId xmlns:a16="http://schemas.microsoft.com/office/drawing/2014/main" id="{6FF2FCC9-91F7-FC39-1524-77DB3CDAFA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3620" y="4983679"/>
            <a:ext cx="7546721" cy="1743074"/>
          </a:xfrm>
          <a:prstGeom prst="rect">
            <a:avLst/>
          </a:prstGeom>
        </p:spPr>
      </p:pic>
      <p:pic>
        <p:nvPicPr>
          <p:cNvPr id="17" name="Immagine 16">
            <a:extLst>
              <a:ext uri="{FF2B5EF4-FFF2-40B4-BE49-F238E27FC236}">
                <a16:creationId xmlns:a16="http://schemas.microsoft.com/office/drawing/2014/main" id="{1A0DF3A9-28FF-0D1D-8B66-68D5F0519F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308" y="981383"/>
            <a:ext cx="4445228" cy="1778091"/>
          </a:xfrm>
          <a:prstGeom prst="rect">
            <a:avLst/>
          </a:prstGeom>
        </p:spPr>
      </p:pic>
      <p:pic>
        <p:nvPicPr>
          <p:cNvPr id="19" name="Immagine 18">
            <a:extLst>
              <a:ext uri="{FF2B5EF4-FFF2-40B4-BE49-F238E27FC236}">
                <a16:creationId xmlns:a16="http://schemas.microsoft.com/office/drawing/2014/main" id="{65358B98-5E5B-E56A-5CC0-9D9248280C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9994" y="2143771"/>
            <a:ext cx="2616334" cy="692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1241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B46546C1-2D26-B05D-8013-AF7A3D63E2F8}"/>
              </a:ext>
            </a:extLst>
          </p:cNvPr>
          <p:cNvSpPr txBox="1"/>
          <p:nvPr/>
        </p:nvSpPr>
        <p:spPr>
          <a:xfrm>
            <a:off x="815439" y="344200"/>
            <a:ext cx="1107967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dirty="0"/>
              <a:t>Il circuito RC passa-alto è stato alimentato con un segnale a gradino compreso tra -1 V e +1 V. Il salto effettivo dell’ingresso è quindi pari a 2 V, perché la variazione è data da +1 - (-1). Al fronte del gradino, il condensatore non può modificare istantaneamente la propria tensione, quindi trasferisce la variazione all’uscita. Per questo motivo sul nodo </a:t>
            </a:r>
            <a:r>
              <a:rPr lang="it-IT" dirty="0" err="1"/>
              <a:t>outRC</a:t>
            </a:r>
            <a:r>
              <a:rPr lang="it-IT" dirty="0"/>
              <a:t> si osserva inizialmente un picco di circa 2 V, che successivamente decade verso 0 V attraverso la resistenza con costante di tempo τ = R·C.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BC00A3B1-28BB-9417-2A6A-250B6C61AC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730" y="2483739"/>
            <a:ext cx="5146800" cy="2248303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50D5474D-CDEC-F370-FFE9-A8618AB2D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6222" y="2357275"/>
            <a:ext cx="4674919" cy="2291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9191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2C40A33B-6FA1-54E3-E536-7C674E783822}"/>
              </a:ext>
            </a:extLst>
          </p:cNvPr>
          <p:cNvSpPr txBox="1"/>
          <p:nvPr/>
        </p:nvSpPr>
        <p:spPr>
          <a:xfrm>
            <a:off x="1104405" y="296883"/>
            <a:ext cx="50786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Cambiamo r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2928A8A-4164-8DB0-09ED-A9920A0A842D}"/>
              </a:ext>
            </a:extLst>
          </p:cNvPr>
          <p:cNvSpPr txBox="1"/>
          <p:nvPr/>
        </p:nvSpPr>
        <p:spPr>
          <a:xfrm>
            <a:off x="3760520" y="359093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10k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B944D60-52CF-9FEA-1BA6-EA9C42458995}"/>
              </a:ext>
            </a:extLst>
          </p:cNvPr>
          <p:cNvSpPr txBox="1"/>
          <p:nvPr/>
        </p:nvSpPr>
        <p:spPr>
          <a:xfrm>
            <a:off x="3728852" y="1395423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1k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B55A7E02-CB83-927E-6FE0-E5DF74BB8461}"/>
              </a:ext>
            </a:extLst>
          </p:cNvPr>
          <p:cNvSpPr txBox="1"/>
          <p:nvPr/>
        </p:nvSpPr>
        <p:spPr>
          <a:xfrm>
            <a:off x="3908962" y="3860335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10k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49F7991-5769-2AFD-4979-CBBC67CB1E78}"/>
              </a:ext>
            </a:extLst>
          </p:cNvPr>
          <p:cNvSpPr txBox="1"/>
          <p:nvPr/>
        </p:nvSpPr>
        <p:spPr>
          <a:xfrm>
            <a:off x="2377045" y="3860335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30k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6262650-461A-5608-CDC4-C2FAA564B8D2}"/>
              </a:ext>
            </a:extLst>
          </p:cNvPr>
          <p:cNvSpPr txBox="1"/>
          <p:nvPr/>
        </p:nvSpPr>
        <p:spPr>
          <a:xfrm>
            <a:off x="870857" y="1690255"/>
            <a:ext cx="2161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Cambio r allora cambio tao=RC</a:t>
            </a:r>
          </a:p>
        </p:txBody>
      </p:sp>
      <p:pic>
        <p:nvPicPr>
          <p:cNvPr id="19" name="Immagine 18">
            <a:extLst>
              <a:ext uri="{FF2B5EF4-FFF2-40B4-BE49-F238E27FC236}">
                <a16:creationId xmlns:a16="http://schemas.microsoft.com/office/drawing/2014/main" id="{CB397A21-A06B-8893-8759-B48E3FDA2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7079" y="2577569"/>
            <a:ext cx="4038808" cy="1282766"/>
          </a:xfrm>
          <a:prstGeom prst="rect">
            <a:avLst/>
          </a:prstGeom>
        </p:spPr>
      </p:pic>
      <p:pic>
        <p:nvPicPr>
          <p:cNvPr id="21" name="Immagine 20">
            <a:extLst>
              <a:ext uri="{FF2B5EF4-FFF2-40B4-BE49-F238E27FC236}">
                <a16:creationId xmlns:a16="http://schemas.microsoft.com/office/drawing/2014/main" id="{A1A52ADA-D736-BC64-DCEF-F39EFE0ABE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1364" y="2493963"/>
            <a:ext cx="3073558" cy="1352620"/>
          </a:xfrm>
          <a:prstGeom prst="rect">
            <a:avLst/>
          </a:prstGeom>
        </p:spPr>
      </p:pic>
      <p:pic>
        <p:nvPicPr>
          <p:cNvPr id="23" name="Immagine 22">
            <a:extLst>
              <a:ext uri="{FF2B5EF4-FFF2-40B4-BE49-F238E27FC236}">
                <a16:creationId xmlns:a16="http://schemas.microsoft.com/office/drawing/2014/main" id="{DED04AAD-FFAD-348B-89BD-F3B894A7E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1435" y="4490467"/>
            <a:ext cx="8417590" cy="1944220"/>
          </a:xfrm>
          <a:prstGeom prst="rect">
            <a:avLst/>
          </a:prstGeom>
        </p:spPr>
      </p:pic>
      <p:pic>
        <p:nvPicPr>
          <p:cNvPr id="25" name="Immagine 24">
            <a:extLst>
              <a:ext uri="{FF2B5EF4-FFF2-40B4-BE49-F238E27FC236}">
                <a16:creationId xmlns:a16="http://schemas.microsoft.com/office/drawing/2014/main" id="{B21FC658-0BE1-2501-78E5-57DA554D4C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8042" y="417534"/>
            <a:ext cx="6909460" cy="159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7434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98D0BC0C-B1F1-2617-AFA7-6E1BE5603838}"/>
              </a:ext>
            </a:extLst>
          </p:cNvPr>
          <p:cNvSpPr txBox="1"/>
          <p:nvPr/>
        </p:nvSpPr>
        <p:spPr>
          <a:xfrm>
            <a:off x="7255823" y="3301340"/>
            <a:ext cx="42711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La blu è L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9ADA40C6-878B-FAB9-3744-6ADE9A0732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297" y="553768"/>
            <a:ext cx="3416476" cy="1657435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546D8A6F-227B-7E90-44A8-81A9EC1165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7953" y="4083504"/>
            <a:ext cx="6895605" cy="1592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1817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E771D4BC-7464-F96D-2CF4-A8B710A09B2E}"/>
              </a:ext>
            </a:extLst>
          </p:cNvPr>
          <p:cNvSpPr txBox="1"/>
          <p:nvPr/>
        </p:nvSpPr>
        <p:spPr>
          <a:xfrm>
            <a:off x="2985247" y="1322294"/>
            <a:ext cx="65083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ideale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5B57685B-2BCC-ECCB-8025-0364097C7A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66030" y="102064"/>
            <a:ext cx="6553876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 filtro passa-alto RC, sia passivo sia attivo, deve il suo comportamento principalmente al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condensatore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perché la sua impedenza diminuisce all'aumentare della frequenza: blocca le basse frequenze e lascia passare le alte.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resistenza non genera il comportamento passa-alto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ma è indispensabile per definire quantitativamente il filtro (frequenza di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taglio, tensioni e 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correnti nel circuito).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 stesso vale per un filtro passa-alto RL: il comportamento selettivo nasce dall'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induttore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la cui impedenza aumenta con la frequenza. Anche in questo caso la resistenza è necessaria per determinare le caratteristiche del filtro, ma non è l'elemento che introduce la dipendenza dalla frequenza.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 sintesi: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l'elemento reattivo (C o L) crea l'effetto di filtro; la resistenza ne determina i parametri.</a:t>
            </a:r>
            <a:endParaRPr kumimoji="0" lang="it-IT" altLang="it-IT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5AABA43-5E0B-66D4-CC66-0E121F98BD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109" y="973778"/>
            <a:ext cx="4187733" cy="2493818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0D994BCB-4D47-50E0-C961-BE1BB0DB52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4049" y="4653934"/>
            <a:ext cx="3752117" cy="1513182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B728CA93-741B-6C9C-B3EB-9F5328A82E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681" y="4373116"/>
            <a:ext cx="3495270" cy="2074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0575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904234BA-D473-3712-2DEE-13331D841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7896" y="233078"/>
            <a:ext cx="4693569" cy="3347018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8E4D6593-993C-34B4-2DC7-8513F12D15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187" y="3158835"/>
            <a:ext cx="2143544" cy="3291871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5654970A-A60E-BEF6-5607-4C09F0E955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2258" y="180578"/>
            <a:ext cx="4939160" cy="2437444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F42DADD5-6FF5-2B1E-0D42-DA2D42FB09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837" y="4062276"/>
            <a:ext cx="4348505" cy="2131198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BC69E946-937E-07E9-6468-211286C5B2F8}"/>
              </a:ext>
            </a:extLst>
          </p:cNvPr>
          <p:cNvSpPr txBox="1"/>
          <p:nvPr/>
        </p:nvSpPr>
        <p:spPr>
          <a:xfrm>
            <a:off x="8573984" y="3429000"/>
            <a:ext cx="3131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Guadagno di due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1B2DC830-9BBD-1260-24F5-7B9855517369}"/>
              </a:ext>
            </a:extLst>
          </p:cNvPr>
          <p:cNvSpPr txBox="1"/>
          <p:nvPr/>
        </p:nvSpPr>
        <p:spPr>
          <a:xfrm>
            <a:off x="8607631" y="3961241"/>
            <a:ext cx="30638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Vout</a:t>
            </a:r>
            <a:r>
              <a:rPr lang="it-IT" dirty="0"/>
              <a:t>=-</a:t>
            </a:r>
            <a:r>
              <a:rPr lang="it-IT" dirty="0" err="1"/>
              <a:t>rf</a:t>
            </a:r>
            <a:r>
              <a:rPr lang="it-IT" dirty="0"/>
              <a:t>/</a:t>
            </a:r>
            <a:r>
              <a:rPr lang="it-IT" dirty="0" err="1"/>
              <a:t>rs</a:t>
            </a:r>
            <a:r>
              <a:rPr lang="it-IT" dirty="0"/>
              <a:t>(Vi)</a:t>
            </a:r>
          </a:p>
        </p:txBody>
      </p:sp>
    </p:spTree>
    <p:extLst>
      <p:ext uri="{BB962C8B-B14F-4D97-AF65-F5344CB8AC3E}">
        <p14:creationId xmlns:p14="http://schemas.microsoft.com/office/powerpoint/2010/main" val="36669433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C6B36A47-21C7-227E-8AA0-4058B8B4A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866" y="176929"/>
            <a:ext cx="4193652" cy="2055283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B5064D18-C409-C72A-393D-75CCAE9314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4577" y="254667"/>
            <a:ext cx="4428564" cy="2174484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A41056F3-7939-3A1C-BE09-10E04C7413D2}"/>
              </a:ext>
            </a:extLst>
          </p:cNvPr>
          <p:cNvSpPr txBox="1"/>
          <p:nvPr/>
        </p:nvSpPr>
        <p:spPr>
          <a:xfrm>
            <a:off x="1264024" y="2599765"/>
            <a:ext cx="5266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Fc</a:t>
            </a:r>
            <a:r>
              <a:rPr lang="it-IT" dirty="0"/>
              <a:t>=159hz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9F7CC3FB-EA95-7022-4A28-67A226D634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94847" y="2910014"/>
            <a:ext cx="8139952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 usa il filtro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attivo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invece del passivo quando serve qualcosa in più del semplice filtraggio.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 passivo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attenua sempre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al massimo in banda passante arriva a guadagno 1, cioè 0 dB.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 filtro attivo invece può: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amplificare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il segnale, con guadagno (</a:t>
            </a:r>
            <a:r>
              <a:rPr kumimoji="0" lang="it-IT" altLang="it-IT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R_f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it-IT" altLang="it-IT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R_s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isolare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il filtro dal carico, perché l’uscita dell’operazionale ha bassa impedenza;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rendere la risposta meno dipendente dal circuito collegato dopo;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permettere più controllo su guadagno e comportamento del filtro.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Quindi: il passivo va bene se vuoi solo filtrare in modo semplice; l’attivo si usa quando vuoi filtrare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senza perdere segnale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oppure vuoi anche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amplificare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 avere un’uscita più stabile rispetto al carico.</a:t>
            </a:r>
          </a:p>
        </p:txBody>
      </p:sp>
    </p:spTree>
    <p:extLst>
      <p:ext uri="{BB962C8B-B14F-4D97-AF65-F5344CB8AC3E}">
        <p14:creationId xmlns:p14="http://schemas.microsoft.com/office/powerpoint/2010/main" val="4406880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28656FDD-FF99-EEE2-5DBA-DA67823846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235" y="365926"/>
            <a:ext cx="4800600" cy="2352744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C67D197E-52A4-2CF8-DDD0-8208DEF97CE0}"/>
              </a:ext>
            </a:extLst>
          </p:cNvPr>
          <p:cNvSpPr txBox="1"/>
          <p:nvPr/>
        </p:nvSpPr>
        <p:spPr>
          <a:xfrm>
            <a:off x="6432176" y="851647"/>
            <a:ext cx="2814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250hz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3072C032-4949-CE12-8C02-9442ECC61C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2760" y="739816"/>
            <a:ext cx="3439005" cy="752580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DA331719-9563-A7A9-CE7F-3703A81CDD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0235" y="3494071"/>
            <a:ext cx="4800598" cy="2352744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43EACE4E-9423-0AB2-1D1B-984202097121}"/>
              </a:ext>
            </a:extLst>
          </p:cNvPr>
          <p:cNvSpPr txBox="1"/>
          <p:nvPr/>
        </p:nvSpPr>
        <p:spPr>
          <a:xfrm>
            <a:off x="6351494" y="4415117"/>
            <a:ext cx="2814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10hz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49E4280F-B780-8814-B5DB-6314D5DC4D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8111" y="4143700"/>
            <a:ext cx="3010320" cy="59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6718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311668DA-479D-5C4F-7859-27D30900E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628" y="227651"/>
            <a:ext cx="4666352" cy="228695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8E7DD7A8-6EA4-EDBA-AF81-1DE5E343C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8684" y="454640"/>
            <a:ext cx="4010585" cy="543001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FE7A7FD7-CBD7-3BBF-A445-2CA4691FD36B}"/>
              </a:ext>
            </a:extLst>
          </p:cNvPr>
          <p:cNvSpPr txBox="1"/>
          <p:nvPr/>
        </p:nvSpPr>
        <p:spPr>
          <a:xfrm>
            <a:off x="6266329" y="1484154"/>
            <a:ext cx="2640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159hz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F490CBB7-DEA2-1711-44D9-0455154720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689" y="2937218"/>
            <a:ext cx="6298945" cy="310107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DEFE43DE-44C0-3939-FAA1-8E797C432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8158" y="3402585"/>
            <a:ext cx="5116820" cy="2508428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43D4CE9B-C67D-2857-A6BE-F3F3558AB952}"/>
              </a:ext>
            </a:extLst>
          </p:cNvPr>
          <p:cNvSpPr txBox="1"/>
          <p:nvPr/>
        </p:nvSpPr>
        <p:spPr>
          <a:xfrm>
            <a:off x="4496470" y="5799791"/>
            <a:ext cx="4011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Fi=circa 45</a:t>
            </a:r>
          </a:p>
        </p:txBody>
      </p:sp>
    </p:spTree>
    <p:extLst>
      <p:ext uri="{BB962C8B-B14F-4D97-AF65-F5344CB8AC3E}">
        <p14:creationId xmlns:p14="http://schemas.microsoft.com/office/powerpoint/2010/main" val="7975353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9F3BF2F6-7C64-0AFD-D99B-620A7A99F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8741" y="2758531"/>
            <a:ext cx="6834090" cy="3349345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C804DBC2-D47A-0991-6516-83451F3E5F84}"/>
              </a:ext>
            </a:extLst>
          </p:cNvPr>
          <p:cNvSpPr txBox="1"/>
          <p:nvPr/>
        </p:nvSpPr>
        <p:spPr>
          <a:xfrm>
            <a:off x="5764306" y="537882"/>
            <a:ext cx="48678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Nessuna variazione di </a:t>
            </a:r>
            <a:r>
              <a:rPr lang="it-IT" dirty="0" err="1"/>
              <a:t>fc</a:t>
            </a:r>
            <a:br>
              <a:rPr lang="it-IT" dirty="0"/>
            </a:br>
            <a:r>
              <a:rPr lang="it-IT" dirty="0"/>
              <a:t>il carico è ben staccato dal filtro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B766869-98E5-E408-FB62-3ADCD886D9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491" y="401822"/>
            <a:ext cx="3985476" cy="3231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8331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58C45871-D3A3-E4D1-B8BD-04786CC769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753" y="190376"/>
            <a:ext cx="4169583" cy="2043487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8F9FA7E1-EA29-D853-B37E-6ADF458EB6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403" y="190376"/>
            <a:ext cx="4641801" cy="2274918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1B62ADF1-25E3-D789-CEE1-C9073A9EC6C4}"/>
              </a:ext>
            </a:extLst>
          </p:cNvPr>
          <p:cNvSpPr txBox="1"/>
          <p:nvPr/>
        </p:nvSpPr>
        <p:spPr>
          <a:xfrm>
            <a:off x="1158893" y="2675150"/>
            <a:ext cx="6248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Ideale fino ad </a:t>
            </a:r>
            <a:r>
              <a:rPr lang="it-IT" dirty="0" err="1"/>
              <a:t>gbw</a:t>
            </a:r>
            <a:r>
              <a:rPr lang="it-IT" dirty="0"/>
              <a:t>=1t</a:t>
            </a:r>
          </a:p>
          <a:p>
            <a:r>
              <a:rPr lang="it-IT" dirty="0"/>
              <a:t>Picco dovuto a ritardi ed </a:t>
            </a:r>
            <a:r>
              <a:rPr lang="it-IT" dirty="0" err="1"/>
              <a:t>accumoli</a:t>
            </a:r>
            <a:r>
              <a:rPr lang="it-IT" dirty="0"/>
              <a:t> dati dalle altissime frequenze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C0FE8D1-CC68-CD8A-A3A4-027020D8057F}"/>
              </a:ext>
            </a:extLst>
          </p:cNvPr>
          <p:cNvSpPr txBox="1"/>
          <p:nvPr/>
        </p:nvSpPr>
        <p:spPr>
          <a:xfrm>
            <a:off x="9227127" y="3710049"/>
            <a:ext cx="16981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Allora alziamo a 1000t la </a:t>
            </a:r>
            <a:r>
              <a:rPr lang="it-IT" dirty="0" err="1"/>
              <a:t>gbw</a:t>
            </a:r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29E7A6A-3932-9E7F-E270-EAFA83284F04}"/>
              </a:ext>
            </a:extLst>
          </p:cNvPr>
          <p:cNvSpPr txBox="1"/>
          <p:nvPr/>
        </p:nvSpPr>
        <p:spPr>
          <a:xfrm>
            <a:off x="5320145" y="356260"/>
            <a:ext cx="4568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Poco «ideale»</a:t>
            </a: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05CB03ED-B04D-FB93-F5B4-F72A1A7C2A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7190" y="3563206"/>
            <a:ext cx="4210257" cy="3156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6530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magine 5">
            <a:extLst>
              <a:ext uri="{FF2B5EF4-FFF2-40B4-BE49-F238E27FC236}">
                <a16:creationId xmlns:a16="http://schemas.microsoft.com/office/drawing/2014/main" id="{50C2B85B-59AC-B638-B440-A9F632A5C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2929" y="198274"/>
            <a:ext cx="4670816" cy="2289137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C85B99F0-6778-D88B-1DAB-6782CABE6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8774" y="441388"/>
            <a:ext cx="3693226" cy="1810027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4464837-E3AE-7AA8-8925-6C3EEA205B7E}"/>
              </a:ext>
            </a:extLst>
          </p:cNvPr>
          <p:cNvSpPr txBox="1"/>
          <p:nvPr/>
        </p:nvSpPr>
        <p:spPr>
          <a:xfrm>
            <a:off x="6776852" y="2723408"/>
            <a:ext cx="3764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Da unire alla slide prima</a:t>
            </a:r>
          </a:p>
        </p:txBody>
      </p:sp>
    </p:spTree>
    <p:extLst>
      <p:ext uri="{BB962C8B-B14F-4D97-AF65-F5344CB8AC3E}">
        <p14:creationId xmlns:p14="http://schemas.microsoft.com/office/powerpoint/2010/main" val="24607696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5EC12D29-1AA2-262B-E685-17BB203C9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70" y="299455"/>
            <a:ext cx="5451524" cy="2993812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AFA9A9CC-6519-E7FA-15FF-226C767718C1}"/>
              </a:ext>
            </a:extLst>
          </p:cNvPr>
          <p:cNvSpPr txBox="1"/>
          <p:nvPr/>
        </p:nvSpPr>
        <p:spPr>
          <a:xfrm>
            <a:off x="1057020" y="3380067"/>
            <a:ext cx="3934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Cambio </a:t>
            </a:r>
            <a:r>
              <a:rPr lang="it-IT" dirty="0" err="1"/>
              <a:t>rs</a:t>
            </a:r>
            <a:r>
              <a:rPr lang="it-IT" dirty="0"/>
              <a:t>, cambia </a:t>
            </a:r>
            <a:r>
              <a:rPr lang="it-IT" dirty="0" err="1"/>
              <a:t>fc</a:t>
            </a:r>
            <a:endParaRPr lang="it-IT" dirty="0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632CBB7A-E87E-991B-187A-1DDCA021EE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307" y="3564733"/>
            <a:ext cx="5036336" cy="2468277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52A17A5A-81C2-F57F-62F4-56BCCDF87D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4077" y="3800104"/>
            <a:ext cx="4771923" cy="2338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7355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B2468FFD-13BE-06F9-A71B-1A605F2FA6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4" y="327686"/>
            <a:ext cx="4632217" cy="2186497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BFB152C0-6C13-846F-F9EC-50F9BD3B9D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83570"/>
            <a:ext cx="4979367" cy="2440357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66EEEEB5-97BB-16ED-5393-2F08DE4674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688" y="2820412"/>
            <a:ext cx="4952011" cy="242695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2D33BE81-5DD5-2F5C-12C1-44EF4E57C9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5104" y="3579445"/>
            <a:ext cx="5883443" cy="2883439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C2EFBE7F-C76D-642B-3ABC-49C9387F6225}"/>
              </a:ext>
            </a:extLst>
          </p:cNvPr>
          <p:cNvSpPr txBox="1"/>
          <p:nvPr/>
        </p:nvSpPr>
        <p:spPr>
          <a:xfrm>
            <a:off x="6772894" y="2960914"/>
            <a:ext cx="3669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Cambio </a:t>
            </a:r>
            <a:r>
              <a:rPr lang="it-IT" dirty="0" err="1"/>
              <a:t>rf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0323180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8830A51-2484-709F-757A-24839796A406}"/>
              </a:ext>
            </a:extLst>
          </p:cNvPr>
          <p:cNvSpPr txBox="1"/>
          <p:nvPr/>
        </p:nvSpPr>
        <p:spPr>
          <a:xfrm>
            <a:off x="6432468" y="3594265"/>
            <a:ext cx="38951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Impulso per osservare carica e scarica di C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95BC8FE2-C782-A57F-4057-B5524CBA0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347" y="4636517"/>
            <a:ext cx="7510465" cy="1734701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48D2A045-A501-E700-63EF-8F93C69F79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844" y="1212893"/>
            <a:ext cx="4292821" cy="2381372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7064813F-EB07-F308-6F2A-8AB1CDDD95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7157" y="2463419"/>
            <a:ext cx="1600282" cy="387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76659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573891F3-852C-EB95-EBA8-50E25A92FC10}"/>
              </a:ext>
            </a:extLst>
          </p:cNvPr>
          <p:cNvSpPr txBox="1"/>
          <p:nvPr/>
        </p:nvSpPr>
        <p:spPr>
          <a:xfrm>
            <a:off x="1967345" y="786118"/>
            <a:ext cx="8668987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dirty="0"/>
              <a:t>Il segnale di ingresso è un’onda quadra compresa tra -1 V e +1 V: la variazione effettiva al fronte è quindi pari a 2 V. Nel circuito RC passa-alto il condensatore non può variare istantaneamente la propria tensione, quindi trasferisce questa variazione al nodo di uscita del filtro, generando un impulso esponenziale che poi decade verso 0 con costante di tempo τ = R·C.</a:t>
            </a:r>
          </a:p>
          <a:p>
            <a:pPr>
              <a:buNone/>
            </a:pPr>
            <a:r>
              <a:rPr lang="it-IT" dirty="0"/>
              <a:t>Nel secondo stadio, l’operazionale è configurato come amplificatore invertente. Il segnale proveniente dal filtro RC viene quindi invertito e amplificato secondo il rapporto R17/R16. Poiché R17 = 20 </a:t>
            </a:r>
            <a:r>
              <a:rPr lang="it-IT" dirty="0" err="1"/>
              <a:t>kΩ</a:t>
            </a:r>
            <a:r>
              <a:rPr lang="it-IT" dirty="0"/>
              <a:t> e R16 = 10 </a:t>
            </a:r>
            <a:r>
              <a:rPr lang="it-IT" dirty="0" err="1"/>
              <a:t>kΩ</a:t>
            </a:r>
            <a:r>
              <a:rPr lang="it-IT" dirty="0"/>
              <a:t>, il guadagno vale -2. Per questo motivo l’uscita dell’operazionale segue lo stesso andamento esponenziale della tensione sul condensatore, ma risulta invertita e amplificata di un fattore 2.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937AC8D-202E-78FB-0AE1-B985255B8A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109" y="3991073"/>
            <a:ext cx="5122223" cy="2510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0127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5994B5C1-75CF-DCC9-1386-478A9EF1771E}"/>
              </a:ext>
            </a:extLst>
          </p:cNvPr>
          <p:cNvSpPr txBox="1"/>
          <p:nvPr/>
        </p:nvSpPr>
        <p:spPr>
          <a:xfrm>
            <a:off x="760019" y="178314"/>
            <a:ext cx="11198433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dirty="0"/>
              <a:t>Nel caso ideale, l’operazionale mantiene il nodo invertente a massa virtuale, quindi il condensatore C4 vede principalmente la resistenza R9. La costante di tempo è quindi τ ≈ R9·C4.</a:t>
            </a:r>
          </a:p>
          <a:p>
            <a:pPr>
              <a:buNone/>
            </a:pPr>
            <a:r>
              <a:rPr lang="it-IT" dirty="0"/>
              <a:t>Quando però R10 diventa molto grande, la retroazione diventa meno efficace: il nodo invertente non rimane più perfettamente a 0 V e il condensatore vede una resistenza equivalente maggiore. In questo caso anche R10 contribuisce alla costante di tempo.</a:t>
            </a:r>
          </a:p>
          <a:p>
            <a:pPr>
              <a:buNone/>
            </a:pPr>
            <a:r>
              <a:rPr lang="it-IT" dirty="0"/>
              <a:t>La relazione approssimata diventa:</a:t>
            </a:r>
          </a:p>
          <a:p>
            <a:pPr>
              <a:buNone/>
            </a:pPr>
            <a:r>
              <a:rPr lang="it-IT" dirty="0"/>
              <a:t>τ ≈ C4 · (R9 + R10/(1+A))</a:t>
            </a:r>
          </a:p>
          <a:p>
            <a:pPr>
              <a:buNone/>
            </a:pPr>
            <a:r>
              <a:rPr lang="it-IT" dirty="0"/>
              <a:t>dove A è il guadagno ad anello aperto dell’operazionale. Se A è molto grande, il termine R10/(1+A) è trascurabile e si torna al caso ideale τ ≈ R9·C4. Se invece R10 è molto elevata o l’operazionale non riesce a mantenere bene la massa virtuale, il termine legato a R10 diventa significativo e il transitorio risulta più lento.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684C7E71-C6F9-BBFE-2742-DAE5D6154F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2755" y="4193822"/>
            <a:ext cx="6453197" cy="1490502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CF519F1F-D9EB-5F0D-39A1-B9468B8DC7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149" y="3641557"/>
            <a:ext cx="3927077" cy="1574891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9DB87A48-299C-9262-1128-E867E739A4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6942" y="5298288"/>
            <a:ext cx="3286315" cy="1494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7606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1058AE98-0ED0-29BB-026E-13DE014F99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676" y="57125"/>
            <a:ext cx="3286315" cy="1494414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9D9F1C69-4212-EB10-75A2-3C280CB886E2}"/>
              </a:ext>
            </a:extLst>
          </p:cNvPr>
          <p:cNvSpPr txBox="1"/>
          <p:nvPr/>
        </p:nvSpPr>
        <p:spPr>
          <a:xfrm>
            <a:off x="4333724" y="481167"/>
            <a:ext cx="31199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Riferimento</a:t>
            </a:r>
          </a:p>
          <a:p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76925FF5-3225-3E7E-5D6A-6F0C22712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6024" y="1864367"/>
            <a:ext cx="7535333" cy="174044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2D4519AE-1930-9938-401D-52C4B7FDCC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082" y="2150717"/>
            <a:ext cx="2671233" cy="1038470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265AB5D3-B5FC-547D-73E3-1B899463F4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2766" y="3796019"/>
            <a:ext cx="5753100" cy="2819559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9FE72E6A-71A5-286A-2E8D-4F14A0D461F4}"/>
              </a:ext>
            </a:extLst>
          </p:cNvPr>
          <p:cNvSpPr txBox="1"/>
          <p:nvPr/>
        </p:nvSpPr>
        <p:spPr>
          <a:xfrm>
            <a:off x="791633" y="3687233"/>
            <a:ext cx="2671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Non cambia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D8977EA0-8922-8A45-D494-823C44F17C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676" y="5601239"/>
            <a:ext cx="2482009" cy="1082956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5A9162E0-9794-47D3-72D0-7C50007E87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0909" y="4385787"/>
            <a:ext cx="2415457" cy="1054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8737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6CEA27A9-B1FE-30FA-BB1B-B48404EB5C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22" y="2576945"/>
            <a:ext cx="2510018" cy="2887683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F8754AFE-629A-FFE4-2785-684A91DEAB44}"/>
              </a:ext>
            </a:extLst>
          </p:cNvPr>
          <p:cNvSpPr txBox="1"/>
          <p:nvPr/>
        </p:nvSpPr>
        <p:spPr>
          <a:xfrm>
            <a:off x="1622961" y="906483"/>
            <a:ext cx="43819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Parassiti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B727BCC2-E38C-1F57-E617-98966554EE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6708" y="324593"/>
            <a:ext cx="2372872" cy="199169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BD7DCB4E-7D5F-84BC-67DE-7C76B8236A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6545" y="358858"/>
            <a:ext cx="3993986" cy="1957428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7C7B453A-1AEB-8FED-DDFE-5E45D77356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4285" y="2985482"/>
            <a:ext cx="6555179" cy="3212653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4DAAE6D0-D30D-78EB-00B1-6588457076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4285" y="5504775"/>
            <a:ext cx="6250641" cy="1142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574058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VTI">
  <a:themeElements>
    <a:clrScheme name="Gradient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814DFF"/>
      </a:accent1>
      <a:accent2>
        <a:srgbClr val="243FFF"/>
      </a:accent2>
      <a:accent3>
        <a:srgbClr val="FF83B6"/>
      </a:accent3>
      <a:accent4>
        <a:srgbClr val="FF9022"/>
      </a:accent4>
      <a:accent5>
        <a:srgbClr val="FF1F85"/>
      </a:accent5>
      <a:accent6>
        <a:srgbClr val="1A98FF"/>
      </a:accent6>
      <a:hlink>
        <a:srgbClr val="0563C1"/>
      </a:hlink>
      <a:folHlink>
        <a:srgbClr val="954F72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892863_TF89338750_Win32" id="{67303D53-E497-4E8A-A1B0-F8D4DA913DFF}" vid="{0B2B8082-CFD4-436D-9CB1-F42DAFFE77E0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0E87F72-70BF-43BC-A0D4-53665DC1267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52D646E0-DCC8-4209-B539-AA58186B682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ABD9919-8F5A-4B99-83E1-E90FE1DCF2E1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{761ED6E5-BDDE-49C9-968D-421AB9ABD7F0}TF54b766f8-63ee-43b7-9d15-113a5f305028e85fd2b7_win32-57076faae754</Template>
  <TotalTime>826</TotalTime>
  <Words>1004</Words>
  <Application>Microsoft Office PowerPoint</Application>
  <PresentationFormat>Widescreen</PresentationFormat>
  <Paragraphs>73</Paragraphs>
  <Slides>31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31</vt:i4>
      </vt:variant>
    </vt:vector>
  </HeadingPairs>
  <TitlesOfParts>
    <vt:vector size="36" baseType="lpstr">
      <vt:lpstr>Arial</vt:lpstr>
      <vt:lpstr>Calibri</vt:lpstr>
      <vt:lpstr>Cambria Math</vt:lpstr>
      <vt:lpstr>Univers</vt:lpstr>
      <vt:lpstr>GradientVTI</vt:lpstr>
      <vt:lpstr>Galassia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RICCARDO SCOLA COLOMBO</dc:creator>
  <cp:lastModifiedBy>RICCARDO SCOLA COLOMBO</cp:lastModifiedBy>
  <cp:revision>16</cp:revision>
  <dcterms:created xsi:type="dcterms:W3CDTF">2026-06-04T13:37:14Z</dcterms:created>
  <dcterms:modified xsi:type="dcterms:W3CDTF">2026-06-26T03:09:31Z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