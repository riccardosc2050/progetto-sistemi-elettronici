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96" r:id="rId4"/>
  </p:sldMasterIdLst>
  <p:notesMasterIdLst>
    <p:notesMasterId r:id="rId20"/>
  </p:notesMasterIdLst>
  <p:handoutMasterIdLst>
    <p:handoutMasterId r:id="rId21"/>
  </p:handoutMasterIdLst>
  <p:sldIdLst>
    <p:sldId id="334" r:id="rId5"/>
    <p:sldId id="335" r:id="rId6"/>
    <p:sldId id="336" r:id="rId7"/>
    <p:sldId id="337" r:id="rId8"/>
    <p:sldId id="338" r:id="rId9"/>
    <p:sldId id="339" r:id="rId10"/>
    <p:sldId id="340" r:id="rId11"/>
    <p:sldId id="341" r:id="rId12"/>
    <p:sldId id="342" r:id="rId13"/>
    <p:sldId id="343" r:id="rId14"/>
    <p:sldId id="344" r:id="rId15"/>
    <p:sldId id="345" r:id="rId16"/>
    <p:sldId id="346" r:id="rId17"/>
    <p:sldId id="347" r:id="rId18"/>
    <p:sldId id="348" r:id="rId19"/>
  </p:sldIdLst>
  <p:sldSz cx="12192000" cy="6858000"/>
  <p:notesSz cx="6858000" cy="9144000"/>
  <p:defaultTextStyle>
    <a:defPPr rtl="0">
      <a:defRPr lang="it-IT"/>
    </a:defPPr>
    <a:lvl1pPr marL="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92" userDrawn="1">
          <p15:clr>
            <a:srgbClr val="A4A3A4"/>
          </p15:clr>
        </p15:guide>
        <p15:guide id="2" pos="7056" userDrawn="1">
          <p15:clr>
            <a:srgbClr val="A4A3A4"/>
          </p15:clr>
        </p15:guide>
        <p15:guide id="3" orient="horz" pos="31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DCAF9ED-07DC-4A11-8D7F-57B35C25682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6537" autoAdjust="0"/>
  </p:normalViewPr>
  <p:slideViewPr>
    <p:cSldViewPr snapToGrid="0">
      <p:cViewPr varScale="1">
        <p:scale>
          <a:sx n="142" d="100"/>
          <a:sy n="142" d="100"/>
        </p:scale>
        <p:origin x="84" y="504"/>
      </p:cViewPr>
      <p:guideLst>
        <p:guide orient="horz" pos="1392"/>
        <p:guide pos="7056"/>
        <p:guide orient="horz" pos="3168"/>
      </p:guideLst>
    </p:cSldViewPr>
  </p:slideViewPr>
  <p:outlineViewPr>
    <p:cViewPr>
      <p:scale>
        <a:sx n="33" d="100"/>
        <a:sy n="33" d="100"/>
      </p:scale>
      <p:origin x="0" y="-1103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97" d="100"/>
          <a:sy n="97" d="100"/>
        </p:scale>
        <p:origin x="2868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8/10/relationships/authors" Target="authors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30E99E25-5B65-D93A-3010-8B947D67E65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it-IT" sz="1200"/>
            </a:lvl1pPr>
          </a:lstStyle>
          <a:p>
            <a:pPr rtl="0"/>
            <a:endParaRPr lang="it-IT" dirty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7DAEB28A-33CC-6CF5-1214-F2C3205F679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it-IT" sz="1200"/>
            </a:lvl1pPr>
          </a:lstStyle>
          <a:p>
            <a:pPr rtl="0"/>
            <a:fld id="{03E67EA5-8EFE-4CDE-A774-E9526279E6E4}" type="datetime1">
              <a:rPr lang="it-IT" smtClean="0"/>
              <a:t>04/06/2026</a:t>
            </a:fld>
            <a:endParaRPr lang="it-IT" dirty="0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43D63414-6160-FF79-B3F6-CD615625C84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it-IT" sz="1200"/>
            </a:lvl1pPr>
          </a:lstStyle>
          <a:p>
            <a:pPr rtl="0"/>
            <a:endParaRPr lang="it-IT" dirty="0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2583E93F-BDEC-C5F7-2553-8324882C419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it-IT" sz="1200"/>
            </a:lvl1pPr>
          </a:lstStyle>
          <a:p>
            <a:pPr rtl="0"/>
            <a:fld id="{397C78D2-97D1-4B37-BDD1-08A09BD4CA99}" type="slidenum">
              <a:rPr lang="it-IT" smtClean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6913595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it-IT" sz="1200"/>
            </a:lvl1pPr>
          </a:lstStyle>
          <a:p>
            <a:pPr rtl="0"/>
            <a:endParaRPr lang="it-IT" dirty="0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it-IT" sz="1200"/>
            </a:lvl1pPr>
          </a:lstStyle>
          <a:p>
            <a:pPr rtl="0"/>
            <a:fld id="{78D779EF-F8B6-4ACA-8018-CCDCFAC7DE9C}" type="datetime1">
              <a:rPr lang="it-IT" smtClean="0"/>
              <a:t>04/06/2026</a:t>
            </a:fld>
            <a:endParaRPr lang="it-IT" dirty="0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it-IT"/>
            </a:defPPr>
          </a:lstStyle>
          <a:p>
            <a:pPr lvl="0" rtl="0"/>
            <a:r>
              <a:rPr lang="it-IT"/>
              <a:t>Fare clic per modificare lo stile del titolo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it-IT" sz="1200"/>
            </a:lvl1pPr>
          </a:lstStyle>
          <a:p>
            <a:pPr rtl="0"/>
            <a:endParaRPr lang="it-IT" dirty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it-IT" sz="1200"/>
            </a:lvl1pPr>
          </a:lstStyle>
          <a:p>
            <a:pPr rtl="0"/>
            <a:fld id="{D5939589-3E79-4C82-AA4A-FE78234FAA59}" type="slidenum">
              <a:rPr lang="it-IT" smtClean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9496896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D5939589-3E79-4C82-AA4A-FE78234FAA59}" type="slidenum">
              <a:rPr lang="it-IT" smtClean="0"/>
              <a:t>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8017961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solo titolo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59" y="357809"/>
            <a:ext cx="7983110" cy="3080335"/>
          </a:xfrm>
        </p:spPr>
        <p:txBody>
          <a:bodyPr lIns="0" tIns="0" rIns="0" bIns="0" rtlCol="0" anchor="b"/>
          <a:lstStyle>
            <a:lvl1pPr algn="l">
              <a:lnSpc>
                <a:spcPts val="5400"/>
              </a:lnSpc>
              <a:defRPr lang="it-IT" sz="5400" b="1" i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per modificare lo stile del titolo dello schema</a:t>
            </a:r>
            <a:endParaRPr lang="it-IT" dirty="0"/>
          </a:p>
        </p:txBody>
      </p: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3496322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uppo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8161510" y="2744546"/>
            <a:ext cx="465456" cy="581432"/>
            <a:chOff x="7843462" y="2744546"/>
            <a:chExt cx="465456" cy="581432"/>
          </a:xfrm>
        </p:grpSpPr>
        <p:sp>
          <p:nvSpPr>
            <p:cNvPr id="19" name="Elemento grafico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1" name="Elemento grafico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3" name="Elemento grafico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</p:spTree>
    <p:extLst>
      <p:ext uri="{BB962C8B-B14F-4D97-AF65-F5344CB8AC3E}">
        <p14:creationId xmlns:p14="http://schemas.microsoft.com/office/powerpoint/2010/main" val="21379060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immagin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16544" y="614202"/>
            <a:ext cx="5918072" cy="2276856"/>
          </a:xfrm>
        </p:spPr>
        <p:txBody>
          <a:bodyPr lIns="0" tIns="0" rIns="0" bIns="0" rtlCol="0" anchor="b"/>
          <a:lstStyle>
            <a:lvl1pPr algn="r">
              <a:lnSpc>
                <a:spcPts val="4000"/>
              </a:lnSpc>
              <a:defRPr lang="it-IT" sz="4000" b="1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8" name="Segnaposto numero diapositiva 7">
            <a:extLst>
              <a:ext uri="{FF2B5EF4-FFF2-40B4-BE49-F238E27FC236}">
                <a16:creationId xmlns:a16="http://schemas.microsoft.com/office/drawing/2014/main" id="{1C738AB3-8054-6E21-C34C-36AF3A31AC4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 rtlCol="0"/>
          <a:lstStyle>
            <a:lvl1pPr>
              <a:defRPr lang="it-IT">
                <a:solidFill>
                  <a:schemeClr val="bg1"/>
                </a:solidFill>
              </a:defRPr>
            </a:lvl1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19" name="Segnaposto immagine 18">
            <a:extLst>
              <a:ext uri="{FF2B5EF4-FFF2-40B4-BE49-F238E27FC236}">
                <a16:creationId xmlns:a16="http://schemas.microsoft.com/office/drawing/2014/main" id="{34120D15-E48C-4FBE-BB95-24DB36D9F45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280160" y="2530058"/>
            <a:ext cx="3707972" cy="3707971"/>
          </a:xfrm>
          <a:custGeom>
            <a:avLst/>
            <a:gdLst>
              <a:gd name="connsiteX0" fmla="*/ 1853986 w 3707972"/>
              <a:gd name="connsiteY0" fmla="*/ 0 h 3707971"/>
              <a:gd name="connsiteX1" fmla="*/ 3707972 w 3707972"/>
              <a:gd name="connsiteY1" fmla="*/ 1853986 h 3707971"/>
              <a:gd name="connsiteX2" fmla="*/ 2043545 w 3707972"/>
              <a:gd name="connsiteY2" fmla="*/ 3698400 h 3707971"/>
              <a:gd name="connsiteX3" fmla="*/ 1854006 w 3707972"/>
              <a:gd name="connsiteY3" fmla="*/ 3707971 h 3707971"/>
              <a:gd name="connsiteX4" fmla="*/ 1853966 w 3707972"/>
              <a:gd name="connsiteY4" fmla="*/ 3707971 h 3707971"/>
              <a:gd name="connsiteX5" fmla="*/ 1664427 w 3707972"/>
              <a:gd name="connsiteY5" fmla="*/ 3698400 h 3707971"/>
              <a:gd name="connsiteX6" fmla="*/ 0 w 3707972"/>
              <a:gd name="connsiteY6" fmla="*/ 1853986 h 3707971"/>
              <a:gd name="connsiteX7" fmla="*/ 1853986 w 3707972"/>
              <a:gd name="connsiteY7" fmla="*/ 0 h 3707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707972" h="3707971">
                <a:moveTo>
                  <a:pt x="1853986" y="0"/>
                </a:moveTo>
                <a:cubicBezTo>
                  <a:pt x="2877914" y="0"/>
                  <a:pt x="3707972" y="830058"/>
                  <a:pt x="3707972" y="1853986"/>
                </a:cubicBezTo>
                <a:cubicBezTo>
                  <a:pt x="3707972" y="2813919"/>
                  <a:pt x="2978429" y="3603458"/>
                  <a:pt x="2043545" y="3698400"/>
                </a:cubicBezTo>
                <a:lnTo>
                  <a:pt x="1854006" y="3707971"/>
                </a:lnTo>
                <a:lnTo>
                  <a:pt x="1853966" y="3707971"/>
                </a:lnTo>
                <a:lnTo>
                  <a:pt x="1664427" y="3698400"/>
                </a:lnTo>
                <a:cubicBezTo>
                  <a:pt x="729543" y="3603458"/>
                  <a:pt x="0" y="2813919"/>
                  <a:pt x="0" y="1853986"/>
                </a:cubicBezTo>
                <a:cubicBezTo>
                  <a:pt x="0" y="830058"/>
                  <a:pt x="830058" y="0"/>
                  <a:pt x="1853986" y="0"/>
                </a:cubicBezTo>
                <a:close/>
              </a:path>
            </a:pathLst>
          </a:custGeom>
        </p:spPr>
        <p:txBody>
          <a:bodyPr wrap="square" tIns="914400" rtlCol="0" anchor="t">
            <a:noAutofit/>
          </a:bodyPr>
          <a:lstStyle>
            <a:lvl1pPr algn="ctr">
              <a:buNone/>
              <a:defRPr lang="it-IT" sz="1600" b="1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Fai clic per aggiungere un'immagine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94FD1B85-4BEF-C1C1-5619-B82E9E44A9F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116548" y="3161752"/>
            <a:ext cx="5918068" cy="3144965"/>
          </a:xfrm>
        </p:spPr>
        <p:txBody>
          <a:bodyPr lIns="0" tIns="0" rIns="0" bIns="0" rtlCol="0">
            <a:normAutofit/>
          </a:bodyPr>
          <a:lstStyle>
            <a:lvl1pPr marL="0" indent="0" algn="r">
              <a:spcBef>
                <a:spcPts val="1200"/>
              </a:spcBef>
              <a:buNone/>
              <a:defRPr lang="it-IT" sz="2400">
                <a:solidFill>
                  <a:schemeClr val="bg1"/>
                </a:solidFill>
              </a:defRPr>
            </a:lvl1pPr>
            <a:lvl2pPr marL="457200" indent="0" algn="r">
              <a:spcBef>
                <a:spcPts val="1200"/>
              </a:spcBef>
              <a:buNone/>
              <a:defRPr lang="it-IT" sz="2400">
                <a:solidFill>
                  <a:schemeClr val="bg1"/>
                </a:solidFill>
              </a:defRPr>
            </a:lvl2pPr>
            <a:lvl3pPr marL="914400" indent="0" algn="r">
              <a:spcBef>
                <a:spcPts val="1200"/>
              </a:spcBef>
              <a:buNone/>
              <a:defRPr lang="it-IT" sz="2400">
                <a:solidFill>
                  <a:schemeClr val="bg1"/>
                </a:solidFill>
              </a:defRPr>
            </a:lvl3pPr>
            <a:lvl4pPr marL="1371600" indent="0" algn="r">
              <a:spcBef>
                <a:spcPts val="1200"/>
              </a:spcBef>
              <a:buNone/>
              <a:defRPr lang="it-IT" sz="2400">
                <a:solidFill>
                  <a:schemeClr val="bg1"/>
                </a:solidFill>
              </a:defRPr>
            </a:lvl4pPr>
            <a:lvl5pPr marL="1828800" indent="0" algn="r">
              <a:buNone/>
              <a:defRPr lang="it-IT" sz="18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it-IT"/>
              <a:t>Fare clic per modificare gli stili del testo dello schema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</p:txBody>
      </p:sp>
      <p:cxnSp>
        <p:nvCxnSpPr>
          <p:cNvPr id="14" name="Connettore diritto 13">
            <a:extLst>
              <a:ext uri="{FF2B5EF4-FFF2-40B4-BE49-F238E27FC236}">
                <a16:creationId xmlns:a16="http://schemas.microsoft.com/office/drawing/2014/main" id="{13AE7F8D-AE68-4A83-BAB5-3A97D473CE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Elemento grafico 12">
            <a:extLst>
              <a:ext uri="{FF2B5EF4-FFF2-40B4-BE49-F238E27FC236}">
                <a16:creationId xmlns:a16="http://schemas.microsoft.com/office/drawing/2014/main" id="{EA1B6985-3E5A-40F4-9268-D4AB3BBF8C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745394" y="276027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13" name="Elemento grafico 13">
            <a:extLst>
              <a:ext uri="{FF2B5EF4-FFF2-40B4-BE49-F238E27FC236}">
                <a16:creationId xmlns:a16="http://schemas.microsoft.com/office/drawing/2014/main" id="{338BC906-9D03-4280-85E8-21A81BC21D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386614" y="2530982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17" name="Elemento grafico 15">
            <a:extLst>
              <a:ext uri="{FF2B5EF4-FFF2-40B4-BE49-F238E27FC236}">
                <a16:creationId xmlns:a16="http://schemas.microsoft.com/office/drawing/2014/main" id="{C5C06D53-C9F6-47E8-BFE1-B8193A1AED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652402" y="6031572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7" name="Segnaposto piè di pagina 6">
            <a:extLst>
              <a:ext uri="{FF2B5EF4-FFF2-40B4-BE49-F238E27FC236}">
                <a16:creationId xmlns:a16="http://schemas.microsoft.com/office/drawing/2014/main" id="{CE9872E9-2F0D-2FEB-0974-F0BBBC5E033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238999" y="6356350"/>
            <a:ext cx="3795615" cy="365125"/>
          </a:xfrm>
        </p:spPr>
        <p:txBody>
          <a:bodyPr rtlCol="0"/>
          <a:lstStyle>
            <a:lvl1pPr>
              <a:defRPr lang="it-IT">
                <a:solidFill>
                  <a:schemeClr val="bg1"/>
                </a:solidFill>
              </a:defRPr>
            </a:lvl1pPr>
          </a:lstStyle>
          <a:p>
            <a:pPr rtl="0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907687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+ immagin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59" y="3386775"/>
            <a:ext cx="8311102" cy="3080335"/>
          </a:xfrm>
        </p:spPr>
        <p:txBody>
          <a:bodyPr lIns="0" tIns="274320" rIns="0" bIns="0" rtlCol="0" anchor="t" anchorCtr="0"/>
          <a:lstStyle>
            <a:lvl1pPr algn="l">
              <a:lnSpc>
                <a:spcPts val="5400"/>
              </a:lnSpc>
              <a:defRPr lang="it-IT" sz="5400" b="1" i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per modificare lo stile del titolo dello schema</a:t>
            </a:r>
            <a:endParaRPr lang="it-IT" dirty="0"/>
          </a:p>
        </p:txBody>
      </p: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0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uppo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9670435">
            <a:off x="7632743" y="794953"/>
            <a:ext cx="465456" cy="581432"/>
            <a:chOff x="7843462" y="2744546"/>
            <a:chExt cx="465456" cy="581432"/>
          </a:xfrm>
        </p:grpSpPr>
        <p:sp>
          <p:nvSpPr>
            <p:cNvPr id="19" name="Elemento grafico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1" name="Elemento grafico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3" name="Elemento grafico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  <p:sp>
        <p:nvSpPr>
          <p:cNvPr id="3" name="Segnaposto immagine 14">
            <a:extLst>
              <a:ext uri="{FF2B5EF4-FFF2-40B4-BE49-F238E27FC236}">
                <a16:creationId xmlns:a16="http://schemas.microsoft.com/office/drawing/2014/main" id="{01D87F51-D69B-9038-0566-4FDC355AB6F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97587" y="411831"/>
            <a:ext cx="3521337" cy="3521344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rtlCol="0" anchor="t" anchorCtr="0">
            <a:noAutofit/>
          </a:bodyPr>
          <a:lstStyle>
            <a:lvl1pPr algn="ctr">
              <a:buNone/>
              <a:defRPr lang="it-IT" sz="18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Fai clic per aggiungere un'immagine</a:t>
            </a:r>
          </a:p>
        </p:txBody>
      </p:sp>
    </p:spTree>
    <p:extLst>
      <p:ext uri="{BB962C8B-B14F-4D97-AF65-F5344CB8AC3E}">
        <p14:creationId xmlns:p14="http://schemas.microsoft.com/office/powerpoint/2010/main" val="19512396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+ sottotitolo + immagin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80159" y="640080"/>
            <a:ext cx="10302240" cy="1852046"/>
          </a:xfrm>
        </p:spPr>
        <p:txBody>
          <a:bodyPr lIns="0" tIns="0" rIns="0" bIns="0" rtlCol="0" anchor="b"/>
          <a:lstStyle>
            <a:lvl1pPr algn="l">
              <a:lnSpc>
                <a:spcPts val="5400"/>
              </a:lnSpc>
              <a:defRPr lang="it-IT" sz="5400" b="1" i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80158" y="2588447"/>
            <a:ext cx="7853678" cy="726645"/>
          </a:xfrm>
        </p:spPr>
        <p:txBody>
          <a:bodyPr lIns="0" tIns="0" rIns="0" bIns="0" rtlCol="0" anchor="t" anchorCtr="0">
            <a:normAutofit/>
          </a:bodyPr>
          <a:lstStyle>
            <a:lvl1pPr marL="0" indent="0" algn="l">
              <a:buNone/>
              <a:defRPr lang="it-IT" sz="2400">
                <a:solidFill>
                  <a:schemeClr val="bg1"/>
                </a:solidFill>
              </a:defRPr>
            </a:lvl1pPr>
            <a:lvl2pPr marL="457200" indent="0" algn="ctr">
              <a:buNone/>
              <a:defRPr lang="it-IT" sz="2000"/>
            </a:lvl2pPr>
            <a:lvl3pPr marL="914400" indent="0" algn="ctr">
              <a:buNone/>
              <a:defRPr lang="it-IT" sz="1800"/>
            </a:lvl3pPr>
            <a:lvl4pPr marL="1371600" indent="0" algn="ctr">
              <a:buNone/>
              <a:defRPr lang="it-IT" sz="1600"/>
            </a:lvl4pPr>
            <a:lvl5pPr marL="1828800" indent="0" algn="ctr">
              <a:buNone/>
              <a:defRPr lang="it-IT" sz="1600"/>
            </a:lvl5pPr>
            <a:lvl6pPr marL="2286000" indent="0" algn="ctr">
              <a:buNone/>
              <a:defRPr lang="it-IT" sz="1600"/>
            </a:lvl6pPr>
            <a:lvl7pPr marL="2743200" indent="0" algn="ctr">
              <a:buNone/>
              <a:defRPr lang="it-IT" sz="1600"/>
            </a:lvl7pPr>
            <a:lvl8pPr marL="3200400" indent="0" algn="ctr">
              <a:buNone/>
              <a:defRPr lang="it-IT" sz="1600"/>
            </a:lvl8pPr>
            <a:lvl9pPr marL="3657600" indent="0" algn="ctr">
              <a:buNone/>
              <a:defRPr lang="it-IT" sz="1600"/>
            </a:lvl9pPr>
          </a:lstStyle>
          <a:p>
            <a:pPr lvl="0" rtl="0"/>
            <a:r>
              <a:rPr lang="it-IT"/>
              <a:t>Fare clic per inserire il testo</a:t>
            </a:r>
          </a:p>
        </p:txBody>
      </p: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3496322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uppo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7659974" y="4456458"/>
            <a:ext cx="465456" cy="581432"/>
            <a:chOff x="7843462" y="2744546"/>
            <a:chExt cx="465456" cy="581432"/>
          </a:xfrm>
        </p:grpSpPr>
        <p:sp>
          <p:nvSpPr>
            <p:cNvPr id="19" name="Elemento grafico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1" name="Elemento grafico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3" name="Elemento grafico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  <p:sp>
        <p:nvSpPr>
          <p:cNvPr id="5" name="Segnaposto immagine 14">
            <a:extLst>
              <a:ext uri="{FF2B5EF4-FFF2-40B4-BE49-F238E27FC236}">
                <a16:creationId xmlns:a16="http://schemas.microsoft.com/office/drawing/2014/main" id="{5DDB7824-50BA-B12F-AD49-CA8953CA3A0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36252" y="3205313"/>
            <a:ext cx="3043077" cy="3043083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rtlCol="0" anchor="t" anchorCtr="0">
            <a:noAutofit/>
          </a:bodyPr>
          <a:lstStyle>
            <a:lvl1pPr algn="ctr">
              <a:buNone/>
              <a:defRPr lang="it-IT" sz="18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Fai clic per aggiungere un'immagine</a:t>
            </a:r>
          </a:p>
        </p:txBody>
      </p:sp>
    </p:spTree>
    <p:extLst>
      <p:ext uri="{BB962C8B-B14F-4D97-AF65-F5344CB8AC3E}">
        <p14:creationId xmlns:p14="http://schemas.microsoft.com/office/powerpoint/2010/main" val="6526456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, immagine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14800" y="640080"/>
            <a:ext cx="7498080" cy="1280160"/>
          </a:xfrm>
        </p:spPr>
        <p:txBody>
          <a:bodyPr lIns="0" tIns="0" rIns="0" bIns="0" rtlCol="0" anchor="b" anchorCtr="0"/>
          <a:lstStyle>
            <a:lvl1pPr>
              <a:defRPr lang="it-IT" sz="4000" b="1" cap="all" spc="0" baseline="0"/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2376"/>
            <a:ext cx="520991" cy="517379"/>
          </a:xfrm>
        </p:spPr>
        <p:txBody>
          <a:bodyPr rtlCol="0" anchor="t" anchorCtr="0"/>
          <a:lstStyle>
            <a:lvl1pPr>
              <a:defRPr lang="it-IT">
                <a:solidFill>
                  <a:schemeClr val="accent2"/>
                </a:solidFill>
              </a:defRPr>
            </a:lvl1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15" name="Segnaposto immagine 14">
            <a:extLst>
              <a:ext uri="{FF2B5EF4-FFF2-40B4-BE49-F238E27FC236}">
                <a16:creationId xmlns:a16="http://schemas.microsoft.com/office/drawing/2014/main" id="{E62FC6D8-DD87-4B93-8491-43C84EE63FE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317615" y="895646"/>
            <a:ext cx="1956925" cy="1956928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" rtlCol="0" anchor="t" anchorCtr="0">
            <a:noAutofit/>
          </a:bodyPr>
          <a:lstStyle>
            <a:lvl1pPr algn="ctr">
              <a:buNone/>
              <a:defRPr lang="it-IT" sz="1800"/>
            </a:lvl1pPr>
          </a:lstStyle>
          <a:p>
            <a:pPr rtl="0"/>
            <a:r>
              <a:rPr lang="it-IT"/>
              <a:t>Fai clic per aggiungere un'immagine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14800" y="2194560"/>
            <a:ext cx="7498080" cy="4023360"/>
          </a:xfrm>
        </p:spPr>
        <p:txBody>
          <a:bodyPr lIns="0" tIns="0" rIns="0" bIns="0" rtlCol="0">
            <a:noAutofit/>
          </a:bodyPr>
          <a:lstStyle>
            <a:lvl1pPr marL="0" indent="0">
              <a:lnSpc>
                <a:spcPct val="110000"/>
              </a:lnSpc>
              <a:buNone/>
              <a:defRPr lang="it-IT" sz="1800"/>
            </a:lvl1pPr>
            <a:lvl2pPr marL="228600">
              <a:defRPr lang="it-IT" sz="1600"/>
            </a:lvl2pPr>
            <a:lvl3pPr marL="457200">
              <a:defRPr lang="it-IT" sz="1400"/>
            </a:lvl3pPr>
            <a:lvl4pPr marL="685800">
              <a:defRPr lang="it-IT" sz="1200"/>
            </a:lvl4pPr>
            <a:lvl5pPr>
              <a:defRPr lang="it-IT" sz="14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</p:txBody>
      </p:sp>
      <p:grpSp>
        <p:nvGrpSpPr>
          <p:cNvPr id="7" name="Gruppo 6">
            <a:extLst>
              <a:ext uri="{FF2B5EF4-FFF2-40B4-BE49-F238E27FC236}">
                <a16:creationId xmlns:a16="http://schemas.microsoft.com/office/drawing/2014/main" id="{758B5E78-A531-681D-1312-F21B52D066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2970685" y="620661"/>
            <a:ext cx="403448" cy="381782"/>
            <a:chOff x="10969280" y="1780012"/>
            <a:chExt cx="403448" cy="381782"/>
          </a:xfrm>
        </p:grpSpPr>
        <p:sp>
          <p:nvSpPr>
            <p:cNvPr id="17" name="Elemento grafico 10">
              <a:extLst>
                <a:ext uri="{FF2B5EF4-FFF2-40B4-BE49-F238E27FC236}">
                  <a16:creationId xmlns:a16="http://schemas.microsoft.com/office/drawing/2014/main" id="{AAD06B87-D9B2-4F94-B734-A8F039A203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281590" y="2070656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2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19" name="Elemento grafico 11">
              <a:extLst>
                <a:ext uri="{FF2B5EF4-FFF2-40B4-BE49-F238E27FC236}">
                  <a16:creationId xmlns:a16="http://schemas.microsoft.com/office/drawing/2014/main" id="{BB13A13C-36EA-4B13-9175-C5FE95B34D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969280" y="1780012"/>
              <a:ext cx="139039" cy="139039"/>
            </a:xfrm>
            <a:custGeom>
              <a:avLst/>
              <a:gdLst>
                <a:gd name="connsiteX0" fmla="*/ 129602 w 139039"/>
                <a:gd name="connsiteY0" fmla="*/ 60082 h 139039"/>
                <a:gd name="connsiteX1" fmla="*/ 78957 w 139039"/>
                <a:gd name="connsiteY1" fmla="*/ 60082 h 139039"/>
                <a:gd name="connsiteX2" fmla="*/ 78957 w 139039"/>
                <a:gd name="connsiteY2" fmla="*/ 9437 h 139039"/>
                <a:gd name="connsiteX3" fmla="*/ 69520 w 139039"/>
                <a:gd name="connsiteY3" fmla="*/ 0 h 139039"/>
                <a:gd name="connsiteX4" fmla="*/ 60082 w 139039"/>
                <a:gd name="connsiteY4" fmla="*/ 9437 h 139039"/>
                <a:gd name="connsiteX5" fmla="*/ 60082 w 139039"/>
                <a:gd name="connsiteY5" fmla="*/ 60082 h 139039"/>
                <a:gd name="connsiteX6" fmla="*/ 9437 w 139039"/>
                <a:gd name="connsiteY6" fmla="*/ 60082 h 139039"/>
                <a:gd name="connsiteX7" fmla="*/ 0 w 139039"/>
                <a:gd name="connsiteY7" fmla="*/ 69520 h 139039"/>
                <a:gd name="connsiteX8" fmla="*/ 9437 w 139039"/>
                <a:gd name="connsiteY8" fmla="*/ 78957 h 139039"/>
                <a:gd name="connsiteX9" fmla="*/ 60082 w 139039"/>
                <a:gd name="connsiteY9" fmla="*/ 78957 h 139039"/>
                <a:gd name="connsiteX10" fmla="*/ 60082 w 139039"/>
                <a:gd name="connsiteY10" fmla="*/ 129602 h 139039"/>
                <a:gd name="connsiteX11" fmla="*/ 69520 w 139039"/>
                <a:gd name="connsiteY11" fmla="*/ 139039 h 139039"/>
                <a:gd name="connsiteX12" fmla="*/ 78957 w 139039"/>
                <a:gd name="connsiteY12" fmla="*/ 129602 h 139039"/>
                <a:gd name="connsiteX13" fmla="*/ 78957 w 139039"/>
                <a:gd name="connsiteY13" fmla="*/ 78957 h 139039"/>
                <a:gd name="connsiteX14" fmla="*/ 129602 w 139039"/>
                <a:gd name="connsiteY14" fmla="*/ 78957 h 139039"/>
                <a:gd name="connsiteX15" fmla="*/ 139039 w 139039"/>
                <a:gd name="connsiteY15" fmla="*/ 69520 h 139039"/>
                <a:gd name="connsiteX16" fmla="*/ 129602 w 139039"/>
                <a:gd name="connsiteY16" fmla="*/ 60082 h 13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9" h="139039">
                  <a:moveTo>
                    <a:pt x="129602" y="60082"/>
                  </a:moveTo>
                  <a:lnTo>
                    <a:pt x="78957" y="60082"/>
                  </a:lnTo>
                  <a:lnTo>
                    <a:pt x="78957" y="9437"/>
                  </a:lnTo>
                  <a:cubicBezTo>
                    <a:pt x="78957" y="4225"/>
                    <a:pt x="74731" y="0"/>
                    <a:pt x="69520" y="0"/>
                  </a:cubicBezTo>
                  <a:cubicBezTo>
                    <a:pt x="64308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8"/>
                    <a:pt x="0" y="69520"/>
                  </a:cubicBezTo>
                  <a:cubicBezTo>
                    <a:pt x="0" y="74731"/>
                    <a:pt x="4225" y="78957"/>
                    <a:pt x="9437" y="78957"/>
                  </a:cubicBezTo>
                  <a:lnTo>
                    <a:pt x="60082" y="78957"/>
                  </a:lnTo>
                  <a:lnTo>
                    <a:pt x="60082" y="129602"/>
                  </a:lnTo>
                  <a:cubicBezTo>
                    <a:pt x="60082" y="134814"/>
                    <a:pt x="64308" y="139039"/>
                    <a:pt x="69520" y="139039"/>
                  </a:cubicBezTo>
                  <a:cubicBezTo>
                    <a:pt x="74731" y="139039"/>
                    <a:pt x="78957" y="134814"/>
                    <a:pt x="78957" y="129602"/>
                  </a:cubicBezTo>
                  <a:lnTo>
                    <a:pt x="78957" y="78957"/>
                  </a:lnTo>
                  <a:lnTo>
                    <a:pt x="129602" y="78957"/>
                  </a:lnTo>
                  <a:cubicBezTo>
                    <a:pt x="134814" y="78957"/>
                    <a:pt x="139039" y="74731"/>
                    <a:pt x="139039" y="69520"/>
                  </a:cubicBezTo>
                  <a:cubicBezTo>
                    <a:pt x="139039" y="64308"/>
                    <a:pt x="134814" y="60082"/>
                    <a:pt x="129602" y="60082"/>
                  </a:cubicBezTo>
                  <a:close/>
                </a:path>
              </a:pathLst>
            </a:custGeom>
            <a:solidFill>
              <a:schemeClr val="accent2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  <p:sp>
        <p:nvSpPr>
          <p:cNvPr id="4" name="Segnaposto piè di pagina 8">
            <a:extLst>
              <a:ext uri="{FF2B5EF4-FFF2-40B4-BE49-F238E27FC236}">
                <a16:creationId xmlns:a16="http://schemas.microsoft.com/office/drawing/2014/main" id="{5189CAD3-7011-6481-11F8-05B5CB106F0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280160" y="6356350"/>
            <a:ext cx="4114800" cy="365125"/>
          </a:xfrm>
        </p:spPr>
        <p:txBody>
          <a:bodyPr lIns="0" rIns="91440" rtlCol="0"/>
          <a:lstStyle>
            <a:lvl1pPr algn="l">
              <a:defRPr lang="it-IT"/>
            </a:lvl1pPr>
          </a:lstStyle>
          <a:p>
            <a:pPr rtl="0"/>
            <a:endParaRPr lang="it-IT" dirty="0"/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CB7CB27F-7A56-A747-A4D6-5627C24638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7111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 + sottotitolo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80159" y="3383280"/>
            <a:ext cx="10302240" cy="1852046"/>
          </a:xfrm>
        </p:spPr>
        <p:txBody>
          <a:bodyPr lIns="0" tIns="274320" rIns="0" bIns="0" rtlCol="0" anchor="t" anchorCtr="0"/>
          <a:lstStyle>
            <a:lvl1pPr algn="l">
              <a:lnSpc>
                <a:spcPts val="5400"/>
              </a:lnSpc>
              <a:defRPr lang="it-IT" sz="5400" b="1" i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80158" y="2966886"/>
            <a:ext cx="10302237" cy="397191"/>
          </a:xfrm>
        </p:spPr>
        <p:txBody>
          <a:bodyPr lIns="0" tIns="0" rIns="0" bIns="0" rtlCol="0" anchor="b" anchorCtr="0">
            <a:normAutofit/>
          </a:bodyPr>
          <a:lstStyle>
            <a:lvl1pPr marL="0" indent="0" algn="l">
              <a:buNone/>
              <a:defRPr lang="it-IT" sz="2400">
                <a:solidFill>
                  <a:schemeClr val="bg1"/>
                </a:solidFill>
              </a:defRPr>
            </a:lvl1pPr>
            <a:lvl2pPr marL="457200" indent="0" algn="ctr">
              <a:buNone/>
              <a:defRPr lang="it-IT" sz="2000"/>
            </a:lvl2pPr>
            <a:lvl3pPr marL="914400" indent="0" algn="ctr">
              <a:buNone/>
              <a:defRPr lang="it-IT" sz="1800"/>
            </a:lvl3pPr>
            <a:lvl4pPr marL="1371600" indent="0" algn="ctr">
              <a:buNone/>
              <a:defRPr lang="it-IT" sz="1600"/>
            </a:lvl4pPr>
            <a:lvl5pPr marL="1828800" indent="0" algn="ctr">
              <a:buNone/>
              <a:defRPr lang="it-IT" sz="1600"/>
            </a:lvl5pPr>
            <a:lvl6pPr marL="2286000" indent="0" algn="ctr">
              <a:buNone/>
              <a:defRPr lang="it-IT" sz="1600"/>
            </a:lvl6pPr>
            <a:lvl7pPr marL="2743200" indent="0" algn="ctr">
              <a:buNone/>
              <a:defRPr lang="it-IT" sz="1600"/>
            </a:lvl7pPr>
            <a:lvl8pPr marL="3200400" indent="0" algn="ctr">
              <a:buNone/>
              <a:defRPr lang="it-IT" sz="1600"/>
            </a:lvl8pPr>
            <a:lvl9pPr marL="3657600" indent="0" algn="ctr">
              <a:buNone/>
              <a:defRPr lang="it-IT" sz="1600"/>
            </a:lvl9pPr>
          </a:lstStyle>
          <a:p>
            <a:pPr lvl="0" rtl="0"/>
            <a:r>
              <a:rPr lang="it-IT"/>
              <a:t>Fare clic per inserire il testo</a:t>
            </a:r>
          </a:p>
        </p:txBody>
      </p:sp>
      <p:grpSp>
        <p:nvGrpSpPr>
          <p:cNvPr id="4" name="Gruppo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97692" y="620298"/>
            <a:ext cx="465456" cy="581432"/>
            <a:chOff x="7843462" y="2744546"/>
            <a:chExt cx="465456" cy="581432"/>
          </a:xfrm>
        </p:grpSpPr>
        <p:sp>
          <p:nvSpPr>
            <p:cNvPr id="19" name="Elemento grafico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1" name="Elemento grafico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3" name="Elemento grafico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57912362-D30D-7B0B-BA94-0993B1EBC4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0"/>
            <a:ext cx="0" cy="2775857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76449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60" y="685800"/>
            <a:ext cx="9137012" cy="1280160"/>
          </a:xfrm>
        </p:spPr>
        <p:txBody>
          <a:bodyPr lIns="0" tIns="0" rIns="0" bIns="0" rtlCol="0"/>
          <a:lstStyle>
            <a:lvl1pPr>
              <a:defRPr lang="it-IT" sz="4000" b="1" cap="all" spc="0" baseline="0"/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15" name="Segnaposto numero diapositiva 14">
            <a:extLst>
              <a:ext uri="{FF2B5EF4-FFF2-40B4-BE49-F238E27FC236}">
                <a16:creationId xmlns:a16="http://schemas.microsoft.com/office/drawing/2014/main" id="{0F91A5DB-A2CA-1D70-9A06-3869A288C9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80160" y="2327440"/>
            <a:ext cx="4846320" cy="4040574"/>
          </a:xfrm>
        </p:spPr>
        <p:txBody>
          <a:bodyPr lIns="0" tIns="0" rIns="0" bIns="0" rtlCol="0">
            <a:normAutofit/>
          </a:bodyPr>
          <a:lstStyle>
            <a:lvl1pPr marL="0" indent="0">
              <a:spcAft>
                <a:spcPts val="0"/>
              </a:spcAft>
              <a:buNone/>
              <a:defRPr lang="it-IT" sz="1800"/>
            </a:lvl1pPr>
            <a:lvl2pPr marL="228600">
              <a:spcBef>
                <a:spcPts val="1200"/>
              </a:spcBef>
              <a:defRPr lang="it-IT" sz="1800"/>
            </a:lvl2pPr>
            <a:lvl3pPr marL="685800">
              <a:spcBef>
                <a:spcPts val="1200"/>
              </a:spcBef>
              <a:defRPr lang="it-IT" sz="1800"/>
            </a:lvl3pPr>
            <a:lvl4pPr marL="1143000">
              <a:spcBef>
                <a:spcPts val="1200"/>
              </a:spcBef>
              <a:defRPr lang="it-IT" sz="1800"/>
            </a:lvl4pPr>
            <a:lvl5pPr marL="1600200">
              <a:spcBef>
                <a:spcPts val="1200"/>
              </a:spcBef>
              <a:defRPr lang="it-IT" sz="18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723402" y="2327441"/>
            <a:ext cx="4846320" cy="4040574"/>
          </a:xfrm>
        </p:spPr>
        <p:txBody>
          <a:bodyPr lIns="0" tIns="0" rIns="0" bIns="0" rtlCol="0">
            <a:normAutofit/>
          </a:bodyPr>
          <a:lstStyle>
            <a:lvl1pPr marL="0" indent="0">
              <a:spcAft>
                <a:spcPts val="0"/>
              </a:spcAft>
              <a:buNone/>
              <a:defRPr lang="it-IT" sz="1800"/>
            </a:lvl1pPr>
            <a:lvl2pPr marL="228600">
              <a:spcBef>
                <a:spcPts val="1200"/>
              </a:spcBef>
              <a:defRPr lang="it-IT" sz="1800"/>
            </a:lvl2pPr>
            <a:lvl3pPr marL="685800">
              <a:spcBef>
                <a:spcPts val="1200"/>
              </a:spcBef>
              <a:defRPr lang="it-IT" sz="1800"/>
            </a:lvl3pPr>
            <a:lvl4pPr marL="1143000">
              <a:spcBef>
                <a:spcPts val="1200"/>
              </a:spcBef>
              <a:defRPr lang="it-IT" sz="1800"/>
            </a:lvl4pPr>
            <a:lvl5pPr marL="1600200">
              <a:spcBef>
                <a:spcPts val="1200"/>
              </a:spcBef>
              <a:defRPr lang="it-IT" sz="18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160F34ED-DA60-4CC2-B735-B0EC5D9FEA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Elemento grafico 15">
            <a:extLst>
              <a:ext uri="{FF2B5EF4-FFF2-40B4-BE49-F238E27FC236}">
                <a16:creationId xmlns:a16="http://schemas.microsoft.com/office/drawing/2014/main" id="{A9475260-301F-4744-B1DA-7B00F6FB43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508317" y="492206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14" name="Elemento grafico 16">
            <a:extLst>
              <a:ext uri="{FF2B5EF4-FFF2-40B4-BE49-F238E27FC236}">
                <a16:creationId xmlns:a16="http://schemas.microsoft.com/office/drawing/2014/main" id="{9BBD3F4B-0836-48C5-AC68-747456D1DD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477944" y="1055581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2"/>
          </a:solidFill>
          <a:ln w="610" cap="flat">
            <a:noFill/>
            <a:prstDash val="solid"/>
            <a:miter/>
          </a:ln>
        </p:spPr>
        <p:txBody>
          <a:bodyPr rtlCol="0" anchor="ctr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16" name="Elemento grafico 14">
            <a:extLst>
              <a:ext uri="{FF2B5EF4-FFF2-40B4-BE49-F238E27FC236}">
                <a16:creationId xmlns:a16="http://schemas.microsoft.com/office/drawing/2014/main" id="{9B4398D5-99F4-4F83-AA77-9B4177648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41555" y="44663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13" name="Segnaposto piè di pagina 12">
            <a:extLst>
              <a:ext uri="{FF2B5EF4-FFF2-40B4-BE49-F238E27FC236}">
                <a16:creationId xmlns:a16="http://schemas.microsoft.com/office/drawing/2014/main" id="{6D6A69CF-70D6-AB12-CD8B-FD75B7EE14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rtlCol="0"/>
          <a:lstStyle>
            <a:lvl1pPr algn="l">
              <a:defRPr lang="it-IT"/>
            </a:lvl1pPr>
          </a:lstStyle>
          <a:p>
            <a:pPr rtl="0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9375955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ron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tangolo 7">
            <a:extLst>
              <a:ext uri="{FF2B5EF4-FFF2-40B4-BE49-F238E27FC236}">
                <a16:creationId xmlns:a16="http://schemas.microsoft.com/office/drawing/2014/main" id="{F9EFE408-BFE1-16DC-F7C6-47F55C171A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2992" y="0"/>
            <a:ext cx="5779008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4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it-IT"/>
            </a:defPPr>
          </a:lstStyle>
          <a:p>
            <a:pPr algn="ctr" rtl="0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5572" y="685800"/>
            <a:ext cx="4754880" cy="5670550"/>
          </a:xfrm>
        </p:spPr>
        <p:txBody>
          <a:bodyPr lIns="0" tIns="0" rIns="0" bIns="0" rtlCol="0" anchor="ctr" anchorCtr="0"/>
          <a:lstStyle>
            <a:lvl1pPr algn="l">
              <a:defRPr lang="it-IT" sz="4000" b="1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per modificare lo stile del titolo dello schema</a:t>
            </a:r>
          </a:p>
        </p:txBody>
      </p:sp>
      <p:sp>
        <p:nvSpPr>
          <p:cNvPr id="22" name="Segnaposto numero diapositiva 21">
            <a:extLst>
              <a:ext uri="{FF2B5EF4-FFF2-40B4-BE49-F238E27FC236}">
                <a16:creationId xmlns:a16="http://schemas.microsoft.com/office/drawing/2014/main" id="{4C0ED5DD-6381-0FFD-7B45-D21179A39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4" name="Segnaposto contenuto 5">
            <a:extLst>
              <a:ext uri="{FF2B5EF4-FFF2-40B4-BE49-F238E27FC236}">
                <a16:creationId xmlns:a16="http://schemas.microsoft.com/office/drawing/2014/main" id="{F042E432-AE48-385B-DEA1-32129394CE76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1279526" y="1533524"/>
            <a:ext cx="4663440" cy="1895475"/>
          </a:xfrm>
        </p:spPr>
        <p:txBody>
          <a:bodyPr lIns="0" tIns="0" rIns="0" bIns="0" rtlCol="0" anchor="t" anchorCtr="0">
            <a:noAutofit/>
          </a:bodyPr>
          <a:lstStyle>
            <a:lvl1pPr marL="342900" indent="-512064">
              <a:spcBef>
                <a:spcPts val="1000"/>
              </a:spcBef>
              <a:buFont typeface="+mj-lt"/>
              <a:buAutoNum type="arabicPeriod"/>
              <a:defRPr lang="it-IT" sz="1800"/>
            </a:lvl1pPr>
            <a:lvl2pPr marL="1028700" indent="-342900">
              <a:spcBef>
                <a:spcPts val="1200"/>
              </a:spcBef>
              <a:buFont typeface="+mj-lt"/>
              <a:buAutoNum type="alphaLcPeriod"/>
              <a:defRPr lang="it-IT" sz="1800"/>
            </a:lvl2pPr>
            <a:lvl3pPr marL="1257300" indent="-342900">
              <a:spcBef>
                <a:spcPts val="1200"/>
              </a:spcBef>
              <a:buFont typeface="+mj-lt"/>
              <a:buAutoNum type="arabicParenR"/>
              <a:defRPr lang="it-IT" sz="1800"/>
            </a:lvl3pPr>
            <a:lvl4pPr marL="1714500" indent="-342900">
              <a:spcBef>
                <a:spcPts val="1200"/>
              </a:spcBef>
              <a:buFont typeface="+mj-lt"/>
              <a:buAutoNum type="alphaLcParenR"/>
              <a:defRPr lang="it-IT" sz="1800"/>
            </a:lvl4pPr>
            <a:lvl5pPr marL="2228850" indent="-400050">
              <a:spcBef>
                <a:spcPts val="1200"/>
              </a:spcBef>
              <a:buFont typeface="+mj-lt"/>
              <a:buAutoNum type="romanLcPeriod"/>
              <a:defRPr lang="it-IT" sz="18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7" name="Segnaposto contenuto 5">
            <a:extLst>
              <a:ext uri="{FF2B5EF4-FFF2-40B4-BE49-F238E27FC236}">
                <a16:creationId xmlns:a16="http://schemas.microsoft.com/office/drawing/2014/main" id="{DF111B2E-0535-57E2-FE92-620F9307A956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280160" y="3482974"/>
            <a:ext cx="4663440" cy="1190033"/>
          </a:xfrm>
        </p:spPr>
        <p:txBody>
          <a:bodyPr lIns="0" tIns="0" rIns="0" bIns="0" rtlCol="0" anchor="t" anchorCtr="0">
            <a:noAutofit/>
          </a:bodyPr>
          <a:lstStyle>
            <a:lvl1pPr marL="0" indent="0">
              <a:spcBef>
                <a:spcPts val="1200"/>
              </a:spcBef>
              <a:buNone/>
              <a:defRPr lang="it-IT" sz="1800"/>
            </a:lvl1pPr>
            <a:lvl2pPr marL="457200" indent="0">
              <a:spcBef>
                <a:spcPts val="1200"/>
              </a:spcBef>
              <a:buNone/>
              <a:defRPr lang="it-IT" sz="1600"/>
            </a:lvl2pPr>
            <a:lvl3pPr marL="914400" indent="0">
              <a:spcBef>
                <a:spcPts val="1200"/>
              </a:spcBef>
              <a:buNone/>
              <a:defRPr lang="it-IT" sz="1400"/>
            </a:lvl3pPr>
            <a:lvl4pPr marL="1371600" indent="0">
              <a:spcBef>
                <a:spcPts val="1200"/>
              </a:spcBef>
              <a:buNone/>
              <a:defRPr lang="it-IT" sz="1200"/>
            </a:lvl4pPr>
            <a:lvl5pPr marL="1828800" indent="0">
              <a:spcBef>
                <a:spcPts val="1200"/>
              </a:spcBef>
              <a:buNone/>
              <a:defRPr lang="it-IT" sz="1200"/>
            </a:lvl5pPr>
          </a:lstStyle>
          <a:p>
            <a:pPr lvl="0" rtl="0"/>
            <a:r>
              <a:rPr lang="it-IT"/>
              <a:t>Fare clic per inserire il testo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1280160" y="4692058"/>
            <a:ext cx="4663440" cy="1584918"/>
          </a:xfrm>
        </p:spPr>
        <p:txBody>
          <a:bodyPr lIns="0" tIns="0" rIns="0" bIns="0" rtlCol="0" anchor="t" anchorCtr="0">
            <a:noAutofit/>
          </a:bodyPr>
          <a:lstStyle>
            <a:lvl1pPr>
              <a:spcBef>
                <a:spcPts val="1200"/>
              </a:spcBef>
              <a:defRPr lang="it-IT" sz="1800"/>
            </a:lvl1pPr>
            <a:lvl2pPr>
              <a:spcBef>
                <a:spcPts val="1200"/>
              </a:spcBef>
              <a:defRPr lang="it-IT" sz="1600"/>
            </a:lvl2pPr>
            <a:lvl3pPr>
              <a:spcBef>
                <a:spcPts val="1200"/>
              </a:spcBef>
              <a:defRPr lang="it-IT" sz="1400"/>
            </a:lvl3pPr>
            <a:lvl4pPr>
              <a:spcBef>
                <a:spcPts val="1200"/>
              </a:spcBef>
              <a:defRPr lang="it-IT" sz="1200"/>
            </a:lvl4pPr>
            <a:lvl5pPr>
              <a:spcBef>
                <a:spcPts val="1200"/>
              </a:spcBef>
              <a:defRPr lang="it-IT" sz="12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21" name="Segnaposto piè di pagina 20">
            <a:extLst>
              <a:ext uri="{FF2B5EF4-FFF2-40B4-BE49-F238E27FC236}">
                <a16:creationId xmlns:a16="http://schemas.microsoft.com/office/drawing/2014/main" id="{34C23E1A-9E5E-DA12-8E11-83F486766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 rIns="91440" rtlCol="0"/>
          <a:lstStyle>
            <a:lvl1pPr algn="l">
              <a:defRPr lang="it-IT"/>
            </a:lvl1pPr>
          </a:lstStyle>
          <a:p>
            <a:pPr rtl="0"/>
            <a:endParaRPr lang="it-IT" dirty="0"/>
          </a:p>
        </p:txBody>
      </p:sp>
      <p:cxnSp>
        <p:nvCxnSpPr>
          <p:cNvPr id="23" name="Connettore diritto 22">
            <a:extLst>
              <a:ext uri="{FF2B5EF4-FFF2-40B4-BE49-F238E27FC236}">
                <a16:creationId xmlns:a16="http://schemas.microsoft.com/office/drawing/2014/main" id="{E3FE6E42-6A8F-C459-87EE-E2A5BAFA85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93202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contenu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60" y="301752"/>
            <a:ext cx="4663438" cy="2441448"/>
          </a:xfrm>
        </p:spPr>
        <p:txBody>
          <a:bodyPr lIns="0" tIns="0" rIns="0" bIns="0" rtlCol="0" anchor="ctr" anchorCtr="0"/>
          <a:lstStyle>
            <a:lvl1pPr algn="l">
              <a:lnSpc>
                <a:spcPts val="4000"/>
              </a:lnSpc>
              <a:spcBef>
                <a:spcPts val="1000"/>
              </a:spcBef>
              <a:defRPr lang="it-IT" sz="4000" b="1" i="0" cap="all" spc="0" baseline="0"/>
            </a:lvl1pPr>
          </a:lstStyle>
          <a:p>
            <a:pPr rtl="0"/>
            <a:r>
              <a:rPr lang="it-IT"/>
              <a:t>Fare clic per modificare lo stile del titolo dello schema</a:t>
            </a:r>
            <a:endParaRPr lang="it-IT" dirty="0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401EAA4-F44C-4C1F-B8E3-1A3005300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6630"/>
            <a:ext cx="520991" cy="517379"/>
          </a:xfrm>
        </p:spPr>
        <p:txBody>
          <a:bodyPr rtlCol="0"/>
          <a:lstStyle>
            <a:lvl1pPr>
              <a:defRPr lang="it-IT">
                <a:solidFill>
                  <a:schemeClr val="accent2"/>
                </a:solidFill>
              </a:defRPr>
            </a:lvl1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8" name="Segnaposto testo 4">
            <a:extLst>
              <a:ext uri="{FF2B5EF4-FFF2-40B4-BE49-F238E27FC236}">
                <a16:creationId xmlns:a16="http://schemas.microsoft.com/office/drawing/2014/main" id="{9FB40175-FA51-DA14-A5B2-CD06DE6ECC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80161" y="2777067"/>
            <a:ext cx="4663440" cy="3550581"/>
          </a:xfrm>
        </p:spPr>
        <p:txBody>
          <a:bodyPr lIns="0" tIns="0" rIns="0" bIns="0" rtlCol="0">
            <a:noAutofit/>
          </a:bodyPr>
          <a:lstStyle>
            <a:lvl1pPr marL="0" indent="0">
              <a:lnSpc>
                <a:spcPct val="110000"/>
              </a:lnSpc>
              <a:buNone/>
              <a:defRPr lang="it-IT" sz="1800"/>
            </a:lvl1pPr>
            <a:lvl2pPr marL="228600">
              <a:lnSpc>
                <a:spcPct val="110000"/>
              </a:lnSpc>
              <a:defRPr lang="it-IT" sz="1600"/>
            </a:lvl2pPr>
            <a:lvl3pPr marL="457200">
              <a:lnSpc>
                <a:spcPct val="110000"/>
              </a:lnSpc>
              <a:defRPr lang="it-IT" sz="1400"/>
            </a:lvl3pPr>
            <a:lvl4pPr marL="685800">
              <a:lnSpc>
                <a:spcPct val="110000"/>
              </a:lnSpc>
              <a:defRPr lang="it-IT" sz="1200"/>
            </a:lvl4pPr>
            <a:lvl5pPr marL="914400">
              <a:lnSpc>
                <a:spcPct val="110000"/>
              </a:lnSpc>
              <a:defRPr lang="it-IT" sz="1200"/>
            </a:lvl5pPr>
          </a:lstStyle>
          <a:p>
            <a:pPr lvl="0" rtl="0"/>
            <a:r>
              <a:rPr lang="it-IT"/>
              <a:t>Fare clic per modificare gli stili del testo dello schema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515930B2-E36D-4D05-A6B3-CA1BF61D50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2089" y="0"/>
            <a:ext cx="5779911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it-IT"/>
            </a:defPPr>
          </a:lstStyle>
          <a:p>
            <a:pPr algn="ctr" rtl="0"/>
            <a:endParaRPr lang="it-IT" dirty="0"/>
          </a:p>
        </p:txBody>
      </p:sp>
      <p:sp>
        <p:nvSpPr>
          <p:cNvPr id="13" name="Segnaposto immagine 12">
            <a:extLst>
              <a:ext uri="{FF2B5EF4-FFF2-40B4-BE49-F238E27FC236}">
                <a16:creationId xmlns:a16="http://schemas.microsoft.com/office/drawing/2014/main" id="{9CEC7E0F-60E8-418B-978D-C607C82E97F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695553" y="301752"/>
            <a:ext cx="5221224" cy="6263640"/>
          </a:xfrm>
        </p:spPr>
        <p:txBody>
          <a:bodyPr tIns="914400" rtlCol="0" anchor="t" anchorCtr="0"/>
          <a:lstStyle>
            <a:lvl1pPr algn="ctr">
              <a:buNone/>
              <a:defRPr lang="it-IT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Fai clic per aggiungere un'immagine</a:t>
            </a:r>
          </a:p>
        </p:txBody>
      </p:sp>
      <p:sp>
        <p:nvSpPr>
          <p:cNvPr id="10" name="Segnaposto piè di pagina 8">
            <a:extLst>
              <a:ext uri="{FF2B5EF4-FFF2-40B4-BE49-F238E27FC236}">
                <a16:creationId xmlns:a16="http://schemas.microsoft.com/office/drawing/2014/main" id="{7A4AE671-C203-0370-2888-FC8F7D444D1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280160" y="6356350"/>
            <a:ext cx="4434825" cy="365125"/>
          </a:xfrm>
        </p:spPr>
        <p:txBody>
          <a:bodyPr rtlCol="0"/>
          <a:lstStyle>
            <a:lvl1pPr algn="l">
              <a:defRPr lang="it-IT"/>
            </a:lvl1pPr>
          </a:lstStyle>
          <a:p>
            <a:pPr rtl="0"/>
            <a:endParaRPr lang="it-IT" dirty="0"/>
          </a:p>
        </p:txBody>
      </p:sp>
      <p:cxnSp>
        <p:nvCxnSpPr>
          <p:cNvPr id="3" name="Connettore diritto 2">
            <a:extLst>
              <a:ext uri="{FF2B5EF4-FFF2-40B4-BE49-F238E27FC236}">
                <a16:creationId xmlns:a16="http://schemas.microsoft.com/office/drawing/2014/main" id="{1792BFA8-57AD-0B5C-2534-1E862B58DA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5127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6807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immagi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59" y="640080"/>
            <a:ext cx="4815836" cy="2103120"/>
          </a:xfrm>
        </p:spPr>
        <p:txBody>
          <a:bodyPr lIns="0" tIns="0" rIns="0" bIns="0" rtlCol="0" anchor="ctr" anchorCtr="0"/>
          <a:lstStyle>
            <a:lvl1pPr algn="l">
              <a:defRPr lang="it-IT" sz="4000" b="1" cap="all" spc="0" baseline="0">
                <a:solidFill>
                  <a:schemeClr val="tx1"/>
                </a:solidFill>
              </a:defRPr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16" name="Segnaposto numero diapositiva 15">
            <a:extLst>
              <a:ext uri="{FF2B5EF4-FFF2-40B4-BE49-F238E27FC236}">
                <a16:creationId xmlns:a16="http://schemas.microsoft.com/office/drawing/2014/main" id="{6183E8BD-29F0-8F9F-FC7D-73F8067BCDD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 rtlCol="0"/>
          <a:lstStyle>
            <a:lvl1pPr>
              <a:defRPr lang="it-IT">
                <a:solidFill>
                  <a:schemeClr val="accent2"/>
                </a:solidFill>
              </a:defRPr>
            </a:lvl1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15" name="Segnaposto contenuto 2">
            <a:extLst>
              <a:ext uri="{FF2B5EF4-FFF2-40B4-BE49-F238E27FC236}">
                <a16:creationId xmlns:a16="http://schemas.microsoft.com/office/drawing/2014/main" id="{5C983CA3-739C-6C20-AFE0-0997370354B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531427" y="640080"/>
            <a:ext cx="5122889" cy="2103120"/>
          </a:xfrm>
        </p:spPr>
        <p:txBody>
          <a:bodyPr lIns="0" tIns="0" rIns="0" bIns="0" rtlCol="0" anchor="ctr" anchorCtr="0">
            <a:normAutofit/>
          </a:bodyPr>
          <a:lstStyle>
            <a:lvl1pPr marL="0" indent="0">
              <a:lnSpc>
                <a:spcPct val="110000"/>
              </a:lnSpc>
              <a:buNone/>
              <a:defRPr lang="it-IT" sz="1800">
                <a:solidFill>
                  <a:schemeClr val="tx1"/>
                </a:solidFill>
              </a:defRPr>
            </a:lvl1pPr>
            <a:lvl2pPr marL="228600">
              <a:lnSpc>
                <a:spcPct val="100000"/>
              </a:lnSpc>
              <a:defRPr lang="it-IT" sz="1600">
                <a:solidFill>
                  <a:schemeClr val="tx1"/>
                </a:solidFill>
              </a:defRPr>
            </a:lvl2pPr>
            <a:lvl3pPr marL="457200">
              <a:lnSpc>
                <a:spcPct val="100000"/>
              </a:lnSpc>
              <a:defRPr lang="it-IT" sz="1400">
                <a:solidFill>
                  <a:schemeClr val="tx1"/>
                </a:solidFill>
              </a:defRPr>
            </a:lvl3pPr>
            <a:lvl4pPr marL="685800">
              <a:lnSpc>
                <a:spcPct val="100000"/>
              </a:lnSpc>
              <a:defRPr lang="it-IT" sz="1200">
                <a:solidFill>
                  <a:schemeClr val="tx1"/>
                </a:solidFill>
              </a:defRPr>
            </a:lvl4pPr>
            <a:lvl5pPr>
              <a:defRPr lang="it-IT" sz="14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4BC9F29C-BBE9-AFB4-AFC6-30BCA4EB2A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egnaposto contenuto 2">
            <a:extLst>
              <a:ext uri="{FF2B5EF4-FFF2-40B4-BE49-F238E27FC236}">
                <a16:creationId xmlns:a16="http://schemas.microsoft.com/office/drawing/2014/main" id="{CBC4D286-C480-B4CF-4406-CACC323F9FAD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1280160" y="3017520"/>
            <a:ext cx="10374152" cy="3208866"/>
          </a:xfrm>
        </p:spPr>
        <p:txBody>
          <a:bodyPr rtlCol="0"/>
          <a:lstStyle>
            <a:defPPr>
              <a:defRPr lang="it-IT"/>
            </a:def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14" name="Segnaposto piè di pagina 13">
            <a:extLst>
              <a:ext uri="{FF2B5EF4-FFF2-40B4-BE49-F238E27FC236}">
                <a16:creationId xmlns:a16="http://schemas.microsoft.com/office/drawing/2014/main" id="{0BEE2817-4518-D59A-BD13-29A3D4FE64F0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539516" y="6356350"/>
            <a:ext cx="4114800" cy="365125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0689052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0159" y="4970638"/>
            <a:ext cx="9144000" cy="1280160"/>
          </a:xfrm>
        </p:spPr>
        <p:txBody>
          <a:bodyPr lIns="0" tIns="0" rIns="0" bIns="0" rtlCol="0" anchor="b" anchorCtr="0"/>
          <a:lstStyle>
            <a:lvl1pPr algn="l">
              <a:defRPr lang="it-IT" sz="4000" b="1" cap="all" spc="0" baseline="0">
                <a:solidFill>
                  <a:schemeClr val="tx1"/>
                </a:solidFill>
              </a:defRPr>
            </a:lvl1pPr>
          </a:lstStyle>
          <a:p>
            <a:pPr rtl="0"/>
            <a:r>
              <a:rPr lang="it-IT"/>
              <a:t>Fare clic per modificare lo stile del titolo dello schema</a:t>
            </a:r>
          </a:p>
        </p:txBody>
      </p:sp>
      <p:sp>
        <p:nvSpPr>
          <p:cNvPr id="22" name="Segnaposto numero diapositiva 21">
            <a:extLst>
              <a:ext uri="{FF2B5EF4-FFF2-40B4-BE49-F238E27FC236}">
                <a16:creationId xmlns:a16="http://schemas.microsoft.com/office/drawing/2014/main" id="{F0626849-9D2D-3C95-8C10-FA8F325FE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80160" y="685800"/>
            <a:ext cx="4937760" cy="4023360"/>
          </a:xfrm>
        </p:spPr>
        <p:txBody>
          <a:bodyPr lIns="0" tIns="0" rIns="0" bIns="0" rtlCol="0">
            <a:noAutofit/>
          </a:bodyPr>
          <a:lstStyle>
            <a:lvl1pPr marL="0" indent="0">
              <a:spcBef>
                <a:spcPts val="1200"/>
              </a:spcBef>
              <a:buNone/>
              <a:defRPr lang="it-IT" sz="1800"/>
            </a:lvl1pPr>
            <a:lvl2pPr marL="457200">
              <a:spcBef>
                <a:spcPts val="1200"/>
              </a:spcBef>
              <a:defRPr lang="it-IT" sz="1800"/>
            </a:lvl2pPr>
            <a:lvl3pPr marL="914400">
              <a:spcBef>
                <a:spcPts val="1200"/>
              </a:spcBef>
              <a:defRPr lang="it-IT" sz="1800"/>
            </a:lvl3pPr>
            <a:lvl4pPr marL="1371600">
              <a:spcBef>
                <a:spcPts val="1200"/>
              </a:spcBef>
              <a:defRPr lang="it-IT" sz="1800"/>
            </a:lvl4pPr>
            <a:lvl5pPr marL="1828800">
              <a:spcBef>
                <a:spcPts val="1200"/>
              </a:spcBef>
              <a:defRPr lang="it-IT" sz="18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704755" y="685800"/>
            <a:ext cx="4937760" cy="4023360"/>
          </a:xfrm>
        </p:spPr>
        <p:txBody>
          <a:bodyPr lIns="0" tIns="0" rIns="0" bIns="0" rtlCol="0">
            <a:noAutofit/>
          </a:bodyPr>
          <a:lstStyle>
            <a:lvl1pPr>
              <a:spcBef>
                <a:spcPts val="1200"/>
              </a:spcBef>
              <a:defRPr lang="it-IT" sz="1800"/>
            </a:lvl1pPr>
            <a:lvl2pPr>
              <a:spcBef>
                <a:spcPts val="1200"/>
              </a:spcBef>
              <a:defRPr lang="it-IT" sz="1800"/>
            </a:lvl2pPr>
            <a:lvl3pPr>
              <a:spcBef>
                <a:spcPts val="1200"/>
              </a:spcBef>
              <a:defRPr lang="it-IT" sz="1800"/>
            </a:lvl3pPr>
            <a:lvl4pPr>
              <a:spcBef>
                <a:spcPts val="1200"/>
              </a:spcBef>
              <a:defRPr lang="it-IT" sz="1800"/>
            </a:lvl4pPr>
            <a:lvl5pPr>
              <a:spcBef>
                <a:spcPts val="1200"/>
              </a:spcBef>
              <a:defRPr lang="it-IT" sz="18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grpSp>
        <p:nvGrpSpPr>
          <p:cNvPr id="13" name="Gruppo 12">
            <a:extLst>
              <a:ext uri="{FF2B5EF4-FFF2-40B4-BE49-F238E27FC236}">
                <a16:creationId xmlns:a16="http://schemas.microsoft.com/office/drawing/2014/main" id="{4717D91C-F78C-0E4C-FB27-7112AB840A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322570" y="5680647"/>
            <a:ext cx="465456" cy="581432"/>
            <a:chOff x="7843462" y="2744546"/>
            <a:chExt cx="465456" cy="581432"/>
          </a:xfrm>
        </p:grpSpPr>
        <p:sp>
          <p:nvSpPr>
            <p:cNvPr id="15" name="Elemento grafico 12">
              <a:extLst>
                <a:ext uri="{FF2B5EF4-FFF2-40B4-BE49-F238E27FC236}">
                  <a16:creationId xmlns:a16="http://schemas.microsoft.com/office/drawing/2014/main" id="{CC935CF3-75DF-0DC7-1B2A-E0E0205DF64B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17" name="Elemento grafico 13">
              <a:extLst>
                <a:ext uri="{FF2B5EF4-FFF2-40B4-BE49-F238E27FC236}">
                  <a16:creationId xmlns:a16="http://schemas.microsoft.com/office/drawing/2014/main" id="{D5782BEB-6319-DEC1-F9ED-BA9201C6B9B7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18" name="Elemento grafico 15">
              <a:extLst>
                <a:ext uri="{FF2B5EF4-FFF2-40B4-BE49-F238E27FC236}">
                  <a16:creationId xmlns:a16="http://schemas.microsoft.com/office/drawing/2014/main" id="{6E59DFAF-9794-BD12-D89A-422FFFFCE023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  <p:sp>
        <p:nvSpPr>
          <p:cNvPr id="21" name="Segnaposto piè di pagina 20">
            <a:extLst>
              <a:ext uri="{FF2B5EF4-FFF2-40B4-BE49-F238E27FC236}">
                <a16:creationId xmlns:a16="http://schemas.microsoft.com/office/drawing/2014/main" id="{36444A47-BCB3-5C86-F2B8-25092BE8D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 rIns="91440" rtlCol="0"/>
          <a:lstStyle>
            <a:lvl1pPr algn="l">
              <a:defRPr lang="it-IT"/>
            </a:lvl1pPr>
          </a:lstStyle>
          <a:p>
            <a:pPr rtl="0"/>
            <a:endParaRPr lang="it-IT" dirty="0"/>
          </a:p>
        </p:txBody>
      </p:sp>
      <p:cxnSp>
        <p:nvCxnSpPr>
          <p:cNvPr id="23" name="Connettore diritto 22">
            <a:extLst>
              <a:ext uri="{FF2B5EF4-FFF2-40B4-BE49-F238E27FC236}">
                <a16:creationId xmlns:a16="http://schemas.microsoft.com/office/drawing/2014/main" id="{C648C53D-49AB-C003-70E8-5117AF0797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" name="Gruppo 23">
            <a:extLst>
              <a:ext uri="{FF2B5EF4-FFF2-40B4-BE49-F238E27FC236}">
                <a16:creationId xmlns:a16="http://schemas.microsoft.com/office/drawing/2014/main" id="{A96BC1DE-6696-3408-564E-2D73B126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5400000">
            <a:off x="10711518" y="5393214"/>
            <a:ext cx="1097341" cy="736658"/>
            <a:chOff x="10508317" y="446637"/>
            <a:chExt cx="1097341" cy="736658"/>
          </a:xfrm>
        </p:grpSpPr>
        <p:sp>
          <p:nvSpPr>
            <p:cNvPr id="25" name="Elemento grafico 15">
              <a:extLst>
                <a:ext uri="{FF2B5EF4-FFF2-40B4-BE49-F238E27FC236}">
                  <a16:creationId xmlns:a16="http://schemas.microsoft.com/office/drawing/2014/main" id="{268EB1E4-29D6-C3F5-BCBB-FB7E7EE5C2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508317" y="492206"/>
              <a:ext cx="139039" cy="139039"/>
            </a:xfrm>
            <a:custGeom>
              <a:avLst/>
              <a:gdLst>
                <a:gd name="connsiteX0" fmla="*/ 129602 w 139039"/>
                <a:gd name="connsiteY0" fmla="*/ 60082 h 139039"/>
                <a:gd name="connsiteX1" fmla="*/ 78957 w 139039"/>
                <a:gd name="connsiteY1" fmla="*/ 60082 h 139039"/>
                <a:gd name="connsiteX2" fmla="*/ 78957 w 139039"/>
                <a:gd name="connsiteY2" fmla="*/ 9437 h 139039"/>
                <a:gd name="connsiteX3" fmla="*/ 69520 w 139039"/>
                <a:gd name="connsiteY3" fmla="*/ 0 h 139039"/>
                <a:gd name="connsiteX4" fmla="*/ 60082 w 139039"/>
                <a:gd name="connsiteY4" fmla="*/ 9437 h 139039"/>
                <a:gd name="connsiteX5" fmla="*/ 60082 w 139039"/>
                <a:gd name="connsiteY5" fmla="*/ 60082 h 139039"/>
                <a:gd name="connsiteX6" fmla="*/ 9437 w 139039"/>
                <a:gd name="connsiteY6" fmla="*/ 60082 h 139039"/>
                <a:gd name="connsiteX7" fmla="*/ 0 w 139039"/>
                <a:gd name="connsiteY7" fmla="*/ 69520 h 139039"/>
                <a:gd name="connsiteX8" fmla="*/ 9437 w 139039"/>
                <a:gd name="connsiteY8" fmla="*/ 78957 h 139039"/>
                <a:gd name="connsiteX9" fmla="*/ 60082 w 139039"/>
                <a:gd name="connsiteY9" fmla="*/ 78957 h 139039"/>
                <a:gd name="connsiteX10" fmla="*/ 60082 w 139039"/>
                <a:gd name="connsiteY10" fmla="*/ 129602 h 139039"/>
                <a:gd name="connsiteX11" fmla="*/ 69520 w 139039"/>
                <a:gd name="connsiteY11" fmla="*/ 139039 h 139039"/>
                <a:gd name="connsiteX12" fmla="*/ 78957 w 139039"/>
                <a:gd name="connsiteY12" fmla="*/ 129602 h 139039"/>
                <a:gd name="connsiteX13" fmla="*/ 78957 w 139039"/>
                <a:gd name="connsiteY13" fmla="*/ 78957 h 139039"/>
                <a:gd name="connsiteX14" fmla="*/ 129602 w 139039"/>
                <a:gd name="connsiteY14" fmla="*/ 78957 h 139039"/>
                <a:gd name="connsiteX15" fmla="*/ 139039 w 139039"/>
                <a:gd name="connsiteY15" fmla="*/ 69520 h 139039"/>
                <a:gd name="connsiteX16" fmla="*/ 129602 w 139039"/>
                <a:gd name="connsiteY16" fmla="*/ 60082 h 13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9" h="139039">
                  <a:moveTo>
                    <a:pt x="129602" y="60082"/>
                  </a:moveTo>
                  <a:lnTo>
                    <a:pt x="78957" y="60082"/>
                  </a:lnTo>
                  <a:lnTo>
                    <a:pt x="78957" y="9437"/>
                  </a:lnTo>
                  <a:cubicBezTo>
                    <a:pt x="78957" y="4225"/>
                    <a:pt x="74731" y="0"/>
                    <a:pt x="69520" y="0"/>
                  </a:cubicBezTo>
                  <a:cubicBezTo>
                    <a:pt x="64308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8"/>
                    <a:pt x="0" y="69520"/>
                  </a:cubicBezTo>
                  <a:cubicBezTo>
                    <a:pt x="0" y="74731"/>
                    <a:pt x="4225" y="78957"/>
                    <a:pt x="9437" y="78957"/>
                  </a:cubicBezTo>
                  <a:lnTo>
                    <a:pt x="60082" y="78957"/>
                  </a:lnTo>
                  <a:lnTo>
                    <a:pt x="60082" y="129602"/>
                  </a:lnTo>
                  <a:cubicBezTo>
                    <a:pt x="60082" y="134814"/>
                    <a:pt x="64308" y="139039"/>
                    <a:pt x="69520" y="139039"/>
                  </a:cubicBezTo>
                  <a:cubicBezTo>
                    <a:pt x="74731" y="139039"/>
                    <a:pt x="78957" y="134814"/>
                    <a:pt x="78957" y="129602"/>
                  </a:cubicBezTo>
                  <a:lnTo>
                    <a:pt x="78957" y="78957"/>
                  </a:lnTo>
                  <a:lnTo>
                    <a:pt x="129602" y="78957"/>
                  </a:lnTo>
                  <a:cubicBezTo>
                    <a:pt x="134814" y="78957"/>
                    <a:pt x="139039" y="74731"/>
                    <a:pt x="139039" y="69520"/>
                  </a:cubicBezTo>
                  <a:cubicBezTo>
                    <a:pt x="139039" y="64308"/>
                    <a:pt x="134814" y="60082"/>
                    <a:pt x="129602" y="60082"/>
                  </a:cubicBezTo>
                  <a:close/>
                </a:path>
              </a:pathLst>
            </a:custGeom>
            <a:solidFill>
              <a:schemeClr val="accent2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6" name="Elemento grafico 16">
              <a:extLst>
                <a:ext uri="{FF2B5EF4-FFF2-40B4-BE49-F238E27FC236}">
                  <a16:creationId xmlns:a16="http://schemas.microsoft.com/office/drawing/2014/main" id="{09524D46-140F-2F4F-430B-F59815A07C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477944" y="1055581"/>
              <a:ext cx="127714" cy="127714"/>
            </a:xfrm>
            <a:custGeom>
              <a:avLst/>
              <a:gdLst>
                <a:gd name="connsiteX0" fmla="*/ 63857 w 127714"/>
                <a:gd name="connsiteY0" fmla="*/ 18874 h 127714"/>
                <a:gd name="connsiteX1" fmla="*/ 108840 w 127714"/>
                <a:gd name="connsiteY1" fmla="*/ 63857 h 127714"/>
                <a:gd name="connsiteX2" fmla="*/ 63857 w 127714"/>
                <a:gd name="connsiteY2" fmla="*/ 108840 h 127714"/>
                <a:gd name="connsiteX3" fmla="*/ 18874 w 127714"/>
                <a:gd name="connsiteY3" fmla="*/ 63857 h 127714"/>
                <a:gd name="connsiteX4" fmla="*/ 63857 w 127714"/>
                <a:gd name="connsiteY4" fmla="*/ 18874 h 127714"/>
                <a:gd name="connsiteX5" fmla="*/ 63857 w 127714"/>
                <a:gd name="connsiteY5" fmla="*/ 0 h 127714"/>
                <a:gd name="connsiteX6" fmla="*/ 0 w 127714"/>
                <a:gd name="connsiteY6" fmla="*/ 63857 h 127714"/>
                <a:gd name="connsiteX7" fmla="*/ 63857 w 127714"/>
                <a:gd name="connsiteY7" fmla="*/ 127714 h 127714"/>
                <a:gd name="connsiteX8" fmla="*/ 127714 w 127714"/>
                <a:gd name="connsiteY8" fmla="*/ 63857 h 127714"/>
                <a:gd name="connsiteX9" fmla="*/ 63857 w 127714"/>
                <a:gd name="connsiteY9" fmla="*/ 0 h 12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4" h="127714">
                  <a:moveTo>
                    <a:pt x="63857" y="18874"/>
                  </a:moveTo>
                  <a:cubicBezTo>
                    <a:pt x="88700" y="18874"/>
                    <a:pt x="108840" y="39014"/>
                    <a:pt x="108840" y="63857"/>
                  </a:cubicBezTo>
                  <a:cubicBezTo>
                    <a:pt x="108840" y="88700"/>
                    <a:pt x="88700" y="108840"/>
                    <a:pt x="63857" y="108840"/>
                  </a:cubicBezTo>
                  <a:cubicBezTo>
                    <a:pt x="39014" y="108840"/>
                    <a:pt x="18874" y="88700"/>
                    <a:pt x="18874" y="63857"/>
                  </a:cubicBezTo>
                  <a:cubicBezTo>
                    <a:pt x="18898" y="39024"/>
                    <a:pt x="39024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4"/>
                    <a:pt x="63857" y="127714"/>
                  </a:cubicBezTo>
                  <a:cubicBezTo>
                    <a:pt x="99124" y="127714"/>
                    <a:pt x="127714" y="99124"/>
                    <a:pt x="127714" y="63857"/>
                  </a:cubicBezTo>
                  <a:cubicBezTo>
                    <a:pt x="127714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accent2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7" name="Elemento grafico 14">
              <a:extLst>
                <a:ext uri="{FF2B5EF4-FFF2-40B4-BE49-F238E27FC236}">
                  <a16:creationId xmlns:a16="http://schemas.microsoft.com/office/drawing/2014/main" id="{AC75143B-C717-8D04-743C-B40FB5EFB2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241555" y="446637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2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</p:spTree>
    <p:extLst>
      <p:ext uri="{BB962C8B-B14F-4D97-AF65-F5344CB8AC3E}">
        <p14:creationId xmlns:p14="http://schemas.microsoft.com/office/powerpoint/2010/main" val="34873764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60" y="640080"/>
            <a:ext cx="10087699" cy="1280160"/>
          </a:xfrm>
        </p:spPr>
        <p:txBody>
          <a:bodyPr lIns="0" tIns="0" rIns="0" bIns="0" rtlCol="0" anchor="b" anchorCtr="0"/>
          <a:lstStyle>
            <a:lvl1pPr>
              <a:defRPr lang="it-IT" sz="4000" b="1" cap="all" baseline="0"/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10" name="Segnaposto numero diapositiva 9">
            <a:extLst>
              <a:ext uri="{FF2B5EF4-FFF2-40B4-BE49-F238E27FC236}">
                <a16:creationId xmlns:a16="http://schemas.microsoft.com/office/drawing/2014/main" id="{116B8DF0-B7E6-5032-C3C7-E457E793B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280160" y="2103119"/>
            <a:ext cx="10087699" cy="4114800"/>
          </a:xfrm>
        </p:spPr>
        <p:txBody>
          <a:bodyPr lIns="0" tIns="0" rIns="0" bIns="0" rtlCol="0"/>
          <a:lstStyle>
            <a:defPPr>
              <a:defRPr lang="it-IT"/>
            </a:def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5C05CAAB-DBA2-4548-AD5F-01BB97FBB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Segnaposto piè di pagina 8">
            <a:extLst>
              <a:ext uri="{FF2B5EF4-FFF2-40B4-BE49-F238E27FC236}">
                <a16:creationId xmlns:a16="http://schemas.microsoft.com/office/drawing/2014/main" id="{DC5F4D40-ADE4-5EEB-436C-8563A49C5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 rtlCol="0"/>
          <a:lstStyle>
            <a:lvl1pPr algn="l">
              <a:defRPr lang="it-IT"/>
            </a:lvl1pPr>
          </a:lstStyle>
          <a:p>
            <a:pPr rtl="0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3217450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lle immagine e titolo 1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2897" y="585216"/>
            <a:ext cx="8965094" cy="2276856"/>
          </a:xfrm>
        </p:spPr>
        <p:txBody>
          <a:bodyPr lIns="0" tIns="0" rIns="0" rtlCol="0" anchor="b"/>
          <a:lstStyle>
            <a:lvl1pPr algn="r">
              <a:lnSpc>
                <a:spcPts val="4800"/>
              </a:lnSpc>
              <a:defRPr lang="it-IT" sz="4800" b="1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per modificare lo stile del titolo dello schema</a:t>
            </a:r>
            <a:endParaRPr lang="it-IT" dirty="0"/>
          </a:p>
        </p:txBody>
      </p:sp>
      <p:sp>
        <p:nvSpPr>
          <p:cNvPr id="7" name="Segnaposto immagine 14">
            <a:extLst>
              <a:ext uri="{FF2B5EF4-FFF2-40B4-BE49-F238E27FC236}">
                <a16:creationId xmlns:a16="http://schemas.microsoft.com/office/drawing/2014/main" id="{FC9B12A4-113B-B3F6-5926-5C2A6F504AB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371606" y="3205313"/>
            <a:ext cx="3043077" cy="3043083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rtlCol="0" anchor="t" anchorCtr="0">
            <a:noAutofit/>
          </a:bodyPr>
          <a:lstStyle>
            <a:lvl1pPr algn="ctr">
              <a:buNone/>
              <a:defRPr lang="it-IT" sz="18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Fai clic per aggiungere un'immagine</a:t>
            </a:r>
          </a:p>
        </p:txBody>
      </p:sp>
      <p:sp>
        <p:nvSpPr>
          <p:cNvPr id="16" name="Segnaposto testo 15">
            <a:extLst>
              <a:ext uri="{FF2B5EF4-FFF2-40B4-BE49-F238E27FC236}">
                <a16:creationId xmlns:a16="http://schemas.microsoft.com/office/drawing/2014/main" id="{A928810C-E773-43AE-A2A1-4073955CC8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40609" y="3127248"/>
            <a:ext cx="6117381" cy="3017520"/>
          </a:xfrm>
        </p:spPr>
        <p:txBody>
          <a:bodyPr lIns="0" tIns="0" rIns="0" bIns="0" rtlCol="0">
            <a:normAutofit/>
          </a:bodyPr>
          <a:lstStyle>
            <a:lvl1pPr marL="0" indent="0" algn="r">
              <a:spcBef>
                <a:spcPts val="1200"/>
              </a:spcBef>
              <a:buNone/>
              <a:defRPr lang="it-IT" sz="240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it-IT"/>
              <a:t>Fare clic per inserire il testo</a:t>
            </a:r>
          </a:p>
        </p:txBody>
      </p:sp>
      <p:grpSp>
        <p:nvGrpSpPr>
          <p:cNvPr id="3" name="Gruppo 2">
            <a:extLst>
              <a:ext uri="{FF2B5EF4-FFF2-40B4-BE49-F238E27FC236}">
                <a16:creationId xmlns:a16="http://schemas.microsoft.com/office/drawing/2014/main" id="{8AF51D36-DB19-27CD-47E0-A4261648DA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8614240">
            <a:off x="3975343" y="2819532"/>
            <a:ext cx="465456" cy="581432"/>
            <a:chOff x="7843462" y="2744546"/>
            <a:chExt cx="465456" cy="581432"/>
          </a:xfrm>
        </p:grpSpPr>
        <p:sp>
          <p:nvSpPr>
            <p:cNvPr id="4" name="Elemento grafico 12">
              <a:extLst>
                <a:ext uri="{FF2B5EF4-FFF2-40B4-BE49-F238E27FC236}">
                  <a16:creationId xmlns:a16="http://schemas.microsoft.com/office/drawing/2014/main" id="{3EFED0E0-17D4-C5B0-09D0-B43338A856B3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5" name="Elemento grafico 13">
              <a:extLst>
                <a:ext uri="{FF2B5EF4-FFF2-40B4-BE49-F238E27FC236}">
                  <a16:creationId xmlns:a16="http://schemas.microsoft.com/office/drawing/2014/main" id="{8F798BBE-9B6F-700D-08A1-09ABC5388CCE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6" name="Elemento grafico 15">
              <a:extLst>
                <a:ext uri="{FF2B5EF4-FFF2-40B4-BE49-F238E27FC236}">
                  <a16:creationId xmlns:a16="http://schemas.microsoft.com/office/drawing/2014/main" id="{4AE2D1C5-9D85-9049-690C-3AFCE7E2DA56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  <p:cxnSp>
        <p:nvCxnSpPr>
          <p:cNvPr id="13" name="Connettore diritto 12">
            <a:extLst>
              <a:ext uri="{FF2B5EF4-FFF2-40B4-BE49-F238E27FC236}">
                <a16:creationId xmlns:a16="http://schemas.microsoft.com/office/drawing/2014/main" id="{9D0FE75D-ACD3-655E-58A7-8F2C182760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3503032"/>
            <a:ext cx="0" cy="334609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93626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36525"/>
            <a:ext cx="10515600" cy="1509713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239000" y="6356350"/>
            <a:ext cx="4114800" cy="365125"/>
          </a:xfrm>
          <a:prstGeom prst="rect">
            <a:avLst/>
          </a:prstGeom>
        </p:spPr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6630"/>
            <a:ext cx="520991" cy="517379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fld id="{D8DA9DAA-006C-4F4B-980E-E3DF019B24E2}" type="slidenum">
              <a:rPr lang="it-IT" smtClean="0"/>
              <a:t>‹N›</a:t>
            </a:fld>
            <a:endParaRPr lang="it-IT" dirty="0"/>
          </a:p>
        </p:txBody>
      </p:sp>
      <p:cxnSp>
        <p:nvCxnSpPr>
          <p:cNvPr id="3" name="Connettore diritto 2">
            <a:extLst>
              <a:ext uri="{FF2B5EF4-FFF2-40B4-BE49-F238E27FC236}">
                <a16:creationId xmlns:a16="http://schemas.microsoft.com/office/drawing/2014/main" id="{B5B2B208-F5B9-0151-C982-A389CB0B29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15890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32910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ttore diritto 1">
            <a:extLst>
              <a:ext uri="{FF2B5EF4-FFF2-40B4-BE49-F238E27FC236}">
                <a16:creationId xmlns:a16="http://schemas.microsoft.com/office/drawing/2014/main" id="{20EEA6CA-DE1E-18ED-E69E-54A1372FE2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15890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2F973C81-5E94-41F6-CE15-3B4763B3A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2C835B5C-F994-9D57-3118-919EE90F5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840867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0FDA4224-F4E4-47A4-ACF7-231749390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5394" y="1"/>
            <a:ext cx="9918405" cy="164623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defPPr>
              <a:defRPr lang="it-IT"/>
            </a:defPPr>
          </a:lstStyle>
          <a:p>
            <a:pPr rtl="0"/>
            <a:r>
              <a:rPr lang="it-IT"/>
              <a:t>Fare clic per modificare lo stile del titolo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1679907-DC49-4B86-A34C-C97DBC26A9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35394" y="1825625"/>
            <a:ext cx="991840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it-IT"/>
            </a:defPPr>
          </a:lstStyle>
          <a:p>
            <a:pPr lvl="0" rtl="0"/>
            <a:r>
              <a:rPr lang="it-IT"/>
              <a:t>Fare clic per modificare lo stile del titolo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  <a:endParaRPr lang="it-IT" dirty="0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6C0E9BD-90BD-46AE-8A0D-06796ADB76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86121" y="726630"/>
            <a:ext cx="520991" cy="517379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ctr">
              <a:defRPr lang="it-IT" sz="1800" b="1" i="0" cap="all" spc="100" baseline="0">
                <a:solidFill>
                  <a:schemeClr val="accent2"/>
                </a:solidFill>
              </a:defRPr>
            </a:lvl1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1EF1C86-6A9C-D287-D381-5634A69BF1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435394" y="6356350"/>
            <a:ext cx="27432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lang="it-IT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it-IT"/>
              <a:t>20XX</a:t>
            </a:r>
            <a:endParaRPr lang="it-IT" dirty="0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21B8477-3F24-EDCB-C8AC-8433636391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238999" y="6356350"/>
            <a:ext cx="4114800" cy="365125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lang="it-IT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999713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17" r:id="rId2"/>
    <p:sldLayoutId id="2147483728" r:id="rId3"/>
    <p:sldLayoutId id="2147483729" r:id="rId4"/>
    <p:sldLayoutId id="2147483710" r:id="rId5"/>
    <p:sldLayoutId id="2147483727" r:id="rId6"/>
    <p:sldLayoutId id="2147483701" r:id="rId7"/>
    <p:sldLayoutId id="2147483721" r:id="rId8"/>
    <p:sldLayoutId id="2147483720" r:id="rId9"/>
    <p:sldLayoutId id="2147483730" r:id="rId10"/>
    <p:sldLayoutId id="2147483722" r:id="rId11"/>
    <p:sldLayoutId id="2147483698" r:id="rId12"/>
    <p:sldLayoutId id="2147483732" r:id="rId13"/>
    <p:sldLayoutId id="2147483702" r:id="rId14"/>
    <p:sldLayoutId id="2147483703" r:id="rId15"/>
  </p:sldLayoutIdLst>
  <p:hf sldNum="0" hdr="0" ftr="0"/>
  <p:txStyles>
    <p:titleStyle>
      <a:lvl1pPr algn="l" defTabSz="914400" rtl="0" eaLnBrk="1" latinLnBrk="0" hangingPunct="1">
        <a:lnSpc>
          <a:spcPts val="4000"/>
        </a:lnSpc>
        <a:spcBef>
          <a:spcPct val="0"/>
        </a:spcBef>
        <a:buNone/>
        <a:defRPr lang="it-IT"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it-IT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3A9968B-2619-4F71-AB00-4C493E1208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59" y="357809"/>
            <a:ext cx="7983110" cy="3080335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 dirty="0"/>
              <a:t>Galassia</a:t>
            </a:r>
          </a:p>
        </p:txBody>
      </p:sp>
    </p:spTree>
    <p:extLst>
      <p:ext uri="{BB962C8B-B14F-4D97-AF65-F5344CB8AC3E}">
        <p14:creationId xmlns:p14="http://schemas.microsoft.com/office/powerpoint/2010/main" val="29554030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267CB22D-116D-25D3-E318-80BA29ED49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427" y="493059"/>
            <a:ext cx="3395703" cy="2135273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4E5AECE6-7563-4D67-379D-49B1D060F2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294" y="493059"/>
            <a:ext cx="5002160" cy="2171669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7EC87902-E6C7-E297-2280-6DB539A6BE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9668" y="2946579"/>
            <a:ext cx="4825625" cy="2365009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A2F760F4-707F-0E7A-425F-D02A20ECEB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3004" y="2861860"/>
            <a:ext cx="5002160" cy="2451528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746A2030-C923-E639-0F39-6A3448117E58}"/>
              </a:ext>
            </a:extLst>
          </p:cNvPr>
          <p:cNvSpPr txBox="1"/>
          <p:nvPr/>
        </p:nvSpPr>
        <p:spPr>
          <a:xfrm>
            <a:off x="2658035" y="5629835"/>
            <a:ext cx="20529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rc</a:t>
            </a:r>
            <a:endParaRPr lang="it-IT" dirty="0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5B30E833-85D4-D80A-1980-BCC79DCC04A6}"/>
              </a:ext>
            </a:extLst>
          </p:cNvPr>
          <p:cNvSpPr txBox="1"/>
          <p:nvPr/>
        </p:nvSpPr>
        <p:spPr>
          <a:xfrm>
            <a:off x="8180294" y="5629835"/>
            <a:ext cx="1353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rl</a:t>
            </a:r>
            <a:endParaRPr lang="it-IT" dirty="0"/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031C5D9B-1F68-B46A-4322-570059F70909}"/>
              </a:ext>
            </a:extLst>
          </p:cNvPr>
          <p:cNvSpPr txBox="1"/>
          <p:nvPr/>
        </p:nvSpPr>
        <p:spPr>
          <a:xfrm>
            <a:off x="4710953" y="5948082"/>
            <a:ext cx="26087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Possiamo usare C o L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A36C023-FF81-0C84-30F8-2D6E65BED978}"/>
              </a:ext>
            </a:extLst>
          </p:cNvPr>
          <p:cNvSpPr txBox="1"/>
          <p:nvPr/>
        </p:nvSpPr>
        <p:spPr>
          <a:xfrm>
            <a:off x="5867400" y="3285566"/>
            <a:ext cx="1044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F=1k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418C9A5F-299E-7B0E-BB2D-9EBBCE18D1DA}"/>
              </a:ext>
            </a:extLst>
          </p:cNvPr>
          <p:cNvSpPr txBox="1"/>
          <p:nvPr/>
        </p:nvSpPr>
        <p:spPr>
          <a:xfrm>
            <a:off x="5230906" y="551329"/>
            <a:ext cx="13536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Fc</a:t>
            </a:r>
            <a:r>
              <a:rPr lang="it-IT" dirty="0"/>
              <a:t>=159</a:t>
            </a:r>
          </a:p>
        </p:txBody>
      </p:sp>
    </p:spTree>
    <p:extLst>
      <p:ext uri="{BB962C8B-B14F-4D97-AF65-F5344CB8AC3E}">
        <p14:creationId xmlns:p14="http://schemas.microsoft.com/office/powerpoint/2010/main" val="33484451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102BF083-F62E-9F96-742E-C931A71866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9188" y="338294"/>
            <a:ext cx="5145741" cy="2521896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6397D0AC-E469-7E49-D2D0-10E968F89BD8}"/>
              </a:ext>
            </a:extLst>
          </p:cNvPr>
          <p:cNvSpPr txBox="1"/>
          <p:nvPr/>
        </p:nvSpPr>
        <p:spPr>
          <a:xfrm>
            <a:off x="6710082" y="645459"/>
            <a:ext cx="295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F=3K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8DAAE7EC-F8C3-8C2B-2077-2C500CA177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9188" y="3295076"/>
            <a:ext cx="4567518" cy="2238512"/>
          </a:xfrm>
          <a:prstGeom prst="rect">
            <a:avLst/>
          </a:prstGeom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E2BA6DB9-8FB5-663E-BBD2-255F16AB9F63}"/>
              </a:ext>
            </a:extLst>
          </p:cNvPr>
          <p:cNvSpPr txBox="1"/>
          <p:nvPr/>
        </p:nvSpPr>
        <p:spPr>
          <a:xfrm>
            <a:off x="6154271" y="3760694"/>
            <a:ext cx="295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F=10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A1FC47F6-4F68-A93C-8B6A-0F5BBBFCEB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6676" y="1290917"/>
            <a:ext cx="4943617" cy="2422836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402C1BA3-76FC-7BBF-EF5A-AC415618F6F6}"/>
              </a:ext>
            </a:extLst>
          </p:cNvPr>
          <p:cNvSpPr txBox="1"/>
          <p:nvPr/>
        </p:nvSpPr>
        <p:spPr>
          <a:xfrm>
            <a:off x="9518484" y="3945360"/>
            <a:ext cx="295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F=250</a:t>
            </a:r>
          </a:p>
        </p:txBody>
      </p:sp>
    </p:spTree>
    <p:extLst>
      <p:ext uri="{BB962C8B-B14F-4D97-AF65-F5344CB8AC3E}">
        <p14:creationId xmlns:p14="http://schemas.microsoft.com/office/powerpoint/2010/main" val="10457028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49CDA789-E068-4F1E-2A0B-D9B5A5C9C3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6735" y="1140634"/>
            <a:ext cx="4129630" cy="2023906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B9666D51-F274-786F-2DAD-5995F253B217}"/>
              </a:ext>
            </a:extLst>
          </p:cNvPr>
          <p:cNvSpPr txBox="1"/>
          <p:nvPr/>
        </p:nvSpPr>
        <p:spPr>
          <a:xfrm>
            <a:off x="5876365" y="519953"/>
            <a:ext cx="3249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F=159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FC8C2EC6-5946-A3A5-A502-B379678469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6918" y="353096"/>
            <a:ext cx="4129630" cy="2040612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CBA0FE34-39C2-914D-D8BF-AFCA7E3D9A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6919" y="2614679"/>
            <a:ext cx="4129630" cy="2034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49070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49A18F8C-FAD8-7664-B862-98A0BDA3B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6788" y="683435"/>
            <a:ext cx="4129630" cy="2023906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64C24CDA-0EC7-95A5-305C-436491148B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8434" y="349778"/>
            <a:ext cx="5885329" cy="2884363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03C2B78E-7F6F-CFCE-BDD4-EE82236F3671}"/>
              </a:ext>
            </a:extLst>
          </p:cNvPr>
          <p:cNvSpPr txBox="1"/>
          <p:nvPr/>
        </p:nvSpPr>
        <p:spPr>
          <a:xfrm>
            <a:off x="4890247" y="3504329"/>
            <a:ext cx="15867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Bode </a:t>
            </a:r>
            <a:r>
              <a:rPr lang="it-IT" dirty="0" err="1"/>
              <a:t>fc</a:t>
            </a:r>
            <a:r>
              <a:rPr lang="it-IT" dirty="0"/>
              <a:t>=159</a:t>
            </a:r>
            <a:br>
              <a:rPr lang="it-IT" dirty="0"/>
            </a:br>
            <a:r>
              <a:rPr lang="it-IT" dirty="0"/>
              <a:t>RC e RL</a:t>
            </a:r>
          </a:p>
        </p:txBody>
      </p:sp>
    </p:spTree>
    <p:extLst>
      <p:ext uri="{BB962C8B-B14F-4D97-AF65-F5344CB8AC3E}">
        <p14:creationId xmlns:p14="http://schemas.microsoft.com/office/powerpoint/2010/main" val="20729605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D97AF2CD-0363-C3CE-205A-888A59FE02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305" y="347258"/>
            <a:ext cx="4486977" cy="2199040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9C4931D7-3CCC-C3A7-D312-42DFA9F690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3882" y="434349"/>
            <a:ext cx="4737846" cy="2321989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E935ED68-7D4A-20DB-CA77-F2459B3886FC}"/>
              </a:ext>
            </a:extLst>
          </p:cNvPr>
          <p:cNvSpPr txBox="1"/>
          <p:nvPr/>
        </p:nvSpPr>
        <p:spPr>
          <a:xfrm>
            <a:off x="3357282" y="3778624"/>
            <a:ext cx="52129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FC con variazione di R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3D4A68E2-88B4-57C6-FEA0-C0D23FF696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5188" y="3059668"/>
            <a:ext cx="3657397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5282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F8506D6F-D117-8AA1-FBB8-5B1BFB659A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0235" y="374152"/>
            <a:ext cx="4957483" cy="2429632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11B7447B-2330-53A9-4042-294B5FDC5C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0729" y="374153"/>
            <a:ext cx="4831976" cy="2368122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6A3A82BD-DCD5-DF0E-8510-B3B9428E1C4A}"/>
              </a:ext>
            </a:extLst>
          </p:cNvPr>
          <p:cNvSpPr txBox="1"/>
          <p:nvPr/>
        </p:nvSpPr>
        <p:spPr>
          <a:xfrm>
            <a:off x="3357282" y="3778624"/>
            <a:ext cx="52129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FC con variazione di c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5369304-E3FF-66BC-4BA7-E54443D65F6B}"/>
              </a:ext>
            </a:extLst>
          </p:cNvPr>
          <p:cNvSpPr txBox="1"/>
          <p:nvPr/>
        </p:nvSpPr>
        <p:spPr>
          <a:xfrm>
            <a:off x="3043518" y="4737847"/>
            <a:ext cx="61184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Conviene </a:t>
            </a:r>
            <a:r>
              <a:rPr lang="it-IT" dirty="0" err="1"/>
              <a:t>cambiuare</a:t>
            </a:r>
            <a:r>
              <a:rPr lang="it-IT" dirty="0"/>
              <a:t> R piuttosto che C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D3540F8E-8B44-68C1-BA41-1EA0A1C081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2495" y="3222811"/>
            <a:ext cx="3395065" cy="2604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03676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631C0D93-0938-AC7E-C6A0-4313F864EF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2543" y="594853"/>
            <a:ext cx="2557193" cy="2381429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98F0C9B4-0029-1573-1350-F3D76E7649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4836" y="555813"/>
            <a:ext cx="7852012" cy="3848222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7ED23BEA-7A73-8919-30AE-8A70789E8401}"/>
              </a:ext>
            </a:extLst>
          </p:cNvPr>
          <p:cNvSpPr txBox="1"/>
          <p:nvPr/>
        </p:nvSpPr>
        <p:spPr>
          <a:xfrm>
            <a:off x="1030941" y="4482353"/>
            <a:ext cx="29269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Rossa uguale a verde</a:t>
            </a:r>
          </a:p>
          <a:p>
            <a:r>
              <a:rPr lang="it-IT" dirty="0"/>
              <a:t>Blu si sposta (parallelo)</a:t>
            </a:r>
          </a:p>
        </p:txBody>
      </p:sp>
    </p:spTree>
    <p:extLst>
      <p:ext uri="{BB962C8B-B14F-4D97-AF65-F5344CB8AC3E}">
        <p14:creationId xmlns:p14="http://schemas.microsoft.com/office/powerpoint/2010/main" val="42456067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E0594FF7-70D4-ACC7-B595-7940C9E094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3047" y="176929"/>
            <a:ext cx="7467600" cy="3659825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734CC380-4D52-1903-B136-CEC2F7A574DF}"/>
              </a:ext>
            </a:extLst>
          </p:cNvPr>
          <p:cNvSpPr txBox="1"/>
          <p:nvPr/>
        </p:nvSpPr>
        <p:spPr>
          <a:xfrm>
            <a:off x="1501588" y="762000"/>
            <a:ext cx="24249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Parassiti in serie e interni danno stesso risultato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C48BCB15-CF8B-998E-2282-472130A22DC5}"/>
              </a:ext>
            </a:extLst>
          </p:cNvPr>
          <p:cNvSpPr txBox="1"/>
          <p:nvPr/>
        </p:nvSpPr>
        <p:spPr>
          <a:xfrm>
            <a:off x="1302327" y="2481943"/>
            <a:ext cx="262421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Risultato atteso: passa banda per effetto risonante 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93A0F76B-EC25-4E1D-5E92-0E03AE03DEBC}"/>
              </a:ext>
            </a:extLst>
          </p:cNvPr>
          <p:cNvSpPr txBox="1"/>
          <p:nvPr/>
        </p:nvSpPr>
        <p:spPr>
          <a:xfrm>
            <a:off x="1389413" y="3555555"/>
            <a:ext cx="25729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Verde: filtro hp ideale senza parassiti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70176E72-34D5-F471-CF09-B1C1800D82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212" y="4311561"/>
            <a:ext cx="5822868" cy="1768530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54AA0F7A-1BAA-5D15-5041-7C344309B9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3198" y="4396401"/>
            <a:ext cx="1672174" cy="1918195"/>
          </a:xfrm>
          <a:prstGeom prst="rect">
            <a:avLst/>
          </a:prstGeom>
        </p:spPr>
      </p:pic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1520409B-367B-C4AD-8AC9-206BB12ECBD0}"/>
              </a:ext>
            </a:extLst>
          </p:cNvPr>
          <p:cNvSpPr txBox="1"/>
          <p:nvPr/>
        </p:nvSpPr>
        <p:spPr>
          <a:xfrm>
            <a:off x="1145852" y="4719567"/>
            <a:ext cx="2937163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MLCC (ceramico SMD) — il più usato nei filtri Esempio tipico RS: 100 </a:t>
            </a:r>
            <a:r>
              <a:rPr lang="it-IT" dirty="0" err="1"/>
              <a:t>nF</a:t>
            </a:r>
            <a:r>
              <a:rPr lang="it-IT" dirty="0"/>
              <a:t> X7R 0603 / 0805 Valori realistici </a:t>
            </a:r>
            <a:r>
              <a:rPr lang="it-IT" dirty="0" err="1"/>
              <a:t>LTspice</a:t>
            </a:r>
            <a:r>
              <a:rPr lang="it-IT" dirty="0"/>
              <a:t>: C = 100 </a:t>
            </a:r>
            <a:r>
              <a:rPr lang="it-IT" dirty="0" err="1"/>
              <a:t>nF</a:t>
            </a:r>
            <a:r>
              <a:rPr lang="it-IT" dirty="0"/>
              <a:t> ESR = 0.05 – 0.2 Ω ESL = 1 – 3 </a:t>
            </a:r>
            <a:r>
              <a:rPr lang="it-IT" dirty="0" err="1"/>
              <a:t>nH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062335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C22D4D7B-B2B3-050B-38F4-5211738C8B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6202" y="81170"/>
            <a:ext cx="6020790" cy="2950752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249B214C-949B-EDFF-6168-E72DAEA162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860" y="273992"/>
            <a:ext cx="4112821" cy="1061454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BB2E2974-A002-2475-FF42-605994642C0D}"/>
              </a:ext>
            </a:extLst>
          </p:cNvPr>
          <p:cNvSpPr txBox="1"/>
          <p:nvPr/>
        </p:nvSpPr>
        <p:spPr>
          <a:xfrm>
            <a:off x="1254826" y="1706088"/>
            <a:ext cx="40811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Comportamento analogo cambio allora R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930D7377-CC9E-CD16-6661-81594AD44F46}"/>
              </a:ext>
            </a:extLst>
          </p:cNvPr>
          <p:cNvSpPr txBox="1"/>
          <p:nvPr/>
        </p:nvSpPr>
        <p:spPr>
          <a:xfrm>
            <a:off x="1401288" y="2418608"/>
            <a:ext cx="40811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Cambia </a:t>
            </a:r>
            <a:r>
              <a:rPr lang="it-IT" dirty="0" err="1"/>
              <a:t>Fc</a:t>
            </a:r>
            <a:r>
              <a:rPr lang="it-IT" dirty="0"/>
              <a:t> sia HP che di LP in modo simmetrico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6C617C5B-7D3C-140E-46A9-D782664C57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4077" y="3178629"/>
            <a:ext cx="4521247" cy="222470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E259CD0A-FDED-FC1E-560D-D771251F9A84}"/>
                  </a:ext>
                </a:extLst>
              </p:cNvPr>
              <p:cNvSpPr txBox="1"/>
              <p:nvPr/>
            </p:nvSpPr>
            <p:spPr>
              <a:xfrm>
                <a:off x="1092530" y="3364490"/>
                <a:ext cx="6096000" cy="28623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it-IT" dirty="0"/>
                  <a:t>La simmetria che osservi è dovuta alla </a:t>
                </a:r>
                <a:r>
                  <a:rPr lang="it-IT" b="1" dirty="0"/>
                  <a:t>risonanza tra la capacità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it-IT" b="1" dirty="0"/>
                  <a:t>e l’induttanza parassita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it-IT" dirty="0"/>
                  <a:t>del condensatore reale. Sotto la frequenza di risonanza il componente si comporta da condensatore e il guadagno cresce; sopra la risonanza l’induttanza parassita domina e il guadagno diminuisce. Alla frequenza di risonanza le reattanze si annullano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it-IT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it-IT" dirty="0"/>
                  <a:t>), l’impedenza è minima e la risposta raggiunge il massimo. Per questo la curva risulta quasi simmetrica attorno alla frequenza di risonanza.</a:t>
                </a:r>
              </a:p>
            </p:txBody>
          </p:sp>
        </mc:Choice>
        <mc:Fallback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E259CD0A-FDED-FC1E-560D-D771251F9A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530" y="3364490"/>
                <a:ext cx="6096000" cy="2862322"/>
              </a:xfrm>
              <a:prstGeom prst="rect">
                <a:avLst/>
              </a:prstGeom>
              <a:blipFill>
                <a:blip r:embed="rId5"/>
                <a:stretch>
                  <a:fillRect l="-800" t="-1066" r="-1700" b="-277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67783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0468362A-08CC-F908-BEE6-FE61C535B8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9279" y="990668"/>
            <a:ext cx="4324954" cy="1686160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6DB8E037-4360-8050-EDF4-186D40F6AAEA}"/>
              </a:ext>
            </a:extLst>
          </p:cNvPr>
          <p:cNvSpPr txBox="1"/>
          <p:nvPr/>
        </p:nvSpPr>
        <p:spPr>
          <a:xfrm>
            <a:off x="1607127" y="182088"/>
            <a:ext cx="39861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Impulso carica/scarica condensatore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012ADFED-5631-C6B1-EF15-2D2EA4C46F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3278" y="341982"/>
            <a:ext cx="3343742" cy="743054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B4CB5E33-D05A-6969-082E-21DDFED3EC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6610" y="1244930"/>
            <a:ext cx="4640138" cy="2274103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C311B942-7BAD-FBE6-EDC8-693CB9F84D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7466" y="4149605"/>
            <a:ext cx="4714504" cy="231054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5FC639A9-5493-6982-CB7B-43B645F8A91B}"/>
                  </a:ext>
                </a:extLst>
              </p:cNvPr>
              <p:cNvSpPr txBox="1"/>
              <p:nvPr/>
            </p:nvSpPr>
            <p:spPr>
              <a:xfrm>
                <a:off x="985230" y="2912439"/>
                <a:ext cx="7291449" cy="20374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it-IT" sz="1050" dirty="0"/>
                  <a:t>Il circuito è un </a:t>
                </a:r>
                <a:r>
                  <a:rPr lang="it-IT" sz="1050" b="1" dirty="0"/>
                  <a:t>passa-alto RC</a:t>
                </a:r>
                <a:r>
                  <a:rPr lang="it-IT" sz="1050" dirty="0"/>
                  <a:t>: condensatore in serie e resistenza a massa.</a:t>
                </a:r>
              </a:p>
              <a:p>
                <a:pPr>
                  <a:buNone/>
                </a:pPr>
                <a:r>
                  <a:rPr lang="it-IT" sz="1050" dirty="0"/>
                  <a:t>Con i tuoi valori: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050" i="1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it-IT" sz="1050" i="0">
                          <a:latin typeface="Cambria Math" panose="02040503050406030204" pitchFamily="18" charset="0"/>
                        </a:rPr>
                        <m:t>=10</m:t>
                      </m:r>
                      <m:r>
                        <a:rPr lang="it-IT" sz="105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m:rPr>
                          <m:sty m:val="p"/>
                        </m:rPr>
                        <a:rPr lang="it-IT" sz="1050" i="0">
                          <a:latin typeface="Cambria Math" panose="02040503050406030204" pitchFamily="18" charset="0"/>
                        </a:rPr>
                        <m:t>Ω</m:t>
                      </m:r>
                      <m:r>
                        <a:rPr lang="it-IT" sz="1050" i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it-IT" sz="1050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it-IT" sz="1050" i="0">
                          <a:latin typeface="Cambria Math" panose="02040503050406030204" pitchFamily="18" charset="0"/>
                        </a:rPr>
                        <m:t>=100</m:t>
                      </m:r>
                      <m:r>
                        <a:rPr lang="it-IT" sz="1050" i="1">
                          <a:latin typeface="Cambria Math" panose="02040503050406030204" pitchFamily="18" charset="0"/>
                        </a:rPr>
                        <m:t>𝑛𝐹</m:t>
                      </m:r>
                    </m:oMath>
                  </m:oMathPara>
                </a14:m>
                <a:endParaRPr lang="it-IT" sz="1050" dirty="0"/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050" i="1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it-IT" sz="105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sz="1050" i="1">
                          <a:latin typeface="Cambria Math" panose="02040503050406030204" pitchFamily="18" charset="0"/>
                        </a:rPr>
                        <m:t>𝑅𝐶</m:t>
                      </m:r>
                      <m:r>
                        <a:rPr lang="it-IT" sz="1050" i="0">
                          <a:latin typeface="Cambria Math" panose="02040503050406030204" pitchFamily="18" charset="0"/>
                        </a:rPr>
                        <m:t>=10</m:t>
                      </m:r>
                      <m:r>
                        <a:rPr lang="it-IT" sz="105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m:rPr>
                          <m:sty m:val="p"/>
                        </m:rPr>
                        <a:rPr lang="it-IT" sz="1050" i="0">
                          <a:latin typeface="Cambria Math" panose="02040503050406030204" pitchFamily="18" charset="0"/>
                        </a:rPr>
                        <m:t>Ω</m:t>
                      </m:r>
                      <m:r>
                        <a:rPr lang="it-IT" sz="1050" i="0">
                          <a:latin typeface="Cambria Math" panose="02040503050406030204" pitchFamily="18" charset="0"/>
                        </a:rPr>
                        <m:t>⋅100</m:t>
                      </m:r>
                      <m:r>
                        <a:rPr lang="it-IT" sz="1050" i="1">
                          <a:latin typeface="Cambria Math" panose="02040503050406030204" pitchFamily="18" charset="0"/>
                        </a:rPr>
                        <m:t>𝑛𝐹</m:t>
                      </m:r>
                      <m:r>
                        <a:rPr lang="it-IT" sz="1050" i="0">
                          <a:latin typeface="Cambria Math" panose="02040503050406030204" pitchFamily="18" charset="0"/>
                        </a:rPr>
                        <m:t>=1</m:t>
                      </m:r>
                      <m:r>
                        <a:rPr lang="it-IT" sz="1050" i="1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endParaRPr lang="it-IT" sz="1050" dirty="0"/>
              </a:p>
              <a:p>
                <a:pPr>
                  <a:buNone/>
                </a:pPr>
                <a:r>
                  <a:rPr lang="it-IT" sz="1050" dirty="0"/>
                  <a:t>Quando </a:t>
                </a:r>
                <a:r>
                  <a:rPr lang="it-IT" sz="1050" b="1" dirty="0"/>
                  <a:t>Vin sale da 0 V a 1 V</a:t>
                </a:r>
                <a:r>
                  <a:rPr lang="it-IT" sz="1050" dirty="0"/>
                  <a:t>, il condensatore inizialmente si comporta quasi come un corto: quindi su </a:t>
                </a:r>
                <a:r>
                  <a:rPr lang="it-IT" sz="1050" b="1" dirty="0" err="1"/>
                  <a:t>Vout</a:t>
                </a:r>
                <a:r>
                  <a:rPr lang="it-IT" sz="1050" dirty="0"/>
                  <a:t> compare subito un impulso positivo. Poi il condensatore si carica e la corrente diminuisce, quindi: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105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it-IT" sz="1050" i="1">
                              <a:latin typeface="Cambria Math" panose="02040503050406030204" pitchFamily="18" charset="0"/>
                            </a:rPr>
                            <m:t>𝑜𝑢𝑡</m:t>
                          </m:r>
                        </m:sub>
                      </m:sSub>
                      <m:d>
                        <m:dPr>
                          <m:ctrlPr>
                            <a:rPr lang="it-IT" sz="105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sz="105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it-IT" sz="105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105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it-IT" sz="1050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p>
                        <m:sSupPr>
                          <m:ctrlPr>
                            <a:rPr lang="it-IT" sz="105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sz="105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it-IT" sz="1050" i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it-IT" sz="105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it-IT" sz="1050" i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it-IT" sz="1050" i="1">
                              <a:latin typeface="Cambria Math" panose="02040503050406030204" pitchFamily="18" charset="0"/>
                            </a:rPr>
                            <m:t>𝜏</m:t>
                          </m:r>
                        </m:sup>
                      </m:sSup>
                    </m:oMath>
                  </m:oMathPara>
                </a14:m>
                <a:endParaRPr lang="it-IT" sz="1050" dirty="0"/>
              </a:p>
              <a:p>
                <a:pPr>
                  <a:buNone/>
                </a:pPr>
                <a:r>
                  <a:rPr lang="it-IT" sz="1050" dirty="0"/>
                  <a:t>Dopo circa </a:t>
                </a:r>
                <a14:m>
                  <m:oMath xmlns:m="http://schemas.openxmlformats.org/officeDocument/2006/math">
                    <m:r>
                      <a:rPr lang="it-IT" sz="1050">
                        <a:latin typeface="Cambria Math" panose="02040503050406030204" pitchFamily="18" charset="0"/>
                      </a:rPr>
                      <m:t>5</m:t>
                    </m:r>
                    <m:r>
                      <a:rPr lang="it-IT" sz="1050" i="1">
                        <a:latin typeface="Cambria Math" panose="02040503050406030204" pitchFamily="18" charset="0"/>
                      </a:rPr>
                      <m:t>𝜏</m:t>
                    </m:r>
                    <m:r>
                      <a:rPr lang="it-IT" sz="1050" i="0">
                        <a:latin typeface="Cambria Math" panose="02040503050406030204" pitchFamily="18" charset="0"/>
                      </a:rPr>
                      <m:t>=5</m:t>
                    </m:r>
                    <m:r>
                      <a:rPr lang="it-IT" sz="1050" i="1">
                        <a:latin typeface="Cambria Math" panose="02040503050406030204" pitchFamily="18" charset="0"/>
                      </a:rPr>
                      <m:t>𝑚𝑠</m:t>
                    </m:r>
                  </m:oMath>
                </a14:m>
                <a:r>
                  <a:rPr lang="it-IT" sz="1050" dirty="0"/>
                  <a:t>, l’uscita è quasi zero.</a:t>
                </a:r>
              </a:p>
              <a:p>
                <a:pPr>
                  <a:buNone/>
                </a:pPr>
                <a:r>
                  <a:rPr lang="it-IT" sz="1050" dirty="0"/>
                  <a:t>Quando </a:t>
                </a:r>
                <a:r>
                  <a:rPr lang="it-IT" sz="1050" b="1" dirty="0"/>
                  <a:t>Vin scende da 1 V a 0 V</a:t>
                </a:r>
                <a:r>
                  <a:rPr lang="it-IT" sz="1050" dirty="0"/>
                  <a:t>, il condensatore è carico e cerca di mantenere la sua tensione: genera quindi una corrente opposta. Per questo </a:t>
                </a:r>
                <a:r>
                  <a:rPr lang="it-IT" sz="1050" b="1" dirty="0" err="1"/>
                  <a:t>Vout</a:t>
                </a:r>
                <a:r>
                  <a:rPr lang="it-IT" sz="1050" dirty="0"/>
                  <a:t> diventa negativa e poi torna ancora a zero esponenzialmente.</a:t>
                </a:r>
              </a:p>
              <a:p>
                <a:pPr>
                  <a:buNone/>
                </a:pPr>
                <a:r>
                  <a:rPr lang="it-IT" sz="1050" dirty="0"/>
                  <a:t>In sintesi: il condensatore lascia passare solo le </a:t>
                </a:r>
                <a:r>
                  <a:rPr lang="it-IT" sz="1050" b="1" dirty="0"/>
                  <a:t>variazioni</a:t>
                </a:r>
                <a:r>
                  <a:rPr lang="it-IT" sz="1050" dirty="0"/>
                  <a:t> di Vin. Per questo vedi un impulso positivo sul fronte di salita e uno negativo sul fronte di discesa.</a:t>
                </a:r>
              </a:p>
            </p:txBody>
          </p:sp>
        </mc:Choice>
        <mc:Fallback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5FC639A9-5493-6982-CB7B-43B645F8A9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230" y="2912439"/>
                <a:ext cx="7291449" cy="2037417"/>
              </a:xfrm>
              <a:prstGeom prst="rect">
                <a:avLst/>
              </a:prstGeom>
              <a:blipFill>
                <a:blip r:embed="rId6"/>
                <a:stretch>
                  <a:fillRect b="-119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8ABB855-F6DA-F7FA-74B9-478C4C3B1B98}"/>
              </a:ext>
            </a:extLst>
          </p:cNvPr>
          <p:cNvSpPr txBox="1"/>
          <p:nvPr/>
        </p:nvSpPr>
        <p:spPr>
          <a:xfrm>
            <a:off x="4172197" y="5708073"/>
            <a:ext cx="27867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Periodo </a:t>
            </a:r>
            <a:r>
              <a:rPr lang="it-IT" dirty="0" err="1"/>
              <a:t>piu</a:t>
            </a:r>
            <a:r>
              <a:rPr lang="it-IT" dirty="0"/>
              <a:t> lungo</a:t>
            </a:r>
          </a:p>
        </p:txBody>
      </p:sp>
    </p:spTree>
    <p:extLst>
      <p:ext uri="{BB962C8B-B14F-4D97-AF65-F5344CB8AC3E}">
        <p14:creationId xmlns:p14="http://schemas.microsoft.com/office/powerpoint/2010/main" val="31141241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2C40A33B-6FA1-54E3-E536-7C674E783822}"/>
              </a:ext>
            </a:extLst>
          </p:cNvPr>
          <p:cNvSpPr txBox="1"/>
          <p:nvPr/>
        </p:nvSpPr>
        <p:spPr>
          <a:xfrm>
            <a:off x="1104405" y="296883"/>
            <a:ext cx="50786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Cambiamo r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548814A4-6632-2FC8-F819-F12ED4F494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4508" y="124713"/>
            <a:ext cx="6895605" cy="3379493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D2928A8A-4164-8DB0-09ED-A9920A0A842D}"/>
              </a:ext>
            </a:extLst>
          </p:cNvPr>
          <p:cNvSpPr txBox="1"/>
          <p:nvPr/>
        </p:nvSpPr>
        <p:spPr>
          <a:xfrm>
            <a:off x="3760520" y="359093"/>
            <a:ext cx="12271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10k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B944D60-52CF-9FEA-1BA6-EA9C42458995}"/>
              </a:ext>
            </a:extLst>
          </p:cNvPr>
          <p:cNvSpPr txBox="1"/>
          <p:nvPr/>
        </p:nvSpPr>
        <p:spPr>
          <a:xfrm>
            <a:off x="3728852" y="1395423"/>
            <a:ext cx="12271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1k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104B7A4A-C944-C95D-B8FA-6CD4DC21BE00}"/>
              </a:ext>
            </a:extLst>
          </p:cNvPr>
          <p:cNvSpPr txBox="1"/>
          <p:nvPr/>
        </p:nvSpPr>
        <p:spPr>
          <a:xfrm>
            <a:off x="3760519" y="2501808"/>
            <a:ext cx="12271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500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C460493A-5F63-7A78-B757-2706E737BA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4508" y="3504206"/>
            <a:ext cx="6895604" cy="3379493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B55A7E02-CB83-927E-6FE0-E5DF74BB8461}"/>
              </a:ext>
            </a:extLst>
          </p:cNvPr>
          <p:cNvSpPr txBox="1"/>
          <p:nvPr/>
        </p:nvSpPr>
        <p:spPr>
          <a:xfrm>
            <a:off x="3908962" y="3860335"/>
            <a:ext cx="12271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10k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049F7991-5769-2AFD-4979-CBBC67CB1E78}"/>
              </a:ext>
            </a:extLst>
          </p:cNvPr>
          <p:cNvSpPr txBox="1"/>
          <p:nvPr/>
        </p:nvSpPr>
        <p:spPr>
          <a:xfrm>
            <a:off x="3877294" y="4896665"/>
            <a:ext cx="12271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30k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C069C1F1-26A5-AB0D-5B8A-2AEA96C0CCFA}"/>
              </a:ext>
            </a:extLst>
          </p:cNvPr>
          <p:cNvSpPr txBox="1"/>
          <p:nvPr/>
        </p:nvSpPr>
        <p:spPr>
          <a:xfrm>
            <a:off x="3908961" y="6003050"/>
            <a:ext cx="12271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60k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E6262650-461A-5608-CDC4-C2FAA564B8D2}"/>
              </a:ext>
            </a:extLst>
          </p:cNvPr>
          <p:cNvSpPr txBox="1"/>
          <p:nvPr/>
        </p:nvSpPr>
        <p:spPr>
          <a:xfrm>
            <a:off x="870857" y="1690255"/>
            <a:ext cx="21613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Cambio r allora cambio tao=RC</a:t>
            </a:r>
          </a:p>
        </p:txBody>
      </p:sp>
      <p:pic>
        <p:nvPicPr>
          <p:cNvPr id="15" name="Immagine 14">
            <a:extLst>
              <a:ext uri="{FF2B5EF4-FFF2-40B4-BE49-F238E27FC236}">
                <a16:creationId xmlns:a16="http://schemas.microsoft.com/office/drawing/2014/main" id="{DFDD7F19-2517-5AC4-3A65-ECC70A1453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4404" y="296883"/>
            <a:ext cx="1951668" cy="1574898"/>
          </a:xfrm>
          <a:prstGeom prst="rect">
            <a:avLst/>
          </a:prstGeom>
        </p:spPr>
      </p:pic>
      <p:pic>
        <p:nvPicPr>
          <p:cNvPr id="17" name="Immagine 16">
            <a:extLst>
              <a:ext uri="{FF2B5EF4-FFF2-40B4-BE49-F238E27FC236}">
                <a16:creationId xmlns:a16="http://schemas.microsoft.com/office/drawing/2014/main" id="{3EE60747-A527-3773-7FBB-2A9F3DD075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30691" y="4456450"/>
            <a:ext cx="1300772" cy="1249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77434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4895EC3D-DFC2-9DF9-5F72-842E0E3820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9323" y="283051"/>
            <a:ext cx="5859751" cy="2871828"/>
          </a:xfrm>
          <a:prstGeom prst="rect">
            <a:avLst/>
          </a:prstGeom>
        </p:spPr>
      </p:pic>
      <p:grpSp>
        <p:nvGrpSpPr>
          <p:cNvPr id="10" name="Gruppo 9">
            <a:extLst>
              <a:ext uri="{FF2B5EF4-FFF2-40B4-BE49-F238E27FC236}">
                <a16:creationId xmlns:a16="http://schemas.microsoft.com/office/drawing/2014/main" id="{692B69CC-6F6F-B3CC-0375-5C77D7C01CDB}"/>
              </a:ext>
            </a:extLst>
          </p:cNvPr>
          <p:cNvGrpSpPr/>
          <p:nvPr/>
        </p:nvGrpSpPr>
        <p:grpSpPr>
          <a:xfrm>
            <a:off x="629392" y="320634"/>
            <a:ext cx="5099350" cy="2090056"/>
            <a:chOff x="1702130" y="3530930"/>
            <a:chExt cx="5099350" cy="2090056"/>
          </a:xfrm>
        </p:grpSpPr>
        <p:pic>
          <p:nvPicPr>
            <p:cNvPr id="8" name="Immagine 7">
              <a:extLst>
                <a:ext uri="{FF2B5EF4-FFF2-40B4-BE49-F238E27FC236}">
                  <a16:creationId xmlns:a16="http://schemas.microsoft.com/office/drawing/2014/main" id="{8D822D81-0B5F-B1F6-BF37-F9904D1CCC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-1" r="64504"/>
            <a:stretch>
              <a:fillRect/>
            </a:stretch>
          </p:blipFill>
          <p:spPr>
            <a:xfrm>
              <a:off x="1702130" y="3530930"/>
              <a:ext cx="2770910" cy="2090056"/>
            </a:xfrm>
            <a:prstGeom prst="rect">
              <a:avLst/>
            </a:prstGeom>
          </p:spPr>
        </p:pic>
        <p:pic>
          <p:nvPicPr>
            <p:cNvPr id="9" name="Immagine 8">
              <a:extLst>
                <a:ext uri="{FF2B5EF4-FFF2-40B4-BE49-F238E27FC236}">
                  <a16:creationId xmlns:a16="http://schemas.microsoft.com/office/drawing/2014/main" id="{8C3F4D33-A7C9-625E-8107-DE1917BB887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69168" r="1003"/>
            <a:stretch>
              <a:fillRect/>
            </a:stretch>
          </p:blipFill>
          <p:spPr>
            <a:xfrm>
              <a:off x="4473040" y="3530930"/>
              <a:ext cx="2328440" cy="2090056"/>
            </a:xfrm>
            <a:prstGeom prst="rect">
              <a:avLst/>
            </a:prstGeom>
          </p:spPr>
        </p:pic>
      </p:grp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98D0BC0C-B1F1-2617-AFA7-6E1BE5603838}"/>
              </a:ext>
            </a:extLst>
          </p:cNvPr>
          <p:cNvSpPr txBox="1"/>
          <p:nvPr/>
        </p:nvSpPr>
        <p:spPr>
          <a:xfrm>
            <a:off x="7255823" y="3301340"/>
            <a:ext cx="42711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La blu è 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CasellaDiTesto 12">
                <a:extLst>
                  <a:ext uri="{FF2B5EF4-FFF2-40B4-BE49-F238E27FC236}">
                    <a16:creationId xmlns:a16="http://schemas.microsoft.com/office/drawing/2014/main" id="{7AF31E03-62B8-4D3E-7281-7E4AD32A4D59}"/>
                  </a:ext>
                </a:extLst>
              </p:cNvPr>
              <p:cNvSpPr txBox="1"/>
              <p:nvPr/>
            </p:nvSpPr>
            <p:spPr>
              <a:xfrm>
                <a:off x="1132115" y="2614117"/>
                <a:ext cx="3713017" cy="34614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it-IT" sz="1100" dirty="0"/>
                  <a:t>Nel filtro passa-alto RL, l’induttore si oppone alle variazioni di corrente. Quando </a:t>
                </a:r>
                <a:r>
                  <a:rPr lang="it-IT" sz="1100" b="1" dirty="0"/>
                  <a:t>Vin</a:t>
                </a:r>
                <a:r>
                  <a:rPr lang="it-IT" sz="1100" dirty="0"/>
                  <a:t> passa da 0 V a 1 V, la corrente nell’induttore non può crescere istantaneamente, quindi l’induttore si comporta inizialmente come un circuito aperto e sull’uscita compare quasi tutta la tensione di ingresso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1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1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it-IT" sz="1100" i="1">
                            <a:latin typeface="Cambria Math" panose="02040503050406030204" pitchFamily="18" charset="0"/>
                          </a:rPr>
                          <m:t>𝑜𝑢𝑡</m:t>
                        </m:r>
                      </m:sub>
                    </m:sSub>
                    <m:r>
                      <a:rPr lang="it-IT" sz="1100" i="0">
                        <a:latin typeface="Cambria Math" panose="02040503050406030204" pitchFamily="18" charset="0"/>
                      </a:rPr>
                      <m:t>≈1</m:t>
                    </m:r>
                    <m:r>
                      <m:rPr>
                        <m:nor/>
                      </m:rPr>
                      <a:rPr lang="it-IT" sz="1100" b="0" i="1">
                        <a:latin typeface="Cambria Math" panose="02040503050406030204" pitchFamily="18" charset="0"/>
                      </a:rPr>
                      <m:t> </m:t>
                    </m:r>
                    <m:r>
                      <a:rPr lang="it-IT" sz="1100" b="0" i="1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it-IT" sz="1100" dirty="0"/>
                  <a:t>). Successivamente la corrente aumenta e la tensione sull’induttore decade esponenzialmente verso zero secondo: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11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it-IT" sz="1100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d>
                        <m:dPr>
                          <m:ctrlPr>
                            <a:rPr lang="it-IT" sz="11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sz="11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it-IT" sz="11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11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it-IT" sz="1100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p>
                        <m:sSupPr>
                          <m:ctrlPr>
                            <a:rPr lang="it-IT" sz="11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sz="11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it-IT" sz="1100" i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it-IT" sz="11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it-IT" sz="1100" i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it-IT" sz="1100" i="1">
                              <a:latin typeface="Cambria Math" panose="02040503050406030204" pitchFamily="18" charset="0"/>
                            </a:rPr>
                            <m:t>𝜏</m:t>
                          </m:r>
                        </m:sup>
                      </m:sSup>
                    </m:oMath>
                  </m:oMathPara>
                </a14:m>
                <a:endParaRPr lang="it-IT" sz="1100" dirty="0"/>
              </a:p>
              <a:p>
                <a:pPr>
                  <a:buNone/>
                </a:pPr>
                <a:r>
                  <a:rPr lang="it-IT" sz="1100" dirty="0"/>
                  <a:t>con costante di tempo: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100" i="1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it-IT" sz="110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IT" sz="11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 sz="1100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it-IT" sz="1100" i="1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r>
                        <a:rPr lang="it-IT" sz="1100" i="0">
                          <a:latin typeface="Cambria Math" panose="02040503050406030204" pitchFamily="18" charset="0"/>
                        </a:rPr>
                        <m:t>=1</m:t>
                      </m:r>
                      <m:r>
                        <m:rPr>
                          <m:nor/>
                        </m:rPr>
                        <a:rPr lang="it-IT" sz="1100" b="0" i="1"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it-IT" sz="1100" b="0" i="1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endParaRPr lang="it-IT" sz="1100" b="0" dirty="0"/>
              </a:p>
              <a:p>
                <a:pPr>
                  <a:buNone/>
                </a:pPr>
                <a:r>
                  <a:rPr lang="it-IT" sz="1100" dirty="0"/>
                  <a:t>Quando l’ingresso torna da 1 V a 0 V, la corrente nell’induttore non può annullarsi bruscamente; per mantenerla l’induttore genera una tensione di segno opposto, producendo un impulso negativo che poi decade nuovamente a zero. Il circuito quindi lascia passare le variazioni del segnale (i fronti) e attenua la componente continua.</a:t>
                </a:r>
              </a:p>
            </p:txBody>
          </p:sp>
        </mc:Choice>
        <mc:Fallback>
          <p:sp>
            <p:nvSpPr>
              <p:cNvPr id="13" name="CasellaDiTesto 12">
                <a:extLst>
                  <a:ext uri="{FF2B5EF4-FFF2-40B4-BE49-F238E27FC236}">
                    <a16:creationId xmlns:a16="http://schemas.microsoft.com/office/drawing/2014/main" id="{7AF31E03-62B8-4D3E-7281-7E4AD32A4D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2115" y="2614117"/>
                <a:ext cx="3713017" cy="3461460"/>
              </a:xfrm>
              <a:prstGeom prst="rect">
                <a:avLst/>
              </a:prstGeom>
              <a:blipFill>
                <a:blip r:embed="rId4"/>
                <a:stretch>
                  <a:fillRect r="-657" b="-35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Immagine 14">
            <a:extLst>
              <a:ext uri="{FF2B5EF4-FFF2-40B4-BE49-F238E27FC236}">
                <a16:creationId xmlns:a16="http://schemas.microsoft.com/office/drawing/2014/main" id="{0CA128C9-5DF3-56A4-0433-D04DE2E11F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8092" y="3817133"/>
            <a:ext cx="5225143" cy="2560810"/>
          </a:xfrm>
          <a:prstGeom prst="rect">
            <a:avLst/>
          </a:prstGeom>
        </p:spPr>
      </p:pic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1013FDE9-D574-2242-08DC-F1BD723B64BD}"/>
              </a:ext>
            </a:extLst>
          </p:cNvPr>
          <p:cNvSpPr txBox="1"/>
          <p:nvPr/>
        </p:nvSpPr>
        <p:spPr>
          <a:xfrm>
            <a:off x="7105403" y="6000997"/>
            <a:ext cx="2327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Periodo </a:t>
            </a:r>
            <a:r>
              <a:rPr lang="it-IT" dirty="0" err="1"/>
              <a:t>piu</a:t>
            </a:r>
            <a:r>
              <a:rPr lang="it-IT" dirty="0"/>
              <a:t> lungo</a:t>
            </a:r>
          </a:p>
        </p:txBody>
      </p:sp>
    </p:spTree>
    <p:extLst>
      <p:ext uri="{BB962C8B-B14F-4D97-AF65-F5344CB8AC3E}">
        <p14:creationId xmlns:p14="http://schemas.microsoft.com/office/powerpoint/2010/main" val="26301817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3406014C-1F60-0F70-0CF3-E987A2C6EB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7496" y="762000"/>
            <a:ext cx="2204188" cy="1864659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F9A95470-2BCE-9104-185F-0E51B75E8959}"/>
              </a:ext>
            </a:extLst>
          </p:cNvPr>
          <p:cNvSpPr txBox="1"/>
          <p:nvPr/>
        </p:nvSpPr>
        <p:spPr>
          <a:xfrm>
            <a:off x="851647" y="340659"/>
            <a:ext cx="2204188" cy="367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Cambio r tao=R/L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C31EFFDB-0FFA-4337-FE1D-C24E7B60CD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8752" y="221754"/>
            <a:ext cx="5553635" cy="2721802"/>
          </a:xfrm>
          <a:prstGeom prst="rect">
            <a:avLst/>
          </a:prstGeom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10AF6143-A4F6-A1ED-4FA4-A2C4BC54D60D}"/>
              </a:ext>
            </a:extLst>
          </p:cNvPr>
          <p:cNvSpPr txBox="1"/>
          <p:nvPr/>
        </p:nvSpPr>
        <p:spPr>
          <a:xfrm>
            <a:off x="4746637" y="299278"/>
            <a:ext cx="12271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10k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6886881F-A176-FA4B-0DAD-51EC225EE9DD}"/>
              </a:ext>
            </a:extLst>
          </p:cNvPr>
          <p:cNvSpPr txBox="1"/>
          <p:nvPr/>
        </p:nvSpPr>
        <p:spPr>
          <a:xfrm>
            <a:off x="4714969" y="1335608"/>
            <a:ext cx="12271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1k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B8F52E0B-80DB-78CB-B9E9-CFCD3849A13E}"/>
              </a:ext>
            </a:extLst>
          </p:cNvPr>
          <p:cNvSpPr txBox="1"/>
          <p:nvPr/>
        </p:nvSpPr>
        <p:spPr>
          <a:xfrm>
            <a:off x="4746636" y="2441993"/>
            <a:ext cx="12271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500</a:t>
            </a:r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2B8A3007-A549-F52C-78C9-7C3CE0D57D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199" y="3895163"/>
            <a:ext cx="2089989" cy="1582271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6251CC11-26F1-34CD-00F9-1B16A26678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28764" y="3429000"/>
            <a:ext cx="5858435" cy="2871183"/>
          </a:xfrm>
          <a:prstGeom prst="rect">
            <a:avLst/>
          </a:prstGeom>
        </p:spPr>
      </p:pic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96DD197A-11AD-EB87-39DD-CE703ED1C7E2}"/>
              </a:ext>
            </a:extLst>
          </p:cNvPr>
          <p:cNvSpPr txBox="1"/>
          <p:nvPr/>
        </p:nvSpPr>
        <p:spPr>
          <a:xfrm>
            <a:off x="4778304" y="3548378"/>
            <a:ext cx="12271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10k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9C26AE3E-B77D-7B08-DFE4-A0A9E2732957}"/>
              </a:ext>
            </a:extLst>
          </p:cNvPr>
          <p:cNvSpPr txBox="1"/>
          <p:nvPr/>
        </p:nvSpPr>
        <p:spPr>
          <a:xfrm>
            <a:off x="4746636" y="4584708"/>
            <a:ext cx="12271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30k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076514F6-92DE-27EF-EC86-61BF536CD308}"/>
              </a:ext>
            </a:extLst>
          </p:cNvPr>
          <p:cNvSpPr txBox="1"/>
          <p:nvPr/>
        </p:nvSpPr>
        <p:spPr>
          <a:xfrm>
            <a:off x="4778303" y="5691093"/>
            <a:ext cx="12271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60k</a:t>
            </a:r>
          </a:p>
        </p:txBody>
      </p:sp>
    </p:spTree>
    <p:extLst>
      <p:ext uri="{BB962C8B-B14F-4D97-AF65-F5344CB8AC3E}">
        <p14:creationId xmlns:p14="http://schemas.microsoft.com/office/powerpoint/2010/main" val="1289138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5C6D942E-5A1A-CCE6-685B-CD45159ABE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798" y="277361"/>
            <a:ext cx="9930404" cy="6303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5754733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VTI">
  <a:themeElements>
    <a:clrScheme name="Gradient">
      <a:dk1>
        <a:sysClr val="windowText" lastClr="000000"/>
      </a:dk1>
      <a:lt1>
        <a:sysClr val="window" lastClr="FFFFFF"/>
      </a:lt1>
      <a:dk2>
        <a:srgbClr val="10013F"/>
      </a:dk2>
      <a:lt2>
        <a:srgbClr val="F2F0FF"/>
      </a:lt2>
      <a:accent1>
        <a:srgbClr val="814DFF"/>
      </a:accent1>
      <a:accent2>
        <a:srgbClr val="243FFF"/>
      </a:accent2>
      <a:accent3>
        <a:srgbClr val="FF83B6"/>
      </a:accent3>
      <a:accent4>
        <a:srgbClr val="FF9022"/>
      </a:accent4>
      <a:accent5>
        <a:srgbClr val="FF1F85"/>
      </a:accent5>
      <a:accent6>
        <a:srgbClr val="1A98FF"/>
      </a:accent6>
      <a:hlink>
        <a:srgbClr val="0563C1"/>
      </a:hlink>
      <a:folHlink>
        <a:srgbClr val="954F72"/>
      </a:folHlink>
    </a:clrScheme>
    <a:fontScheme name="Univers">
      <a:majorFont>
        <a:latin typeface="Univers"/>
        <a:ea typeface=""/>
        <a:cs typeface=""/>
      </a:majorFont>
      <a:minorFont>
        <a:latin typeface="Univer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892863_TF89338750_Win32" id="{67303D53-E497-4E8A-A1B0-F8D4DA913DFF}" vid="{0B2B8082-CFD4-436D-9CB1-F42DAFFE77E0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2D646E0-DCC8-4209-B539-AA58186B682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0E87F72-70BF-43BC-A0D4-53665DC1267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FABD9919-8F5A-4B99-83E1-E90FE1DCF2E1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{761ED6E5-BDDE-49C9-968D-421AB9ABD7F0}TF54b766f8-63ee-43b7-9d15-113a5f305028e85fd2b7_win32-57076faae754</Template>
  <TotalTime>175</TotalTime>
  <Words>583</Words>
  <Application>Microsoft Office PowerPoint</Application>
  <PresentationFormat>Widescreen</PresentationFormat>
  <Paragraphs>57</Paragraphs>
  <Slides>15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15</vt:i4>
      </vt:variant>
    </vt:vector>
  </HeadingPairs>
  <TitlesOfParts>
    <vt:vector size="20" baseType="lpstr">
      <vt:lpstr>Arial</vt:lpstr>
      <vt:lpstr>Calibri</vt:lpstr>
      <vt:lpstr>Cambria Math</vt:lpstr>
      <vt:lpstr>Univers</vt:lpstr>
      <vt:lpstr>GradientVTI</vt:lpstr>
      <vt:lpstr>Galassia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RICCARDO SCOLA COLOMBO</dc:creator>
  <cp:lastModifiedBy>RICCARDO SCOLA COLOMBO</cp:lastModifiedBy>
  <cp:revision>5</cp:revision>
  <dcterms:created xsi:type="dcterms:W3CDTF">2026-06-04T13:37:14Z</dcterms:created>
  <dcterms:modified xsi:type="dcterms:W3CDTF">2026-06-04T16:32:57Z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